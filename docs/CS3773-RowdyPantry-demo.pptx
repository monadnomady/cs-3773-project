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Didact Gothic"/>
      <p:regular r:id="rId21"/>
    </p:embeddedFont>
    <p:embeddedFont>
      <p:font typeface="Londrina Solid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LondrinaSolid-regular.fntdata"/><Relationship Id="rId21" Type="http://schemas.openxmlformats.org/officeDocument/2006/relationships/font" Target="fonts/DidactGothic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0bc522967e_1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10bc522967e_1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ea8f8c5e2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ea8f8c5e2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ce5d64671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0ce5d64671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e247a75e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e247a75e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e27ee20e0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e27ee20e0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5cb5435e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f5cb5435e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0a093f3af2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0a093f3af2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5cb5435e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f5cb5435e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5cb9371a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5cb9371a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5cb5435e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5cb5435e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0a093f3af2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0a093f3af2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5cb5435e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f5cb5435e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f5cb5435e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f5cb5435e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0a093f3af2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0a093f3af2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f5cb5435e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f5cb5435e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0a093f3af2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0a093f3af2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0000" y="1307233"/>
            <a:ext cx="4930800" cy="2202000"/>
          </a:xfrm>
          <a:prstGeom prst="rect">
            <a:avLst/>
          </a:prstGeom>
          <a:effectLst>
            <a:outerShdw rotWithShape="0" algn="bl" dir="2640000" dist="38100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20000" y="3744425"/>
            <a:ext cx="4418700" cy="356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7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idact Gothic"/>
              <a:buNone/>
              <a:defRPr sz="18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720013" y="2369125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720024" y="3487575"/>
            <a:ext cx="4602600" cy="370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20013" y="1402350"/>
            <a:ext cx="1859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506100" y="1093825"/>
            <a:ext cx="8131800" cy="3591600"/>
          </a:xfrm>
          <a:prstGeom prst="roundRect">
            <a:avLst>
              <a:gd fmla="val 169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0000" y="1143292"/>
            <a:ext cx="7704000" cy="3478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453825" y="2661938"/>
            <a:ext cx="2388900" cy="4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" name="Google Shape;21;p5"/>
          <p:cNvSpPr txBox="1"/>
          <p:nvPr>
            <p:ph idx="2" type="title"/>
          </p:nvPr>
        </p:nvSpPr>
        <p:spPr>
          <a:xfrm>
            <a:off x="5301275" y="2661938"/>
            <a:ext cx="2388900" cy="4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453825" y="3153048"/>
            <a:ext cx="2388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3" type="subTitle"/>
          </p:nvPr>
        </p:nvSpPr>
        <p:spPr>
          <a:xfrm>
            <a:off x="5301275" y="3153048"/>
            <a:ext cx="2388900" cy="72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4"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/>
          <p:nvPr/>
        </p:nvSpPr>
        <p:spPr>
          <a:xfrm>
            <a:off x="506100" y="1093825"/>
            <a:ext cx="8131800" cy="3591600"/>
          </a:xfrm>
          <a:prstGeom prst="roundRect">
            <a:avLst>
              <a:gd fmla="val 169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6"/>
          <p:cNvSpPr txBox="1"/>
          <p:nvPr>
            <p:ph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305825" y="1642500"/>
            <a:ext cx="4118400" cy="23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1718000" y="1246450"/>
            <a:ext cx="5708100" cy="308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849988" y="1351650"/>
            <a:ext cx="3991800" cy="83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850000" y="2342754"/>
            <a:ext cx="3991800" cy="1608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2980375" y="1612825"/>
            <a:ext cx="3183300" cy="1917900"/>
          </a:xfrm>
          <a:prstGeom prst="rect">
            <a:avLst/>
          </a:prstGeom>
          <a:ln>
            <a:noFill/>
          </a:ln>
          <a:effectLst>
            <a:outerShdw rotWithShape="0" algn="bl" dir="2820000" dist="2857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5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hasCustomPrompt="1" type="title"/>
          </p:nvPr>
        </p:nvSpPr>
        <p:spPr>
          <a:xfrm>
            <a:off x="1052412" y="1482550"/>
            <a:ext cx="3785700" cy="125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1101500" y="3106425"/>
            <a:ext cx="2928900" cy="5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2069623" y="1716175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4" name="Google Shape;44;p13"/>
          <p:cNvSpPr txBox="1"/>
          <p:nvPr>
            <p:ph idx="1" type="subTitle"/>
          </p:nvPr>
        </p:nvSpPr>
        <p:spPr>
          <a:xfrm>
            <a:off x="2069620" y="2173160"/>
            <a:ext cx="23055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2" type="title"/>
          </p:nvPr>
        </p:nvSpPr>
        <p:spPr>
          <a:xfrm>
            <a:off x="4768884" y="1716175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6" name="Google Shape;46;p13"/>
          <p:cNvSpPr txBox="1"/>
          <p:nvPr>
            <p:ph idx="3" type="subTitle"/>
          </p:nvPr>
        </p:nvSpPr>
        <p:spPr>
          <a:xfrm>
            <a:off x="4768884" y="2173160"/>
            <a:ext cx="23055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4" type="title"/>
          </p:nvPr>
        </p:nvSpPr>
        <p:spPr>
          <a:xfrm>
            <a:off x="720000" y="3606800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48" name="Google Shape;48;p13"/>
          <p:cNvSpPr txBox="1"/>
          <p:nvPr>
            <p:ph idx="5" type="subTitle"/>
          </p:nvPr>
        </p:nvSpPr>
        <p:spPr>
          <a:xfrm>
            <a:off x="720000" y="4063760"/>
            <a:ext cx="23055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6" type="title"/>
          </p:nvPr>
        </p:nvSpPr>
        <p:spPr>
          <a:xfrm>
            <a:off x="3419270" y="3606800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0" name="Google Shape;50;p13"/>
          <p:cNvSpPr txBox="1"/>
          <p:nvPr>
            <p:ph idx="7" type="subTitle"/>
          </p:nvPr>
        </p:nvSpPr>
        <p:spPr>
          <a:xfrm>
            <a:off x="3419270" y="4063760"/>
            <a:ext cx="23055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8" type="title"/>
          </p:nvPr>
        </p:nvSpPr>
        <p:spPr>
          <a:xfrm>
            <a:off x="6118547" y="3606800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2" name="Google Shape;52;p13"/>
          <p:cNvSpPr txBox="1"/>
          <p:nvPr>
            <p:ph idx="9" type="subTitle"/>
          </p:nvPr>
        </p:nvSpPr>
        <p:spPr>
          <a:xfrm>
            <a:off x="6118547" y="4063760"/>
            <a:ext cx="2305500" cy="484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hasCustomPrompt="1" idx="13" type="title"/>
          </p:nvPr>
        </p:nvSpPr>
        <p:spPr>
          <a:xfrm>
            <a:off x="2855023" y="1243044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14" type="title"/>
          </p:nvPr>
        </p:nvSpPr>
        <p:spPr>
          <a:xfrm>
            <a:off x="1505400" y="313365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15" type="title"/>
          </p:nvPr>
        </p:nvSpPr>
        <p:spPr>
          <a:xfrm>
            <a:off x="5554284" y="1243044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16" type="title"/>
          </p:nvPr>
        </p:nvSpPr>
        <p:spPr>
          <a:xfrm>
            <a:off x="4204670" y="313365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17" type="title"/>
          </p:nvPr>
        </p:nvSpPr>
        <p:spPr>
          <a:xfrm>
            <a:off x="6903947" y="313365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18"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215538" y="3804975"/>
            <a:ext cx="4224900" cy="404100"/>
          </a:xfrm>
          <a:prstGeom prst="rect">
            <a:avLst/>
          </a:prstGeom>
          <a:noFill/>
          <a:ln>
            <a:noFill/>
          </a:ln>
          <a:effectLst>
            <a:outerShdw rotWithShape="0" algn="bl" dir="2640000" dist="28575">
              <a:schemeClr val="dk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4215538" y="1619053"/>
            <a:ext cx="4224900" cy="175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/>
          <p:nvPr/>
        </p:nvSpPr>
        <p:spPr>
          <a:xfrm>
            <a:off x="506100" y="1506800"/>
            <a:ext cx="8131800" cy="2547000"/>
          </a:xfrm>
          <a:prstGeom prst="roundRect">
            <a:avLst>
              <a:gd fmla="val 7853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992185" y="2479632"/>
            <a:ext cx="2003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2" type="title"/>
          </p:nvPr>
        </p:nvSpPr>
        <p:spPr>
          <a:xfrm>
            <a:off x="6148135" y="2479632"/>
            <a:ext cx="2003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992175" y="2873248"/>
            <a:ext cx="2003700" cy="72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3" type="subTitle"/>
          </p:nvPr>
        </p:nvSpPr>
        <p:spPr>
          <a:xfrm>
            <a:off x="6148125" y="2873248"/>
            <a:ext cx="2003700" cy="72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4" type="title"/>
          </p:nvPr>
        </p:nvSpPr>
        <p:spPr>
          <a:xfrm>
            <a:off x="3570147" y="2479632"/>
            <a:ext cx="2003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5" type="subTitle"/>
          </p:nvPr>
        </p:nvSpPr>
        <p:spPr>
          <a:xfrm>
            <a:off x="3570160" y="2873248"/>
            <a:ext cx="2003700" cy="72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6"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CUSTOM_6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506100" y="1399525"/>
            <a:ext cx="8131800" cy="2994900"/>
          </a:xfrm>
          <a:prstGeom prst="roundRect">
            <a:avLst>
              <a:gd fmla="val 169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 txBox="1"/>
          <p:nvPr>
            <p:ph type="title"/>
          </p:nvPr>
        </p:nvSpPr>
        <p:spPr>
          <a:xfrm>
            <a:off x="2759589" y="2600988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title"/>
          </p:nvPr>
        </p:nvSpPr>
        <p:spPr>
          <a:xfrm>
            <a:off x="6838756" y="2600988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2759571" y="3014919"/>
            <a:ext cx="15852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3" type="subTitle"/>
          </p:nvPr>
        </p:nvSpPr>
        <p:spPr>
          <a:xfrm>
            <a:off x="6838750" y="3014919"/>
            <a:ext cx="15852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4" type="title"/>
          </p:nvPr>
        </p:nvSpPr>
        <p:spPr>
          <a:xfrm>
            <a:off x="4799173" y="2600988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5" type="subTitle"/>
          </p:nvPr>
        </p:nvSpPr>
        <p:spPr>
          <a:xfrm>
            <a:off x="4799167" y="3014919"/>
            <a:ext cx="15852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6" type="title"/>
          </p:nvPr>
        </p:nvSpPr>
        <p:spPr>
          <a:xfrm>
            <a:off x="720006" y="2600988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7" type="subTitle"/>
          </p:nvPr>
        </p:nvSpPr>
        <p:spPr>
          <a:xfrm>
            <a:off x="720000" y="3014919"/>
            <a:ext cx="1585200" cy="65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8"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506100" y="1093825"/>
            <a:ext cx="8131800" cy="3591600"/>
          </a:xfrm>
          <a:prstGeom prst="roundRect">
            <a:avLst>
              <a:gd fmla="val 169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>
            <p:ph type="title"/>
          </p:nvPr>
        </p:nvSpPr>
        <p:spPr>
          <a:xfrm>
            <a:off x="992184" y="1760400"/>
            <a:ext cx="180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2" type="title"/>
          </p:nvPr>
        </p:nvSpPr>
        <p:spPr>
          <a:xfrm>
            <a:off x="6616195" y="1760400"/>
            <a:ext cx="180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992175" y="2154174"/>
            <a:ext cx="18078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3" type="subTitle"/>
          </p:nvPr>
        </p:nvSpPr>
        <p:spPr>
          <a:xfrm>
            <a:off x="6616178" y="2154174"/>
            <a:ext cx="18078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4" type="title"/>
          </p:nvPr>
        </p:nvSpPr>
        <p:spPr>
          <a:xfrm>
            <a:off x="3804178" y="1760400"/>
            <a:ext cx="180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5" type="subTitle"/>
          </p:nvPr>
        </p:nvSpPr>
        <p:spPr>
          <a:xfrm>
            <a:off x="3804185" y="2154174"/>
            <a:ext cx="18078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6" type="title"/>
          </p:nvPr>
        </p:nvSpPr>
        <p:spPr>
          <a:xfrm>
            <a:off x="992184" y="3366281"/>
            <a:ext cx="180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7" type="title"/>
          </p:nvPr>
        </p:nvSpPr>
        <p:spPr>
          <a:xfrm>
            <a:off x="6616195" y="3366281"/>
            <a:ext cx="180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8" type="subTitle"/>
          </p:nvPr>
        </p:nvSpPr>
        <p:spPr>
          <a:xfrm>
            <a:off x="992175" y="3759875"/>
            <a:ext cx="18078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9" type="subTitle"/>
          </p:nvPr>
        </p:nvSpPr>
        <p:spPr>
          <a:xfrm>
            <a:off x="6616178" y="3759875"/>
            <a:ext cx="18078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3" type="title"/>
          </p:nvPr>
        </p:nvSpPr>
        <p:spPr>
          <a:xfrm>
            <a:off x="3804178" y="3366281"/>
            <a:ext cx="1807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4" type="subTitle"/>
          </p:nvPr>
        </p:nvSpPr>
        <p:spPr>
          <a:xfrm>
            <a:off x="3804185" y="3759875"/>
            <a:ext cx="18078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5" type="title"/>
          </p:nvPr>
        </p:nvSpPr>
        <p:spPr>
          <a:xfrm>
            <a:off x="720000" y="521630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4035775" y="1451550"/>
            <a:ext cx="4388100" cy="12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4174800" y="3086675"/>
            <a:ext cx="4249200" cy="6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720000" y="2268325"/>
            <a:ext cx="28686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720000" y="1338663"/>
            <a:ext cx="31671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SECTION_TITLE_AND_DESCRIPTION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766575" y="668650"/>
            <a:ext cx="2614800" cy="260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766575" y="3470275"/>
            <a:ext cx="3483000" cy="106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8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/>
          <p:nvPr/>
        </p:nvSpPr>
        <p:spPr>
          <a:xfrm>
            <a:off x="506100" y="1093825"/>
            <a:ext cx="8131800" cy="3591600"/>
          </a:xfrm>
          <a:prstGeom prst="roundRect">
            <a:avLst>
              <a:gd fmla="val 169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672250" y="1319725"/>
            <a:ext cx="3751800" cy="3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2" type="body"/>
          </p:nvPr>
        </p:nvSpPr>
        <p:spPr>
          <a:xfrm>
            <a:off x="720000" y="1319725"/>
            <a:ext cx="3751800" cy="31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719988" y="85157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8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15" name="Google Shape;115;p23"/>
          <p:cNvSpPr txBox="1"/>
          <p:nvPr>
            <p:ph idx="1" type="subTitle"/>
          </p:nvPr>
        </p:nvSpPr>
        <p:spPr>
          <a:xfrm>
            <a:off x="720000" y="2244750"/>
            <a:ext cx="3780600" cy="11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6" name="Google Shape;116;p23"/>
          <p:cNvSpPr txBox="1"/>
          <p:nvPr/>
        </p:nvSpPr>
        <p:spPr>
          <a:xfrm>
            <a:off x="720000" y="3764350"/>
            <a:ext cx="4497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b="1" sz="1200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3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/>
          <p:nvPr/>
        </p:nvSpPr>
        <p:spPr>
          <a:xfrm>
            <a:off x="506100" y="455700"/>
            <a:ext cx="8131800" cy="4232100"/>
          </a:xfrm>
          <a:prstGeom prst="roundRect">
            <a:avLst>
              <a:gd fmla="val 169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4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/>
          <p:nvPr/>
        </p:nvSpPr>
        <p:spPr>
          <a:xfrm>
            <a:off x="8112243" y="4176212"/>
            <a:ext cx="125252" cy="142130"/>
          </a:xfrm>
          <a:custGeom>
            <a:rect b="b" l="l" r="r" t="t"/>
            <a:pathLst>
              <a:path extrusionOk="0" h="3974" w="3411">
                <a:moveTo>
                  <a:pt x="161" y="2480"/>
                </a:moveTo>
                <a:lnTo>
                  <a:pt x="827" y="2710"/>
                </a:lnTo>
                <a:cubicBezTo>
                  <a:pt x="827" y="3043"/>
                  <a:pt x="816" y="3388"/>
                  <a:pt x="804" y="3732"/>
                </a:cubicBezTo>
                <a:cubicBezTo>
                  <a:pt x="793" y="3847"/>
                  <a:pt x="896" y="3962"/>
                  <a:pt x="1023" y="3962"/>
                </a:cubicBezTo>
                <a:lnTo>
                  <a:pt x="1034" y="3962"/>
                </a:lnTo>
                <a:cubicBezTo>
                  <a:pt x="1057" y="3962"/>
                  <a:pt x="1080" y="3962"/>
                  <a:pt x="1092" y="3950"/>
                </a:cubicBezTo>
                <a:cubicBezTo>
                  <a:pt x="1195" y="3973"/>
                  <a:pt x="1286" y="3939"/>
                  <a:pt x="1344" y="3847"/>
                </a:cubicBezTo>
                <a:lnTo>
                  <a:pt x="1792" y="3043"/>
                </a:lnTo>
                <a:lnTo>
                  <a:pt x="3089" y="3491"/>
                </a:lnTo>
                <a:cubicBezTo>
                  <a:pt x="3192" y="3526"/>
                  <a:pt x="3296" y="3491"/>
                  <a:pt x="3353" y="3399"/>
                </a:cubicBezTo>
                <a:cubicBezTo>
                  <a:pt x="3411" y="3319"/>
                  <a:pt x="3411" y="3204"/>
                  <a:pt x="3342" y="3135"/>
                </a:cubicBezTo>
                <a:cubicBezTo>
                  <a:pt x="3032" y="2733"/>
                  <a:pt x="2710" y="2343"/>
                  <a:pt x="2401" y="1941"/>
                </a:cubicBezTo>
                <a:lnTo>
                  <a:pt x="2848" y="1138"/>
                </a:lnTo>
                <a:cubicBezTo>
                  <a:pt x="2894" y="1057"/>
                  <a:pt x="2883" y="942"/>
                  <a:pt x="2814" y="873"/>
                </a:cubicBezTo>
                <a:cubicBezTo>
                  <a:pt x="2745" y="804"/>
                  <a:pt x="2630" y="781"/>
                  <a:pt x="2549" y="827"/>
                </a:cubicBezTo>
                <a:lnTo>
                  <a:pt x="1837" y="1194"/>
                </a:lnTo>
                <a:cubicBezTo>
                  <a:pt x="1574" y="827"/>
                  <a:pt x="1298" y="472"/>
                  <a:pt x="1046" y="115"/>
                </a:cubicBezTo>
                <a:cubicBezTo>
                  <a:pt x="977" y="23"/>
                  <a:pt x="873" y="0"/>
                  <a:pt x="770" y="35"/>
                </a:cubicBezTo>
                <a:cubicBezTo>
                  <a:pt x="678" y="69"/>
                  <a:pt x="620" y="173"/>
                  <a:pt x="632" y="276"/>
                </a:cubicBezTo>
                <a:cubicBezTo>
                  <a:pt x="701" y="758"/>
                  <a:pt x="758" y="1240"/>
                  <a:pt x="793" y="1723"/>
                </a:cubicBezTo>
                <a:lnTo>
                  <a:pt x="127" y="2067"/>
                </a:lnTo>
                <a:cubicBezTo>
                  <a:pt x="46" y="2102"/>
                  <a:pt x="0" y="2194"/>
                  <a:pt x="12" y="2286"/>
                </a:cubicBezTo>
                <a:cubicBezTo>
                  <a:pt x="12" y="2378"/>
                  <a:pt x="69" y="2446"/>
                  <a:pt x="161" y="2480"/>
                </a:cubicBezTo>
                <a:close/>
                <a:moveTo>
                  <a:pt x="1275" y="3021"/>
                </a:moveTo>
                <a:lnTo>
                  <a:pt x="1275" y="2860"/>
                </a:lnTo>
                <a:lnTo>
                  <a:pt x="1355" y="2894"/>
                </a:lnTo>
                <a:close/>
                <a:moveTo>
                  <a:pt x="2159" y="2366"/>
                </a:moveTo>
                <a:cubicBezTo>
                  <a:pt x="2274" y="2515"/>
                  <a:pt x="2389" y="2664"/>
                  <a:pt x="2503" y="2802"/>
                </a:cubicBezTo>
                <a:lnTo>
                  <a:pt x="2010" y="2641"/>
                </a:lnTo>
                <a:close/>
                <a:moveTo>
                  <a:pt x="1860" y="1975"/>
                </a:moveTo>
                <a:lnTo>
                  <a:pt x="1574" y="2480"/>
                </a:lnTo>
                <a:lnTo>
                  <a:pt x="1275" y="2378"/>
                </a:lnTo>
                <a:cubicBezTo>
                  <a:pt x="1263" y="2251"/>
                  <a:pt x="1263" y="2125"/>
                  <a:pt x="1263" y="1998"/>
                </a:cubicBezTo>
                <a:lnTo>
                  <a:pt x="1700" y="1769"/>
                </a:lnTo>
                <a:cubicBezTo>
                  <a:pt x="1758" y="1837"/>
                  <a:pt x="1815" y="1906"/>
                  <a:pt x="1860" y="1975"/>
                </a:cubicBezTo>
                <a:close/>
                <a:moveTo>
                  <a:pt x="1424" y="1401"/>
                </a:moveTo>
                <a:lnTo>
                  <a:pt x="1229" y="1505"/>
                </a:lnTo>
                <a:cubicBezTo>
                  <a:pt x="1217" y="1367"/>
                  <a:pt x="1206" y="1217"/>
                  <a:pt x="1195" y="1080"/>
                </a:cubicBezTo>
                <a:cubicBezTo>
                  <a:pt x="1263" y="1194"/>
                  <a:pt x="1344" y="1298"/>
                  <a:pt x="1424" y="140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5"/>
          <p:cNvSpPr/>
          <p:nvPr/>
        </p:nvSpPr>
        <p:spPr>
          <a:xfrm>
            <a:off x="566036" y="576878"/>
            <a:ext cx="125252" cy="141021"/>
          </a:xfrm>
          <a:custGeom>
            <a:rect b="b" l="l" r="r" t="t"/>
            <a:pathLst>
              <a:path extrusionOk="0" h="3943" w="3411">
                <a:moveTo>
                  <a:pt x="1195" y="1061"/>
                </a:moveTo>
                <a:lnTo>
                  <a:pt x="1195" y="1061"/>
                </a:lnTo>
                <a:cubicBezTo>
                  <a:pt x="1263" y="1175"/>
                  <a:pt x="1344" y="1279"/>
                  <a:pt x="1424" y="1382"/>
                </a:cubicBezTo>
                <a:lnTo>
                  <a:pt x="1229" y="1486"/>
                </a:lnTo>
                <a:cubicBezTo>
                  <a:pt x="1217" y="1348"/>
                  <a:pt x="1206" y="1198"/>
                  <a:pt x="1195" y="1061"/>
                </a:cubicBezTo>
                <a:close/>
                <a:moveTo>
                  <a:pt x="1700" y="1750"/>
                </a:moveTo>
                <a:cubicBezTo>
                  <a:pt x="1758" y="1818"/>
                  <a:pt x="1815" y="1887"/>
                  <a:pt x="1860" y="1956"/>
                </a:cubicBezTo>
                <a:lnTo>
                  <a:pt x="1574" y="2461"/>
                </a:lnTo>
                <a:lnTo>
                  <a:pt x="1275" y="2359"/>
                </a:lnTo>
                <a:cubicBezTo>
                  <a:pt x="1263" y="2232"/>
                  <a:pt x="1263" y="2106"/>
                  <a:pt x="1263" y="1979"/>
                </a:cubicBezTo>
                <a:lnTo>
                  <a:pt x="1700" y="1750"/>
                </a:lnTo>
                <a:close/>
                <a:moveTo>
                  <a:pt x="2159" y="2347"/>
                </a:moveTo>
                <a:cubicBezTo>
                  <a:pt x="2274" y="2496"/>
                  <a:pt x="2389" y="2645"/>
                  <a:pt x="2503" y="2783"/>
                </a:cubicBezTo>
                <a:lnTo>
                  <a:pt x="2010" y="2622"/>
                </a:lnTo>
                <a:lnTo>
                  <a:pt x="2159" y="2347"/>
                </a:lnTo>
                <a:close/>
                <a:moveTo>
                  <a:pt x="1275" y="2841"/>
                </a:moveTo>
                <a:lnTo>
                  <a:pt x="1355" y="2875"/>
                </a:lnTo>
                <a:lnTo>
                  <a:pt x="1275" y="3002"/>
                </a:lnTo>
                <a:lnTo>
                  <a:pt x="1275" y="2841"/>
                </a:lnTo>
                <a:close/>
                <a:moveTo>
                  <a:pt x="860" y="1"/>
                </a:moveTo>
                <a:cubicBezTo>
                  <a:pt x="831" y="1"/>
                  <a:pt x="800" y="6"/>
                  <a:pt x="770" y="16"/>
                </a:cubicBezTo>
                <a:cubicBezTo>
                  <a:pt x="678" y="50"/>
                  <a:pt x="620" y="154"/>
                  <a:pt x="632" y="257"/>
                </a:cubicBezTo>
                <a:cubicBezTo>
                  <a:pt x="701" y="739"/>
                  <a:pt x="758" y="1221"/>
                  <a:pt x="793" y="1704"/>
                </a:cubicBezTo>
                <a:lnTo>
                  <a:pt x="127" y="2048"/>
                </a:lnTo>
                <a:cubicBezTo>
                  <a:pt x="46" y="2083"/>
                  <a:pt x="0" y="2175"/>
                  <a:pt x="12" y="2267"/>
                </a:cubicBezTo>
                <a:cubicBezTo>
                  <a:pt x="12" y="2359"/>
                  <a:pt x="69" y="2427"/>
                  <a:pt x="161" y="2461"/>
                </a:cubicBezTo>
                <a:lnTo>
                  <a:pt x="827" y="2691"/>
                </a:lnTo>
                <a:cubicBezTo>
                  <a:pt x="827" y="3024"/>
                  <a:pt x="816" y="3369"/>
                  <a:pt x="804" y="3713"/>
                </a:cubicBezTo>
                <a:cubicBezTo>
                  <a:pt x="793" y="3828"/>
                  <a:pt x="896" y="3943"/>
                  <a:pt x="1023" y="3943"/>
                </a:cubicBezTo>
                <a:lnTo>
                  <a:pt x="1034" y="3943"/>
                </a:lnTo>
                <a:cubicBezTo>
                  <a:pt x="1057" y="3943"/>
                  <a:pt x="1080" y="3943"/>
                  <a:pt x="1092" y="3931"/>
                </a:cubicBezTo>
                <a:cubicBezTo>
                  <a:pt x="1112" y="3936"/>
                  <a:pt x="1133" y="3938"/>
                  <a:pt x="1152" y="3938"/>
                </a:cubicBezTo>
                <a:cubicBezTo>
                  <a:pt x="1230" y="3938"/>
                  <a:pt x="1298" y="3902"/>
                  <a:pt x="1344" y="3828"/>
                </a:cubicBezTo>
                <a:lnTo>
                  <a:pt x="1792" y="3024"/>
                </a:lnTo>
                <a:lnTo>
                  <a:pt x="3089" y="3472"/>
                </a:lnTo>
                <a:cubicBezTo>
                  <a:pt x="3116" y="3481"/>
                  <a:pt x="3142" y="3485"/>
                  <a:pt x="3168" y="3485"/>
                </a:cubicBezTo>
                <a:cubicBezTo>
                  <a:pt x="3242" y="3485"/>
                  <a:pt x="3311" y="3448"/>
                  <a:pt x="3353" y="3380"/>
                </a:cubicBezTo>
                <a:cubicBezTo>
                  <a:pt x="3411" y="3300"/>
                  <a:pt x="3411" y="3185"/>
                  <a:pt x="3342" y="3116"/>
                </a:cubicBezTo>
                <a:cubicBezTo>
                  <a:pt x="3032" y="2714"/>
                  <a:pt x="2710" y="2324"/>
                  <a:pt x="2401" y="1922"/>
                </a:cubicBezTo>
                <a:lnTo>
                  <a:pt x="2848" y="1119"/>
                </a:lnTo>
                <a:cubicBezTo>
                  <a:pt x="2894" y="1038"/>
                  <a:pt x="2883" y="923"/>
                  <a:pt x="2814" y="854"/>
                </a:cubicBezTo>
                <a:cubicBezTo>
                  <a:pt x="2769" y="810"/>
                  <a:pt x="2706" y="784"/>
                  <a:pt x="2644" y="784"/>
                </a:cubicBezTo>
                <a:cubicBezTo>
                  <a:pt x="2611" y="784"/>
                  <a:pt x="2578" y="792"/>
                  <a:pt x="2549" y="808"/>
                </a:cubicBezTo>
                <a:lnTo>
                  <a:pt x="1837" y="1175"/>
                </a:lnTo>
                <a:cubicBezTo>
                  <a:pt x="1574" y="808"/>
                  <a:pt x="1298" y="453"/>
                  <a:pt x="1046" y="96"/>
                </a:cubicBezTo>
                <a:cubicBezTo>
                  <a:pt x="997" y="31"/>
                  <a:pt x="931" y="1"/>
                  <a:pt x="8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5"/>
          <p:cNvSpPr/>
          <p:nvPr/>
        </p:nvSpPr>
        <p:spPr>
          <a:xfrm>
            <a:off x="7880688" y="484094"/>
            <a:ext cx="115521" cy="136372"/>
          </a:xfrm>
          <a:custGeom>
            <a:rect b="b" l="l" r="r" t="t"/>
            <a:pathLst>
              <a:path extrusionOk="0" h="3813" w="3146">
                <a:moveTo>
                  <a:pt x="115" y="3605"/>
                </a:moveTo>
                <a:cubicBezTo>
                  <a:pt x="150" y="3640"/>
                  <a:pt x="184" y="3651"/>
                  <a:pt x="219" y="3651"/>
                </a:cubicBezTo>
                <a:cubicBezTo>
                  <a:pt x="230" y="3686"/>
                  <a:pt x="265" y="3697"/>
                  <a:pt x="288" y="3709"/>
                </a:cubicBezTo>
                <a:cubicBezTo>
                  <a:pt x="367" y="3743"/>
                  <a:pt x="459" y="3732"/>
                  <a:pt x="528" y="3686"/>
                </a:cubicBezTo>
                <a:cubicBezTo>
                  <a:pt x="850" y="3422"/>
                  <a:pt x="1183" y="3181"/>
                  <a:pt x="1539" y="2963"/>
                </a:cubicBezTo>
                <a:cubicBezTo>
                  <a:pt x="1711" y="3192"/>
                  <a:pt x="1872" y="3434"/>
                  <a:pt x="2021" y="3674"/>
                </a:cubicBezTo>
                <a:cubicBezTo>
                  <a:pt x="2067" y="3778"/>
                  <a:pt x="2193" y="3812"/>
                  <a:pt x="2285" y="3778"/>
                </a:cubicBezTo>
                <a:cubicBezTo>
                  <a:pt x="2388" y="3732"/>
                  <a:pt x="2457" y="3628"/>
                  <a:pt x="2434" y="3526"/>
                </a:cubicBezTo>
                <a:cubicBezTo>
                  <a:pt x="2377" y="3192"/>
                  <a:pt x="2331" y="2860"/>
                  <a:pt x="2319" y="2526"/>
                </a:cubicBezTo>
                <a:cubicBezTo>
                  <a:pt x="2538" y="2411"/>
                  <a:pt x="2768" y="2309"/>
                  <a:pt x="2997" y="2217"/>
                </a:cubicBezTo>
                <a:cubicBezTo>
                  <a:pt x="3066" y="2182"/>
                  <a:pt x="3112" y="2125"/>
                  <a:pt x="3135" y="2056"/>
                </a:cubicBezTo>
                <a:cubicBezTo>
                  <a:pt x="3146" y="1975"/>
                  <a:pt x="3123" y="1906"/>
                  <a:pt x="3077" y="1849"/>
                </a:cubicBezTo>
                <a:cubicBezTo>
                  <a:pt x="2870" y="1631"/>
                  <a:pt x="2572" y="1585"/>
                  <a:pt x="2308" y="1574"/>
                </a:cubicBezTo>
                <a:cubicBezTo>
                  <a:pt x="2331" y="1137"/>
                  <a:pt x="2388" y="712"/>
                  <a:pt x="2469" y="299"/>
                </a:cubicBezTo>
                <a:cubicBezTo>
                  <a:pt x="2492" y="184"/>
                  <a:pt x="2423" y="69"/>
                  <a:pt x="2319" y="35"/>
                </a:cubicBezTo>
                <a:cubicBezTo>
                  <a:pt x="2205" y="0"/>
                  <a:pt x="2090" y="46"/>
                  <a:pt x="2044" y="150"/>
                </a:cubicBezTo>
                <a:cubicBezTo>
                  <a:pt x="1826" y="609"/>
                  <a:pt x="1596" y="1046"/>
                  <a:pt x="1332" y="1482"/>
                </a:cubicBezTo>
                <a:cubicBezTo>
                  <a:pt x="1091" y="1436"/>
                  <a:pt x="850" y="1367"/>
                  <a:pt x="620" y="1286"/>
                </a:cubicBezTo>
                <a:cubicBezTo>
                  <a:pt x="517" y="1240"/>
                  <a:pt x="413" y="1286"/>
                  <a:pt x="356" y="1378"/>
                </a:cubicBezTo>
                <a:cubicBezTo>
                  <a:pt x="299" y="1470"/>
                  <a:pt x="311" y="1585"/>
                  <a:pt x="390" y="1666"/>
                </a:cubicBezTo>
                <a:cubicBezTo>
                  <a:pt x="563" y="1826"/>
                  <a:pt x="735" y="1998"/>
                  <a:pt x="896" y="2182"/>
                </a:cubicBezTo>
                <a:cubicBezTo>
                  <a:pt x="643" y="2561"/>
                  <a:pt x="367" y="2929"/>
                  <a:pt x="81" y="3296"/>
                </a:cubicBezTo>
                <a:cubicBezTo>
                  <a:pt x="0" y="3388"/>
                  <a:pt x="23" y="3537"/>
                  <a:pt x="115" y="3605"/>
                </a:cubicBezTo>
                <a:close/>
                <a:moveTo>
                  <a:pt x="2308" y="2021"/>
                </a:moveTo>
                <a:cubicBezTo>
                  <a:pt x="2308" y="2021"/>
                  <a:pt x="2308" y="2033"/>
                  <a:pt x="2296" y="2033"/>
                </a:cubicBezTo>
                <a:lnTo>
                  <a:pt x="2296" y="2021"/>
                </a:lnTo>
                <a:close/>
                <a:moveTo>
                  <a:pt x="1860" y="1482"/>
                </a:moveTo>
                <a:lnTo>
                  <a:pt x="1860" y="1551"/>
                </a:lnTo>
                <a:lnTo>
                  <a:pt x="1826" y="1551"/>
                </a:lnTo>
                <a:close/>
                <a:moveTo>
                  <a:pt x="1562" y="1975"/>
                </a:moveTo>
                <a:cubicBezTo>
                  <a:pt x="1653" y="1987"/>
                  <a:pt x="1757" y="1998"/>
                  <a:pt x="1849" y="2010"/>
                </a:cubicBezTo>
                <a:lnTo>
                  <a:pt x="1849" y="2263"/>
                </a:lnTo>
                <a:cubicBezTo>
                  <a:pt x="1780" y="2297"/>
                  <a:pt x="1722" y="2331"/>
                  <a:pt x="1653" y="2365"/>
                </a:cubicBezTo>
                <a:cubicBezTo>
                  <a:pt x="1596" y="2297"/>
                  <a:pt x="1528" y="2217"/>
                  <a:pt x="1459" y="2136"/>
                </a:cubicBezTo>
                <a:cubicBezTo>
                  <a:pt x="1493" y="2079"/>
                  <a:pt x="1528" y="2033"/>
                  <a:pt x="1562" y="1975"/>
                </a:cubicBezTo>
                <a:close/>
                <a:moveTo>
                  <a:pt x="1206" y="2538"/>
                </a:moveTo>
                <a:cubicBezTo>
                  <a:pt x="1217" y="2561"/>
                  <a:pt x="1240" y="2584"/>
                  <a:pt x="1263" y="2607"/>
                </a:cubicBezTo>
                <a:cubicBezTo>
                  <a:pt x="1194" y="2641"/>
                  <a:pt x="1137" y="2687"/>
                  <a:pt x="1068" y="2722"/>
                </a:cubicBezTo>
                <a:cubicBezTo>
                  <a:pt x="1114" y="2664"/>
                  <a:pt x="1160" y="2595"/>
                  <a:pt x="1206" y="253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5"/>
          <p:cNvSpPr/>
          <p:nvPr/>
        </p:nvSpPr>
        <p:spPr>
          <a:xfrm>
            <a:off x="691299" y="4318340"/>
            <a:ext cx="125252" cy="141021"/>
          </a:xfrm>
          <a:custGeom>
            <a:rect b="b" l="l" r="r" t="t"/>
            <a:pathLst>
              <a:path extrusionOk="0" h="3943" w="3411">
                <a:moveTo>
                  <a:pt x="1195" y="1061"/>
                </a:moveTo>
                <a:lnTo>
                  <a:pt x="1195" y="1061"/>
                </a:lnTo>
                <a:cubicBezTo>
                  <a:pt x="1263" y="1175"/>
                  <a:pt x="1344" y="1279"/>
                  <a:pt x="1424" y="1382"/>
                </a:cubicBezTo>
                <a:lnTo>
                  <a:pt x="1229" y="1486"/>
                </a:lnTo>
                <a:cubicBezTo>
                  <a:pt x="1217" y="1348"/>
                  <a:pt x="1206" y="1198"/>
                  <a:pt x="1195" y="1061"/>
                </a:cubicBezTo>
                <a:close/>
                <a:moveTo>
                  <a:pt x="1700" y="1750"/>
                </a:moveTo>
                <a:cubicBezTo>
                  <a:pt x="1758" y="1818"/>
                  <a:pt x="1815" y="1887"/>
                  <a:pt x="1860" y="1956"/>
                </a:cubicBezTo>
                <a:lnTo>
                  <a:pt x="1574" y="2461"/>
                </a:lnTo>
                <a:lnTo>
                  <a:pt x="1275" y="2359"/>
                </a:lnTo>
                <a:cubicBezTo>
                  <a:pt x="1263" y="2232"/>
                  <a:pt x="1263" y="2106"/>
                  <a:pt x="1263" y="1979"/>
                </a:cubicBezTo>
                <a:lnTo>
                  <a:pt x="1700" y="1750"/>
                </a:lnTo>
                <a:close/>
                <a:moveTo>
                  <a:pt x="2159" y="2347"/>
                </a:moveTo>
                <a:cubicBezTo>
                  <a:pt x="2274" y="2496"/>
                  <a:pt x="2389" y="2645"/>
                  <a:pt x="2503" y="2783"/>
                </a:cubicBezTo>
                <a:lnTo>
                  <a:pt x="2010" y="2622"/>
                </a:lnTo>
                <a:lnTo>
                  <a:pt x="2159" y="2347"/>
                </a:lnTo>
                <a:close/>
                <a:moveTo>
                  <a:pt x="1275" y="2841"/>
                </a:moveTo>
                <a:lnTo>
                  <a:pt x="1355" y="2875"/>
                </a:lnTo>
                <a:lnTo>
                  <a:pt x="1275" y="3002"/>
                </a:lnTo>
                <a:lnTo>
                  <a:pt x="1275" y="2841"/>
                </a:lnTo>
                <a:close/>
                <a:moveTo>
                  <a:pt x="860" y="1"/>
                </a:moveTo>
                <a:cubicBezTo>
                  <a:pt x="831" y="1"/>
                  <a:pt x="800" y="6"/>
                  <a:pt x="770" y="16"/>
                </a:cubicBezTo>
                <a:cubicBezTo>
                  <a:pt x="678" y="50"/>
                  <a:pt x="620" y="154"/>
                  <a:pt x="632" y="257"/>
                </a:cubicBezTo>
                <a:cubicBezTo>
                  <a:pt x="701" y="739"/>
                  <a:pt x="758" y="1221"/>
                  <a:pt x="793" y="1704"/>
                </a:cubicBezTo>
                <a:lnTo>
                  <a:pt x="127" y="2048"/>
                </a:lnTo>
                <a:cubicBezTo>
                  <a:pt x="46" y="2083"/>
                  <a:pt x="0" y="2175"/>
                  <a:pt x="12" y="2267"/>
                </a:cubicBezTo>
                <a:cubicBezTo>
                  <a:pt x="12" y="2359"/>
                  <a:pt x="69" y="2427"/>
                  <a:pt x="161" y="2461"/>
                </a:cubicBezTo>
                <a:lnTo>
                  <a:pt x="827" y="2691"/>
                </a:lnTo>
                <a:cubicBezTo>
                  <a:pt x="827" y="3024"/>
                  <a:pt x="816" y="3369"/>
                  <a:pt x="804" y="3713"/>
                </a:cubicBezTo>
                <a:cubicBezTo>
                  <a:pt x="793" y="3828"/>
                  <a:pt x="896" y="3943"/>
                  <a:pt x="1023" y="3943"/>
                </a:cubicBezTo>
                <a:lnTo>
                  <a:pt x="1034" y="3943"/>
                </a:lnTo>
                <a:cubicBezTo>
                  <a:pt x="1057" y="3943"/>
                  <a:pt x="1080" y="3943"/>
                  <a:pt x="1092" y="3931"/>
                </a:cubicBezTo>
                <a:cubicBezTo>
                  <a:pt x="1112" y="3936"/>
                  <a:pt x="1133" y="3938"/>
                  <a:pt x="1152" y="3938"/>
                </a:cubicBezTo>
                <a:cubicBezTo>
                  <a:pt x="1230" y="3938"/>
                  <a:pt x="1298" y="3902"/>
                  <a:pt x="1344" y="3828"/>
                </a:cubicBezTo>
                <a:lnTo>
                  <a:pt x="1792" y="3024"/>
                </a:lnTo>
                <a:lnTo>
                  <a:pt x="3089" y="3472"/>
                </a:lnTo>
                <a:cubicBezTo>
                  <a:pt x="3116" y="3481"/>
                  <a:pt x="3142" y="3485"/>
                  <a:pt x="3168" y="3485"/>
                </a:cubicBezTo>
                <a:cubicBezTo>
                  <a:pt x="3242" y="3485"/>
                  <a:pt x="3311" y="3448"/>
                  <a:pt x="3353" y="3380"/>
                </a:cubicBezTo>
                <a:cubicBezTo>
                  <a:pt x="3411" y="3300"/>
                  <a:pt x="3411" y="3185"/>
                  <a:pt x="3342" y="3116"/>
                </a:cubicBezTo>
                <a:cubicBezTo>
                  <a:pt x="3032" y="2714"/>
                  <a:pt x="2710" y="2324"/>
                  <a:pt x="2401" y="1922"/>
                </a:cubicBezTo>
                <a:lnTo>
                  <a:pt x="2848" y="1119"/>
                </a:lnTo>
                <a:cubicBezTo>
                  <a:pt x="2894" y="1038"/>
                  <a:pt x="2883" y="923"/>
                  <a:pt x="2814" y="854"/>
                </a:cubicBezTo>
                <a:cubicBezTo>
                  <a:pt x="2769" y="810"/>
                  <a:pt x="2706" y="784"/>
                  <a:pt x="2644" y="784"/>
                </a:cubicBezTo>
                <a:cubicBezTo>
                  <a:pt x="2611" y="784"/>
                  <a:pt x="2578" y="792"/>
                  <a:pt x="2549" y="808"/>
                </a:cubicBezTo>
                <a:lnTo>
                  <a:pt x="1837" y="1175"/>
                </a:lnTo>
                <a:cubicBezTo>
                  <a:pt x="1574" y="808"/>
                  <a:pt x="1298" y="453"/>
                  <a:pt x="1046" y="96"/>
                </a:cubicBezTo>
                <a:cubicBezTo>
                  <a:pt x="997" y="31"/>
                  <a:pt x="931" y="1"/>
                  <a:pt x="8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5"/>
          <p:cNvSpPr/>
          <p:nvPr/>
        </p:nvSpPr>
        <p:spPr>
          <a:xfrm>
            <a:off x="8033097" y="636498"/>
            <a:ext cx="79153" cy="93457"/>
          </a:xfrm>
          <a:custGeom>
            <a:rect b="b" l="l" r="r" t="t"/>
            <a:pathLst>
              <a:path extrusionOk="0" h="3813" w="3146">
                <a:moveTo>
                  <a:pt x="115" y="3605"/>
                </a:moveTo>
                <a:cubicBezTo>
                  <a:pt x="150" y="3640"/>
                  <a:pt x="184" y="3651"/>
                  <a:pt x="219" y="3651"/>
                </a:cubicBezTo>
                <a:cubicBezTo>
                  <a:pt x="230" y="3686"/>
                  <a:pt x="265" y="3697"/>
                  <a:pt x="288" y="3709"/>
                </a:cubicBezTo>
                <a:cubicBezTo>
                  <a:pt x="367" y="3743"/>
                  <a:pt x="459" y="3732"/>
                  <a:pt x="528" y="3686"/>
                </a:cubicBezTo>
                <a:cubicBezTo>
                  <a:pt x="850" y="3422"/>
                  <a:pt x="1183" y="3181"/>
                  <a:pt x="1539" y="2963"/>
                </a:cubicBezTo>
                <a:cubicBezTo>
                  <a:pt x="1711" y="3192"/>
                  <a:pt x="1872" y="3434"/>
                  <a:pt x="2021" y="3674"/>
                </a:cubicBezTo>
                <a:cubicBezTo>
                  <a:pt x="2067" y="3778"/>
                  <a:pt x="2193" y="3812"/>
                  <a:pt x="2285" y="3778"/>
                </a:cubicBezTo>
                <a:cubicBezTo>
                  <a:pt x="2388" y="3732"/>
                  <a:pt x="2457" y="3628"/>
                  <a:pt x="2434" y="3526"/>
                </a:cubicBezTo>
                <a:cubicBezTo>
                  <a:pt x="2377" y="3192"/>
                  <a:pt x="2331" y="2860"/>
                  <a:pt x="2319" y="2526"/>
                </a:cubicBezTo>
                <a:cubicBezTo>
                  <a:pt x="2538" y="2411"/>
                  <a:pt x="2768" y="2309"/>
                  <a:pt x="2997" y="2217"/>
                </a:cubicBezTo>
                <a:cubicBezTo>
                  <a:pt x="3066" y="2182"/>
                  <a:pt x="3112" y="2125"/>
                  <a:pt x="3135" y="2056"/>
                </a:cubicBezTo>
                <a:cubicBezTo>
                  <a:pt x="3146" y="1975"/>
                  <a:pt x="3123" y="1906"/>
                  <a:pt x="3077" y="1849"/>
                </a:cubicBezTo>
                <a:cubicBezTo>
                  <a:pt x="2870" y="1631"/>
                  <a:pt x="2572" y="1585"/>
                  <a:pt x="2308" y="1574"/>
                </a:cubicBezTo>
                <a:cubicBezTo>
                  <a:pt x="2331" y="1137"/>
                  <a:pt x="2388" y="712"/>
                  <a:pt x="2469" y="299"/>
                </a:cubicBezTo>
                <a:cubicBezTo>
                  <a:pt x="2492" y="184"/>
                  <a:pt x="2423" y="69"/>
                  <a:pt x="2319" y="35"/>
                </a:cubicBezTo>
                <a:cubicBezTo>
                  <a:pt x="2205" y="0"/>
                  <a:pt x="2090" y="46"/>
                  <a:pt x="2044" y="150"/>
                </a:cubicBezTo>
                <a:cubicBezTo>
                  <a:pt x="1826" y="609"/>
                  <a:pt x="1596" y="1046"/>
                  <a:pt x="1332" y="1482"/>
                </a:cubicBezTo>
                <a:cubicBezTo>
                  <a:pt x="1091" y="1436"/>
                  <a:pt x="850" y="1367"/>
                  <a:pt x="620" y="1286"/>
                </a:cubicBezTo>
                <a:cubicBezTo>
                  <a:pt x="517" y="1240"/>
                  <a:pt x="413" y="1286"/>
                  <a:pt x="356" y="1378"/>
                </a:cubicBezTo>
                <a:cubicBezTo>
                  <a:pt x="299" y="1470"/>
                  <a:pt x="311" y="1585"/>
                  <a:pt x="390" y="1666"/>
                </a:cubicBezTo>
                <a:cubicBezTo>
                  <a:pt x="563" y="1826"/>
                  <a:pt x="735" y="1998"/>
                  <a:pt x="896" y="2182"/>
                </a:cubicBezTo>
                <a:cubicBezTo>
                  <a:pt x="643" y="2561"/>
                  <a:pt x="367" y="2929"/>
                  <a:pt x="81" y="3296"/>
                </a:cubicBezTo>
                <a:cubicBezTo>
                  <a:pt x="0" y="3388"/>
                  <a:pt x="23" y="3537"/>
                  <a:pt x="115" y="3605"/>
                </a:cubicBezTo>
                <a:close/>
                <a:moveTo>
                  <a:pt x="2308" y="2021"/>
                </a:moveTo>
                <a:cubicBezTo>
                  <a:pt x="2308" y="2021"/>
                  <a:pt x="2308" y="2033"/>
                  <a:pt x="2296" y="2033"/>
                </a:cubicBezTo>
                <a:lnTo>
                  <a:pt x="2296" y="2021"/>
                </a:lnTo>
                <a:close/>
                <a:moveTo>
                  <a:pt x="1860" y="1482"/>
                </a:moveTo>
                <a:lnTo>
                  <a:pt x="1860" y="1551"/>
                </a:lnTo>
                <a:lnTo>
                  <a:pt x="1826" y="1551"/>
                </a:lnTo>
                <a:close/>
                <a:moveTo>
                  <a:pt x="1562" y="1975"/>
                </a:moveTo>
                <a:cubicBezTo>
                  <a:pt x="1653" y="1987"/>
                  <a:pt x="1757" y="1998"/>
                  <a:pt x="1849" y="2010"/>
                </a:cubicBezTo>
                <a:lnTo>
                  <a:pt x="1849" y="2263"/>
                </a:lnTo>
                <a:cubicBezTo>
                  <a:pt x="1780" y="2297"/>
                  <a:pt x="1722" y="2331"/>
                  <a:pt x="1653" y="2365"/>
                </a:cubicBezTo>
                <a:cubicBezTo>
                  <a:pt x="1596" y="2297"/>
                  <a:pt x="1528" y="2217"/>
                  <a:pt x="1459" y="2136"/>
                </a:cubicBezTo>
                <a:cubicBezTo>
                  <a:pt x="1493" y="2079"/>
                  <a:pt x="1528" y="2033"/>
                  <a:pt x="1562" y="1975"/>
                </a:cubicBezTo>
                <a:close/>
                <a:moveTo>
                  <a:pt x="1206" y="2538"/>
                </a:moveTo>
                <a:cubicBezTo>
                  <a:pt x="1217" y="2561"/>
                  <a:pt x="1240" y="2584"/>
                  <a:pt x="1263" y="2607"/>
                </a:cubicBezTo>
                <a:cubicBezTo>
                  <a:pt x="1194" y="2641"/>
                  <a:pt x="1137" y="2687"/>
                  <a:pt x="1068" y="2722"/>
                </a:cubicBezTo>
                <a:cubicBezTo>
                  <a:pt x="1114" y="2664"/>
                  <a:pt x="1160" y="2595"/>
                  <a:pt x="1206" y="253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  <a:effectLst>
            <a:outerShdw rotWithShape="0" algn="bl" dir="2640000" dist="28575">
              <a:schemeClr val="dk1"/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ondrina Solid"/>
              <a:buNone/>
              <a:defRPr sz="3000">
                <a:solidFill>
                  <a:schemeClr val="lt2"/>
                </a:solidFill>
                <a:latin typeface="Londrina Solid"/>
                <a:ea typeface="Londrina Solid"/>
                <a:cs typeface="Londrina Solid"/>
                <a:sym typeface="Londrina Soli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EAEld10tJ5o" TargetMode="External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 title="Gemini_Generated_Image_eu102peu102peu10.png"/>
          <p:cNvPicPr preferRelativeResize="0"/>
          <p:nvPr/>
        </p:nvPicPr>
        <p:blipFill rotWithShape="1">
          <a:blip r:embed="rId3">
            <a:alphaModFix/>
          </a:blip>
          <a:srcRect b="0" l="10141" r="14625" t="0"/>
          <a:stretch/>
        </p:blipFill>
        <p:spPr>
          <a:xfrm rot="-13">
            <a:off x="5673671" y="1251092"/>
            <a:ext cx="2744115" cy="27373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30" name="Google Shape;130;p26"/>
          <p:cNvSpPr/>
          <p:nvPr/>
        </p:nvSpPr>
        <p:spPr>
          <a:xfrm>
            <a:off x="8375318" y="4555337"/>
            <a:ext cx="125252" cy="142130"/>
          </a:xfrm>
          <a:custGeom>
            <a:rect b="b" l="l" r="r" t="t"/>
            <a:pathLst>
              <a:path extrusionOk="0" h="3974" w="3411">
                <a:moveTo>
                  <a:pt x="161" y="2480"/>
                </a:moveTo>
                <a:lnTo>
                  <a:pt x="827" y="2710"/>
                </a:lnTo>
                <a:cubicBezTo>
                  <a:pt x="827" y="3043"/>
                  <a:pt x="816" y="3388"/>
                  <a:pt x="804" y="3732"/>
                </a:cubicBezTo>
                <a:cubicBezTo>
                  <a:pt x="793" y="3847"/>
                  <a:pt x="896" y="3962"/>
                  <a:pt x="1023" y="3962"/>
                </a:cubicBezTo>
                <a:lnTo>
                  <a:pt x="1034" y="3962"/>
                </a:lnTo>
                <a:cubicBezTo>
                  <a:pt x="1057" y="3962"/>
                  <a:pt x="1080" y="3962"/>
                  <a:pt x="1092" y="3950"/>
                </a:cubicBezTo>
                <a:cubicBezTo>
                  <a:pt x="1195" y="3973"/>
                  <a:pt x="1286" y="3939"/>
                  <a:pt x="1344" y="3847"/>
                </a:cubicBezTo>
                <a:lnTo>
                  <a:pt x="1792" y="3043"/>
                </a:lnTo>
                <a:lnTo>
                  <a:pt x="3089" y="3491"/>
                </a:lnTo>
                <a:cubicBezTo>
                  <a:pt x="3192" y="3526"/>
                  <a:pt x="3296" y="3491"/>
                  <a:pt x="3353" y="3399"/>
                </a:cubicBezTo>
                <a:cubicBezTo>
                  <a:pt x="3411" y="3319"/>
                  <a:pt x="3411" y="3204"/>
                  <a:pt x="3342" y="3135"/>
                </a:cubicBezTo>
                <a:cubicBezTo>
                  <a:pt x="3032" y="2733"/>
                  <a:pt x="2710" y="2343"/>
                  <a:pt x="2401" y="1941"/>
                </a:cubicBezTo>
                <a:lnTo>
                  <a:pt x="2848" y="1138"/>
                </a:lnTo>
                <a:cubicBezTo>
                  <a:pt x="2894" y="1057"/>
                  <a:pt x="2883" y="942"/>
                  <a:pt x="2814" y="873"/>
                </a:cubicBezTo>
                <a:cubicBezTo>
                  <a:pt x="2745" y="804"/>
                  <a:pt x="2630" y="781"/>
                  <a:pt x="2549" y="827"/>
                </a:cubicBezTo>
                <a:lnTo>
                  <a:pt x="1837" y="1194"/>
                </a:lnTo>
                <a:cubicBezTo>
                  <a:pt x="1574" y="827"/>
                  <a:pt x="1298" y="472"/>
                  <a:pt x="1046" y="115"/>
                </a:cubicBezTo>
                <a:cubicBezTo>
                  <a:pt x="977" y="23"/>
                  <a:pt x="873" y="0"/>
                  <a:pt x="770" y="35"/>
                </a:cubicBezTo>
                <a:cubicBezTo>
                  <a:pt x="678" y="69"/>
                  <a:pt x="620" y="173"/>
                  <a:pt x="632" y="276"/>
                </a:cubicBezTo>
                <a:cubicBezTo>
                  <a:pt x="701" y="758"/>
                  <a:pt x="758" y="1240"/>
                  <a:pt x="793" y="1723"/>
                </a:cubicBezTo>
                <a:lnTo>
                  <a:pt x="127" y="2067"/>
                </a:lnTo>
                <a:cubicBezTo>
                  <a:pt x="46" y="2102"/>
                  <a:pt x="0" y="2194"/>
                  <a:pt x="12" y="2286"/>
                </a:cubicBezTo>
                <a:cubicBezTo>
                  <a:pt x="12" y="2378"/>
                  <a:pt x="69" y="2446"/>
                  <a:pt x="161" y="2480"/>
                </a:cubicBezTo>
                <a:close/>
                <a:moveTo>
                  <a:pt x="1275" y="3021"/>
                </a:moveTo>
                <a:lnTo>
                  <a:pt x="1275" y="2860"/>
                </a:lnTo>
                <a:lnTo>
                  <a:pt x="1355" y="2894"/>
                </a:lnTo>
                <a:close/>
                <a:moveTo>
                  <a:pt x="2159" y="2366"/>
                </a:moveTo>
                <a:cubicBezTo>
                  <a:pt x="2274" y="2515"/>
                  <a:pt x="2389" y="2664"/>
                  <a:pt x="2503" y="2802"/>
                </a:cubicBezTo>
                <a:lnTo>
                  <a:pt x="2010" y="2641"/>
                </a:lnTo>
                <a:close/>
                <a:moveTo>
                  <a:pt x="1860" y="1975"/>
                </a:moveTo>
                <a:lnTo>
                  <a:pt x="1574" y="2480"/>
                </a:lnTo>
                <a:lnTo>
                  <a:pt x="1275" y="2378"/>
                </a:lnTo>
                <a:cubicBezTo>
                  <a:pt x="1263" y="2251"/>
                  <a:pt x="1263" y="2125"/>
                  <a:pt x="1263" y="1998"/>
                </a:cubicBezTo>
                <a:lnTo>
                  <a:pt x="1700" y="1769"/>
                </a:lnTo>
                <a:cubicBezTo>
                  <a:pt x="1758" y="1837"/>
                  <a:pt x="1815" y="1906"/>
                  <a:pt x="1860" y="1975"/>
                </a:cubicBezTo>
                <a:close/>
                <a:moveTo>
                  <a:pt x="1424" y="1401"/>
                </a:moveTo>
                <a:lnTo>
                  <a:pt x="1229" y="1505"/>
                </a:lnTo>
                <a:cubicBezTo>
                  <a:pt x="1217" y="1367"/>
                  <a:pt x="1206" y="1217"/>
                  <a:pt x="1195" y="1080"/>
                </a:cubicBezTo>
                <a:cubicBezTo>
                  <a:pt x="1263" y="1194"/>
                  <a:pt x="1344" y="1298"/>
                  <a:pt x="1424" y="140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6"/>
          <p:cNvSpPr/>
          <p:nvPr/>
        </p:nvSpPr>
        <p:spPr>
          <a:xfrm>
            <a:off x="532111" y="303753"/>
            <a:ext cx="125252" cy="141021"/>
          </a:xfrm>
          <a:custGeom>
            <a:rect b="b" l="l" r="r" t="t"/>
            <a:pathLst>
              <a:path extrusionOk="0" h="3943" w="3411">
                <a:moveTo>
                  <a:pt x="1195" y="1061"/>
                </a:moveTo>
                <a:lnTo>
                  <a:pt x="1195" y="1061"/>
                </a:lnTo>
                <a:cubicBezTo>
                  <a:pt x="1263" y="1175"/>
                  <a:pt x="1344" y="1279"/>
                  <a:pt x="1424" y="1382"/>
                </a:cubicBezTo>
                <a:lnTo>
                  <a:pt x="1229" y="1486"/>
                </a:lnTo>
                <a:cubicBezTo>
                  <a:pt x="1217" y="1348"/>
                  <a:pt x="1206" y="1198"/>
                  <a:pt x="1195" y="1061"/>
                </a:cubicBezTo>
                <a:close/>
                <a:moveTo>
                  <a:pt x="1700" y="1750"/>
                </a:moveTo>
                <a:cubicBezTo>
                  <a:pt x="1758" y="1818"/>
                  <a:pt x="1815" y="1887"/>
                  <a:pt x="1860" y="1956"/>
                </a:cubicBezTo>
                <a:lnTo>
                  <a:pt x="1574" y="2461"/>
                </a:lnTo>
                <a:lnTo>
                  <a:pt x="1275" y="2359"/>
                </a:lnTo>
                <a:cubicBezTo>
                  <a:pt x="1263" y="2232"/>
                  <a:pt x="1263" y="2106"/>
                  <a:pt x="1263" y="1979"/>
                </a:cubicBezTo>
                <a:lnTo>
                  <a:pt x="1700" y="1750"/>
                </a:lnTo>
                <a:close/>
                <a:moveTo>
                  <a:pt x="2159" y="2347"/>
                </a:moveTo>
                <a:cubicBezTo>
                  <a:pt x="2274" y="2496"/>
                  <a:pt x="2389" y="2645"/>
                  <a:pt x="2503" y="2783"/>
                </a:cubicBezTo>
                <a:lnTo>
                  <a:pt x="2010" y="2622"/>
                </a:lnTo>
                <a:lnTo>
                  <a:pt x="2159" y="2347"/>
                </a:lnTo>
                <a:close/>
                <a:moveTo>
                  <a:pt x="1275" y="2841"/>
                </a:moveTo>
                <a:lnTo>
                  <a:pt x="1355" y="2875"/>
                </a:lnTo>
                <a:lnTo>
                  <a:pt x="1275" y="3002"/>
                </a:lnTo>
                <a:lnTo>
                  <a:pt x="1275" y="2841"/>
                </a:lnTo>
                <a:close/>
                <a:moveTo>
                  <a:pt x="860" y="1"/>
                </a:moveTo>
                <a:cubicBezTo>
                  <a:pt x="831" y="1"/>
                  <a:pt x="800" y="6"/>
                  <a:pt x="770" y="16"/>
                </a:cubicBezTo>
                <a:cubicBezTo>
                  <a:pt x="678" y="50"/>
                  <a:pt x="620" y="154"/>
                  <a:pt x="632" y="257"/>
                </a:cubicBezTo>
                <a:cubicBezTo>
                  <a:pt x="701" y="739"/>
                  <a:pt x="758" y="1221"/>
                  <a:pt x="793" y="1704"/>
                </a:cubicBezTo>
                <a:lnTo>
                  <a:pt x="127" y="2048"/>
                </a:lnTo>
                <a:cubicBezTo>
                  <a:pt x="46" y="2083"/>
                  <a:pt x="0" y="2175"/>
                  <a:pt x="12" y="2267"/>
                </a:cubicBezTo>
                <a:cubicBezTo>
                  <a:pt x="12" y="2359"/>
                  <a:pt x="69" y="2427"/>
                  <a:pt x="161" y="2461"/>
                </a:cubicBezTo>
                <a:lnTo>
                  <a:pt x="827" y="2691"/>
                </a:lnTo>
                <a:cubicBezTo>
                  <a:pt x="827" y="3024"/>
                  <a:pt x="816" y="3369"/>
                  <a:pt x="804" y="3713"/>
                </a:cubicBezTo>
                <a:cubicBezTo>
                  <a:pt x="793" y="3828"/>
                  <a:pt x="896" y="3943"/>
                  <a:pt x="1023" y="3943"/>
                </a:cubicBezTo>
                <a:lnTo>
                  <a:pt x="1034" y="3943"/>
                </a:lnTo>
                <a:cubicBezTo>
                  <a:pt x="1057" y="3943"/>
                  <a:pt x="1080" y="3943"/>
                  <a:pt x="1092" y="3931"/>
                </a:cubicBezTo>
                <a:cubicBezTo>
                  <a:pt x="1112" y="3936"/>
                  <a:pt x="1133" y="3938"/>
                  <a:pt x="1152" y="3938"/>
                </a:cubicBezTo>
                <a:cubicBezTo>
                  <a:pt x="1230" y="3938"/>
                  <a:pt x="1298" y="3902"/>
                  <a:pt x="1344" y="3828"/>
                </a:cubicBezTo>
                <a:lnTo>
                  <a:pt x="1792" y="3024"/>
                </a:lnTo>
                <a:lnTo>
                  <a:pt x="3089" y="3472"/>
                </a:lnTo>
                <a:cubicBezTo>
                  <a:pt x="3116" y="3481"/>
                  <a:pt x="3142" y="3485"/>
                  <a:pt x="3168" y="3485"/>
                </a:cubicBezTo>
                <a:cubicBezTo>
                  <a:pt x="3242" y="3485"/>
                  <a:pt x="3311" y="3448"/>
                  <a:pt x="3353" y="3380"/>
                </a:cubicBezTo>
                <a:cubicBezTo>
                  <a:pt x="3411" y="3300"/>
                  <a:pt x="3411" y="3185"/>
                  <a:pt x="3342" y="3116"/>
                </a:cubicBezTo>
                <a:cubicBezTo>
                  <a:pt x="3032" y="2714"/>
                  <a:pt x="2710" y="2324"/>
                  <a:pt x="2401" y="1922"/>
                </a:cubicBezTo>
                <a:lnTo>
                  <a:pt x="2848" y="1119"/>
                </a:lnTo>
                <a:cubicBezTo>
                  <a:pt x="2894" y="1038"/>
                  <a:pt x="2883" y="923"/>
                  <a:pt x="2814" y="854"/>
                </a:cubicBezTo>
                <a:cubicBezTo>
                  <a:pt x="2769" y="810"/>
                  <a:pt x="2706" y="784"/>
                  <a:pt x="2644" y="784"/>
                </a:cubicBezTo>
                <a:cubicBezTo>
                  <a:pt x="2611" y="784"/>
                  <a:pt x="2578" y="792"/>
                  <a:pt x="2549" y="808"/>
                </a:cubicBezTo>
                <a:lnTo>
                  <a:pt x="1837" y="1175"/>
                </a:lnTo>
                <a:cubicBezTo>
                  <a:pt x="1574" y="808"/>
                  <a:pt x="1298" y="453"/>
                  <a:pt x="1046" y="96"/>
                </a:cubicBezTo>
                <a:cubicBezTo>
                  <a:pt x="997" y="31"/>
                  <a:pt x="931" y="1"/>
                  <a:pt x="8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6"/>
          <p:cNvSpPr/>
          <p:nvPr/>
        </p:nvSpPr>
        <p:spPr>
          <a:xfrm>
            <a:off x="8380188" y="306069"/>
            <a:ext cx="115521" cy="136372"/>
          </a:xfrm>
          <a:custGeom>
            <a:rect b="b" l="l" r="r" t="t"/>
            <a:pathLst>
              <a:path extrusionOk="0" h="3813" w="3146">
                <a:moveTo>
                  <a:pt x="115" y="3605"/>
                </a:moveTo>
                <a:cubicBezTo>
                  <a:pt x="150" y="3640"/>
                  <a:pt x="184" y="3651"/>
                  <a:pt x="219" y="3651"/>
                </a:cubicBezTo>
                <a:cubicBezTo>
                  <a:pt x="230" y="3686"/>
                  <a:pt x="265" y="3697"/>
                  <a:pt x="288" y="3709"/>
                </a:cubicBezTo>
                <a:cubicBezTo>
                  <a:pt x="367" y="3743"/>
                  <a:pt x="459" y="3732"/>
                  <a:pt x="528" y="3686"/>
                </a:cubicBezTo>
                <a:cubicBezTo>
                  <a:pt x="850" y="3422"/>
                  <a:pt x="1183" y="3181"/>
                  <a:pt x="1539" y="2963"/>
                </a:cubicBezTo>
                <a:cubicBezTo>
                  <a:pt x="1711" y="3192"/>
                  <a:pt x="1872" y="3434"/>
                  <a:pt x="2021" y="3674"/>
                </a:cubicBezTo>
                <a:cubicBezTo>
                  <a:pt x="2067" y="3778"/>
                  <a:pt x="2193" y="3812"/>
                  <a:pt x="2285" y="3778"/>
                </a:cubicBezTo>
                <a:cubicBezTo>
                  <a:pt x="2388" y="3732"/>
                  <a:pt x="2457" y="3628"/>
                  <a:pt x="2434" y="3526"/>
                </a:cubicBezTo>
                <a:cubicBezTo>
                  <a:pt x="2377" y="3192"/>
                  <a:pt x="2331" y="2860"/>
                  <a:pt x="2319" y="2526"/>
                </a:cubicBezTo>
                <a:cubicBezTo>
                  <a:pt x="2538" y="2411"/>
                  <a:pt x="2768" y="2309"/>
                  <a:pt x="2997" y="2217"/>
                </a:cubicBezTo>
                <a:cubicBezTo>
                  <a:pt x="3066" y="2182"/>
                  <a:pt x="3112" y="2125"/>
                  <a:pt x="3135" y="2056"/>
                </a:cubicBezTo>
                <a:cubicBezTo>
                  <a:pt x="3146" y="1975"/>
                  <a:pt x="3123" y="1906"/>
                  <a:pt x="3077" y="1849"/>
                </a:cubicBezTo>
                <a:cubicBezTo>
                  <a:pt x="2870" y="1631"/>
                  <a:pt x="2572" y="1585"/>
                  <a:pt x="2308" y="1574"/>
                </a:cubicBezTo>
                <a:cubicBezTo>
                  <a:pt x="2331" y="1137"/>
                  <a:pt x="2388" y="712"/>
                  <a:pt x="2469" y="299"/>
                </a:cubicBezTo>
                <a:cubicBezTo>
                  <a:pt x="2492" y="184"/>
                  <a:pt x="2423" y="69"/>
                  <a:pt x="2319" y="35"/>
                </a:cubicBezTo>
                <a:cubicBezTo>
                  <a:pt x="2205" y="0"/>
                  <a:pt x="2090" y="46"/>
                  <a:pt x="2044" y="150"/>
                </a:cubicBezTo>
                <a:cubicBezTo>
                  <a:pt x="1826" y="609"/>
                  <a:pt x="1596" y="1046"/>
                  <a:pt x="1332" y="1482"/>
                </a:cubicBezTo>
                <a:cubicBezTo>
                  <a:pt x="1091" y="1436"/>
                  <a:pt x="850" y="1367"/>
                  <a:pt x="620" y="1286"/>
                </a:cubicBezTo>
                <a:cubicBezTo>
                  <a:pt x="517" y="1240"/>
                  <a:pt x="413" y="1286"/>
                  <a:pt x="356" y="1378"/>
                </a:cubicBezTo>
                <a:cubicBezTo>
                  <a:pt x="299" y="1470"/>
                  <a:pt x="311" y="1585"/>
                  <a:pt x="390" y="1666"/>
                </a:cubicBezTo>
                <a:cubicBezTo>
                  <a:pt x="563" y="1826"/>
                  <a:pt x="735" y="1998"/>
                  <a:pt x="896" y="2182"/>
                </a:cubicBezTo>
                <a:cubicBezTo>
                  <a:pt x="643" y="2561"/>
                  <a:pt x="367" y="2929"/>
                  <a:pt x="81" y="3296"/>
                </a:cubicBezTo>
                <a:cubicBezTo>
                  <a:pt x="0" y="3388"/>
                  <a:pt x="23" y="3537"/>
                  <a:pt x="115" y="3605"/>
                </a:cubicBezTo>
                <a:close/>
                <a:moveTo>
                  <a:pt x="2308" y="2021"/>
                </a:moveTo>
                <a:cubicBezTo>
                  <a:pt x="2308" y="2021"/>
                  <a:pt x="2308" y="2033"/>
                  <a:pt x="2296" y="2033"/>
                </a:cubicBezTo>
                <a:lnTo>
                  <a:pt x="2296" y="2021"/>
                </a:lnTo>
                <a:close/>
                <a:moveTo>
                  <a:pt x="1860" y="1482"/>
                </a:moveTo>
                <a:lnTo>
                  <a:pt x="1860" y="1551"/>
                </a:lnTo>
                <a:lnTo>
                  <a:pt x="1826" y="1551"/>
                </a:lnTo>
                <a:close/>
                <a:moveTo>
                  <a:pt x="1562" y="1975"/>
                </a:moveTo>
                <a:cubicBezTo>
                  <a:pt x="1653" y="1987"/>
                  <a:pt x="1757" y="1998"/>
                  <a:pt x="1849" y="2010"/>
                </a:cubicBezTo>
                <a:lnTo>
                  <a:pt x="1849" y="2263"/>
                </a:lnTo>
                <a:cubicBezTo>
                  <a:pt x="1780" y="2297"/>
                  <a:pt x="1722" y="2331"/>
                  <a:pt x="1653" y="2365"/>
                </a:cubicBezTo>
                <a:cubicBezTo>
                  <a:pt x="1596" y="2297"/>
                  <a:pt x="1528" y="2217"/>
                  <a:pt x="1459" y="2136"/>
                </a:cubicBezTo>
                <a:cubicBezTo>
                  <a:pt x="1493" y="2079"/>
                  <a:pt x="1528" y="2033"/>
                  <a:pt x="1562" y="1975"/>
                </a:cubicBezTo>
                <a:close/>
                <a:moveTo>
                  <a:pt x="1206" y="2538"/>
                </a:moveTo>
                <a:cubicBezTo>
                  <a:pt x="1217" y="2561"/>
                  <a:pt x="1240" y="2584"/>
                  <a:pt x="1263" y="2607"/>
                </a:cubicBezTo>
                <a:cubicBezTo>
                  <a:pt x="1194" y="2641"/>
                  <a:pt x="1137" y="2687"/>
                  <a:pt x="1068" y="2722"/>
                </a:cubicBezTo>
                <a:cubicBezTo>
                  <a:pt x="1114" y="2664"/>
                  <a:pt x="1160" y="2595"/>
                  <a:pt x="1206" y="253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/>
          <p:nvPr/>
        </p:nvSpPr>
        <p:spPr>
          <a:xfrm>
            <a:off x="706050" y="3409500"/>
            <a:ext cx="42699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26"/>
          <p:cNvGrpSpPr/>
          <p:nvPr/>
        </p:nvGrpSpPr>
        <p:grpSpPr>
          <a:xfrm rot="1827051">
            <a:off x="8077666" y="3251197"/>
            <a:ext cx="483166" cy="741724"/>
            <a:chOff x="7632650" y="922083"/>
            <a:chExt cx="718509" cy="1116666"/>
          </a:xfrm>
        </p:grpSpPr>
        <p:sp>
          <p:nvSpPr>
            <p:cNvPr id="135" name="Google Shape;135;p26"/>
            <p:cNvSpPr/>
            <p:nvPr/>
          </p:nvSpPr>
          <p:spPr>
            <a:xfrm>
              <a:off x="7632650" y="922083"/>
              <a:ext cx="718509" cy="1116666"/>
            </a:xfrm>
            <a:custGeom>
              <a:rect b="b" l="l" r="r" t="t"/>
              <a:pathLst>
                <a:path extrusionOk="0" h="27499" w="17694">
                  <a:moveTo>
                    <a:pt x="8221" y="25030"/>
                  </a:moveTo>
                  <a:cubicBezTo>
                    <a:pt x="8910" y="24916"/>
                    <a:pt x="9634" y="24732"/>
                    <a:pt x="10288" y="24456"/>
                  </a:cubicBezTo>
                  <a:cubicBezTo>
                    <a:pt x="10908" y="25547"/>
                    <a:pt x="11678" y="26546"/>
                    <a:pt x="12722" y="27304"/>
                  </a:cubicBezTo>
                  <a:cubicBezTo>
                    <a:pt x="12986" y="27499"/>
                    <a:pt x="13250" y="27039"/>
                    <a:pt x="12986" y="26845"/>
                  </a:cubicBezTo>
                  <a:cubicBezTo>
                    <a:pt x="12033" y="26156"/>
                    <a:pt x="11321" y="25214"/>
                    <a:pt x="10747" y="24192"/>
                  </a:cubicBezTo>
                  <a:cubicBezTo>
                    <a:pt x="11746" y="23859"/>
                    <a:pt x="12768" y="23446"/>
                    <a:pt x="13640" y="22849"/>
                  </a:cubicBezTo>
                  <a:cubicBezTo>
                    <a:pt x="14536" y="22240"/>
                    <a:pt x="15156" y="21402"/>
                    <a:pt x="15340" y="20311"/>
                  </a:cubicBezTo>
                  <a:cubicBezTo>
                    <a:pt x="15375" y="20059"/>
                    <a:pt x="15398" y="19806"/>
                    <a:pt x="15409" y="19542"/>
                  </a:cubicBezTo>
                  <a:cubicBezTo>
                    <a:pt x="15421" y="19255"/>
                    <a:pt x="15455" y="18922"/>
                    <a:pt x="15409" y="18647"/>
                  </a:cubicBezTo>
                  <a:cubicBezTo>
                    <a:pt x="15375" y="18451"/>
                    <a:pt x="15214" y="18348"/>
                    <a:pt x="15018" y="18336"/>
                  </a:cubicBezTo>
                  <a:cubicBezTo>
                    <a:pt x="14743" y="18325"/>
                    <a:pt x="14456" y="18359"/>
                    <a:pt x="14181" y="18405"/>
                  </a:cubicBezTo>
                  <a:cubicBezTo>
                    <a:pt x="13101" y="18566"/>
                    <a:pt x="11849" y="19037"/>
                    <a:pt x="11229" y="19979"/>
                  </a:cubicBezTo>
                  <a:cubicBezTo>
                    <a:pt x="10885" y="20518"/>
                    <a:pt x="10713" y="21150"/>
                    <a:pt x="10609" y="21770"/>
                  </a:cubicBezTo>
                  <a:cubicBezTo>
                    <a:pt x="10495" y="22401"/>
                    <a:pt x="10438" y="23033"/>
                    <a:pt x="10461" y="23664"/>
                  </a:cubicBezTo>
                  <a:cubicBezTo>
                    <a:pt x="10277" y="23296"/>
                    <a:pt x="10104" y="22929"/>
                    <a:pt x="9932" y="22562"/>
                  </a:cubicBezTo>
                  <a:cubicBezTo>
                    <a:pt x="9461" y="21471"/>
                    <a:pt x="9002" y="20357"/>
                    <a:pt x="8624" y="19221"/>
                  </a:cubicBezTo>
                  <a:cubicBezTo>
                    <a:pt x="10104" y="18463"/>
                    <a:pt x="11849" y="18532"/>
                    <a:pt x="13434" y="18061"/>
                  </a:cubicBezTo>
                  <a:cubicBezTo>
                    <a:pt x="14949" y="17613"/>
                    <a:pt x="16350" y="16603"/>
                    <a:pt x="17062" y="15167"/>
                  </a:cubicBezTo>
                  <a:cubicBezTo>
                    <a:pt x="17487" y="14330"/>
                    <a:pt x="17694" y="13376"/>
                    <a:pt x="17579" y="12435"/>
                  </a:cubicBezTo>
                  <a:cubicBezTo>
                    <a:pt x="17567" y="12332"/>
                    <a:pt x="17510" y="12263"/>
                    <a:pt x="17395" y="12251"/>
                  </a:cubicBezTo>
                  <a:cubicBezTo>
                    <a:pt x="15627" y="12194"/>
                    <a:pt x="13778" y="12194"/>
                    <a:pt x="12102" y="12883"/>
                  </a:cubicBezTo>
                  <a:cubicBezTo>
                    <a:pt x="10655" y="13480"/>
                    <a:pt x="9484" y="14536"/>
                    <a:pt x="8933" y="16029"/>
                  </a:cubicBezTo>
                  <a:cubicBezTo>
                    <a:pt x="8635" y="16821"/>
                    <a:pt x="8509" y="17670"/>
                    <a:pt x="8394" y="18509"/>
                  </a:cubicBezTo>
                  <a:lnTo>
                    <a:pt x="8394" y="18520"/>
                  </a:lnTo>
                  <a:cubicBezTo>
                    <a:pt x="8210" y="17912"/>
                    <a:pt x="8060" y="17292"/>
                    <a:pt x="7946" y="16672"/>
                  </a:cubicBezTo>
                  <a:cubicBezTo>
                    <a:pt x="7636" y="15019"/>
                    <a:pt x="7578" y="13330"/>
                    <a:pt x="7624" y="11654"/>
                  </a:cubicBezTo>
                  <a:cubicBezTo>
                    <a:pt x="10277" y="11758"/>
                    <a:pt x="13319" y="11723"/>
                    <a:pt x="15214" y="9599"/>
                  </a:cubicBezTo>
                  <a:cubicBezTo>
                    <a:pt x="15661" y="9094"/>
                    <a:pt x="15995" y="8508"/>
                    <a:pt x="16178" y="7865"/>
                  </a:cubicBezTo>
                  <a:cubicBezTo>
                    <a:pt x="16201" y="7773"/>
                    <a:pt x="16143" y="7682"/>
                    <a:pt x="16052" y="7648"/>
                  </a:cubicBezTo>
                  <a:cubicBezTo>
                    <a:pt x="14697" y="7188"/>
                    <a:pt x="13250" y="7119"/>
                    <a:pt x="11849" y="7383"/>
                  </a:cubicBezTo>
                  <a:cubicBezTo>
                    <a:pt x="11160" y="7510"/>
                    <a:pt x="10484" y="7716"/>
                    <a:pt x="9886" y="8084"/>
                  </a:cubicBezTo>
                  <a:cubicBezTo>
                    <a:pt x="9369" y="8405"/>
                    <a:pt x="8933" y="8842"/>
                    <a:pt x="8555" y="9324"/>
                  </a:cubicBezTo>
                  <a:cubicBezTo>
                    <a:pt x="8221" y="9760"/>
                    <a:pt x="7935" y="10242"/>
                    <a:pt x="7682" y="10748"/>
                  </a:cubicBezTo>
                  <a:cubicBezTo>
                    <a:pt x="7682" y="10759"/>
                    <a:pt x="7670" y="10759"/>
                    <a:pt x="7659" y="10770"/>
                  </a:cubicBezTo>
                  <a:lnTo>
                    <a:pt x="7693" y="10219"/>
                  </a:lnTo>
                  <a:cubicBezTo>
                    <a:pt x="7739" y="9232"/>
                    <a:pt x="7866" y="8245"/>
                    <a:pt x="8106" y="7280"/>
                  </a:cubicBezTo>
                  <a:cubicBezTo>
                    <a:pt x="8152" y="7119"/>
                    <a:pt x="8198" y="6947"/>
                    <a:pt x="8256" y="6786"/>
                  </a:cubicBezTo>
                  <a:cubicBezTo>
                    <a:pt x="10024" y="7153"/>
                    <a:pt x="12079" y="7028"/>
                    <a:pt x="13239" y="5466"/>
                  </a:cubicBezTo>
                  <a:cubicBezTo>
                    <a:pt x="13354" y="5305"/>
                    <a:pt x="13457" y="5145"/>
                    <a:pt x="13538" y="4972"/>
                  </a:cubicBezTo>
                  <a:cubicBezTo>
                    <a:pt x="13606" y="4811"/>
                    <a:pt x="13709" y="4604"/>
                    <a:pt x="13709" y="4421"/>
                  </a:cubicBezTo>
                  <a:cubicBezTo>
                    <a:pt x="13709" y="4237"/>
                    <a:pt x="13526" y="4191"/>
                    <a:pt x="13377" y="4145"/>
                  </a:cubicBezTo>
                  <a:cubicBezTo>
                    <a:pt x="13158" y="4076"/>
                    <a:pt x="12929" y="4030"/>
                    <a:pt x="12699" y="4007"/>
                  </a:cubicBezTo>
                  <a:cubicBezTo>
                    <a:pt x="11769" y="3893"/>
                    <a:pt x="10805" y="4076"/>
                    <a:pt x="10001" y="4536"/>
                  </a:cubicBezTo>
                  <a:cubicBezTo>
                    <a:pt x="9450" y="4846"/>
                    <a:pt x="8979" y="5282"/>
                    <a:pt x="8624" y="5788"/>
                  </a:cubicBezTo>
                  <a:cubicBezTo>
                    <a:pt x="8761" y="5466"/>
                    <a:pt x="8922" y="5145"/>
                    <a:pt x="9083" y="4823"/>
                  </a:cubicBezTo>
                  <a:lnTo>
                    <a:pt x="9289" y="4444"/>
                  </a:lnTo>
                  <a:cubicBezTo>
                    <a:pt x="11058" y="4260"/>
                    <a:pt x="12826" y="3147"/>
                    <a:pt x="13147" y="1275"/>
                  </a:cubicBezTo>
                  <a:cubicBezTo>
                    <a:pt x="13181" y="1080"/>
                    <a:pt x="13193" y="873"/>
                    <a:pt x="13193" y="667"/>
                  </a:cubicBezTo>
                  <a:cubicBezTo>
                    <a:pt x="13193" y="506"/>
                    <a:pt x="13216" y="242"/>
                    <a:pt x="13089" y="127"/>
                  </a:cubicBezTo>
                  <a:cubicBezTo>
                    <a:pt x="12952" y="1"/>
                    <a:pt x="12745" y="70"/>
                    <a:pt x="12596" y="104"/>
                  </a:cubicBezTo>
                  <a:cubicBezTo>
                    <a:pt x="12389" y="150"/>
                    <a:pt x="12171" y="185"/>
                    <a:pt x="11964" y="230"/>
                  </a:cubicBezTo>
                  <a:cubicBezTo>
                    <a:pt x="11195" y="414"/>
                    <a:pt x="10380" y="701"/>
                    <a:pt x="9841" y="1321"/>
                  </a:cubicBezTo>
                  <a:cubicBezTo>
                    <a:pt x="9484" y="1734"/>
                    <a:pt x="9289" y="2251"/>
                    <a:pt x="9140" y="2756"/>
                  </a:cubicBezTo>
                  <a:cubicBezTo>
                    <a:pt x="8979" y="3273"/>
                    <a:pt x="8853" y="3859"/>
                    <a:pt x="9002" y="4387"/>
                  </a:cubicBezTo>
                  <a:cubicBezTo>
                    <a:pt x="8956" y="4467"/>
                    <a:pt x="8910" y="4536"/>
                    <a:pt x="8876" y="4616"/>
                  </a:cubicBezTo>
                  <a:cubicBezTo>
                    <a:pt x="8761" y="3709"/>
                    <a:pt x="8371" y="2848"/>
                    <a:pt x="7762" y="2170"/>
                  </a:cubicBezTo>
                  <a:cubicBezTo>
                    <a:pt x="7050" y="1402"/>
                    <a:pt x="6086" y="930"/>
                    <a:pt x="5052" y="793"/>
                  </a:cubicBezTo>
                  <a:cubicBezTo>
                    <a:pt x="4938" y="782"/>
                    <a:pt x="4846" y="919"/>
                    <a:pt x="4881" y="1022"/>
                  </a:cubicBezTo>
                  <a:cubicBezTo>
                    <a:pt x="5248" y="2102"/>
                    <a:pt x="5271" y="3296"/>
                    <a:pt x="5799" y="4329"/>
                  </a:cubicBezTo>
                  <a:cubicBezTo>
                    <a:pt x="6017" y="4765"/>
                    <a:pt x="6338" y="5156"/>
                    <a:pt x="6752" y="5431"/>
                  </a:cubicBezTo>
                  <a:cubicBezTo>
                    <a:pt x="7200" y="5719"/>
                    <a:pt x="7728" y="5867"/>
                    <a:pt x="8244" y="5959"/>
                  </a:cubicBezTo>
                  <a:lnTo>
                    <a:pt x="8038" y="6510"/>
                  </a:lnTo>
                  <a:cubicBezTo>
                    <a:pt x="8026" y="6533"/>
                    <a:pt x="8026" y="6545"/>
                    <a:pt x="8026" y="6556"/>
                  </a:cubicBezTo>
                  <a:cubicBezTo>
                    <a:pt x="7716" y="7441"/>
                    <a:pt x="7498" y="8359"/>
                    <a:pt x="7395" y="9278"/>
                  </a:cubicBezTo>
                  <a:cubicBezTo>
                    <a:pt x="7384" y="9335"/>
                    <a:pt x="7372" y="9393"/>
                    <a:pt x="7372" y="9450"/>
                  </a:cubicBezTo>
                  <a:cubicBezTo>
                    <a:pt x="7142" y="8600"/>
                    <a:pt x="6775" y="7785"/>
                    <a:pt x="6246" y="7107"/>
                  </a:cubicBezTo>
                  <a:cubicBezTo>
                    <a:pt x="5397" y="6005"/>
                    <a:pt x="4215" y="5316"/>
                    <a:pt x="2825" y="5145"/>
                  </a:cubicBezTo>
                  <a:cubicBezTo>
                    <a:pt x="1975" y="5030"/>
                    <a:pt x="1115" y="5076"/>
                    <a:pt x="253" y="5133"/>
                  </a:cubicBezTo>
                  <a:cubicBezTo>
                    <a:pt x="127" y="5145"/>
                    <a:pt x="0" y="5293"/>
                    <a:pt x="92" y="5420"/>
                  </a:cubicBezTo>
                  <a:cubicBezTo>
                    <a:pt x="873" y="6487"/>
                    <a:pt x="1138" y="7796"/>
                    <a:pt x="1792" y="8933"/>
                  </a:cubicBezTo>
                  <a:cubicBezTo>
                    <a:pt x="2113" y="9496"/>
                    <a:pt x="2538" y="9978"/>
                    <a:pt x="3089" y="10322"/>
                  </a:cubicBezTo>
                  <a:cubicBezTo>
                    <a:pt x="3652" y="10690"/>
                    <a:pt x="4318" y="10908"/>
                    <a:pt x="4972" y="11034"/>
                  </a:cubicBezTo>
                  <a:cubicBezTo>
                    <a:pt x="5351" y="11115"/>
                    <a:pt x="5730" y="11161"/>
                    <a:pt x="6121" y="11195"/>
                  </a:cubicBezTo>
                  <a:cubicBezTo>
                    <a:pt x="6488" y="11230"/>
                    <a:pt x="6855" y="11253"/>
                    <a:pt x="7211" y="11356"/>
                  </a:cubicBezTo>
                  <a:cubicBezTo>
                    <a:pt x="7188" y="11792"/>
                    <a:pt x="7177" y="12228"/>
                    <a:pt x="7165" y="12664"/>
                  </a:cubicBezTo>
                  <a:cubicBezTo>
                    <a:pt x="7142" y="13779"/>
                    <a:pt x="7165" y="14904"/>
                    <a:pt x="7315" y="16006"/>
                  </a:cubicBezTo>
                  <a:cubicBezTo>
                    <a:pt x="7326" y="16086"/>
                    <a:pt x="7338" y="16167"/>
                    <a:pt x="7349" y="16259"/>
                  </a:cubicBezTo>
                  <a:cubicBezTo>
                    <a:pt x="6981" y="15524"/>
                    <a:pt x="6534" y="14823"/>
                    <a:pt x="5937" y="14272"/>
                  </a:cubicBezTo>
                  <a:cubicBezTo>
                    <a:pt x="4983" y="13399"/>
                    <a:pt x="3720" y="13032"/>
                    <a:pt x="2446" y="13009"/>
                  </a:cubicBezTo>
                  <a:cubicBezTo>
                    <a:pt x="1712" y="12986"/>
                    <a:pt x="977" y="13078"/>
                    <a:pt x="265" y="13216"/>
                  </a:cubicBezTo>
                  <a:cubicBezTo>
                    <a:pt x="138" y="13239"/>
                    <a:pt x="92" y="13399"/>
                    <a:pt x="150" y="13491"/>
                  </a:cubicBezTo>
                  <a:cubicBezTo>
                    <a:pt x="781" y="14536"/>
                    <a:pt x="942" y="15822"/>
                    <a:pt x="1781" y="16741"/>
                  </a:cubicBezTo>
                  <a:cubicBezTo>
                    <a:pt x="2630" y="17682"/>
                    <a:pt x="3962" y="17877"/>
                    <a:pt x="5167" y="18015"/>
                  </a:cubicBezTo>
                  <a:cubicBezTo>
                    <a:pt x="6029" y="18107"/>
                    <a:pt x="6901" y="18210"/>
                    <a:pt x="7762" y="18267"/>
                  </a:cubicBezTo>
                  <a:lnTo>
                    <a:pt x="7797" y="18302"/>
                  </a:lnTo>
                  <a:cubicBezTo>
                    <a:pt x="8175" y="19645"/>
                    <a:pt x="8692" y="20966"/>
                    <a:pt x="9244" y="22263"/>
                  </a:cubicBezTo>
                  <a:lnTo>
                    <a:pt x="9244" y="22275"/>
                  </a:lnTo>
                  <a:cubicBezTo>
                    <a:pt x="9152" y="22160"/>
                    <a:pt x="9048" y="22056"/>
                    <a:pt x="8956" y="21953"/>
                  </a:cubicBezTo>
                  <a:cubicBezTo>
                    <a:pt x="8474" y="21448"/>
                    <a:pt x="7946" y="21012"/>
                    <a:pt x="7257" y="20862"/>
                  </a:cubicBezTo>
                  <a:cubicBezTo>
                    <a:pt x="6603" y="20713"/>
                    <a:pt x="5891" y="20713"/>
                    <a:pt x="5225" y="20782"/>
                  </a:cubicBezTo>
                  <a:cubicBezTo>
                    <a:pt x="4547" y="20851"/>
                    <a:pt x="3881" y="20989"/>
                    <a:pt x="3250" y="21219"/>
                  </a:cubicBezTo>
                  <a:cubicBezTo>
                    <a:pt x="2526" y="21471"/>
                    <a:pt x="1849" y="21816"/>
                    <a:pt x="1229" y="22240"/>
                  </a:cubicBezTo>
                  <a:cubicBezTo>
                    <a:pt x="1115" y="22321"/>
                    <a:pt x="1103" y="22482"/>
                    <a:pt x="1229" y="22562"/>
                  </a:cubicBezTo>
                  <a:cubicBezTo>
                    <a:pt x="1792" y="22906"/>
                    <a:pt x="2240" y="23411"/>
                    <a:pt x="2745" y="23824"/>
                  </a:cubicBezTo>
                  <a:cubicBezTo>
                    <a:pt x="3227" y="24227"/>
                    <a:pt x="3778" y="24525"/>
                    <a:pt x="4363" y="24743"/>
                  </a:cubicBezTo>
                  <a:cubicBezTo>
                    <a:pt x="5592" y="25214"/>
                    <a:pt x="6924" y="25248"/>
                    <a:pt x="8221" y="25030"/>
                  </a:cubicBezTo>
                  <a:close/>
                  <a:moveTo>
                    <a:pt x="15087" y="18842"/>
                  </a:moveTo>
                  <a:cubicBezTo>
                    <a:pt x="15087" y="18933"/>
                    <a:pt x="15076" y="19060"/>
                    <a:pt x="15076" y="19106"/>
                  </a:cubicBezTo>
                  <a:lnTo>
                    <a:pt x="15076" y="19473"/>
                  </a:lnTo>
                  <a:cubicBezTo>
                    <a:pt x="15064" y="19737"/>
                    <a:pt x="15041" y="20002"/>
                    <a:pt x="14995" y="20254"/>
                  </a:cubicBezTo>
                  <a:cubicBezTo>
                    <a:pt x="14835" y="21230"/>
                    <a:pt x="14295" y="21976"/>
                    <a:pt x="13492" y="22528"/>
                  </a:cubicBezTo>
                  <a:cubicBezTo>
                    <a:pt x="12699" y="23056"/>
                    <a:pt x="11780" y="23434"/>
                    <a:pt x="10874" y="23745"/>
                  </a:cubicBezTo>
                  <a:cubicBezTo>
                    <a:pt x="10931" y="23584"/>
                    <a:pt x="10989" y="23411"/>
                    <a:pt x="11058" y="23239"/>
                  </a:cubicBezTo>
                  <a:cubicBezTo>
                    <a:pt x="11172" y="22964"/>
                    <a:pt x="11298" y="22688"/>
                    <a:pt x="11448" y="22424"/>
                  </a:cubicBezTo>
                  <a:cubicBezTo>
                    <a:pt x="11724" y="21919"/>
                    <a:pt x="12045" y="21436"/>
                    <a:pt x="12423" y="20989"/>
                  </a:cubicBezTo>
                  <a:cubicBezTo>
                    <a:pt x="13170" y="20093"/>
                    <a:pt x="14077" y="19405"/>
                    <a:pt x="15087" y="18842"/>
                  </a:cubicBezTo>
                  <a:close/>
                  <a:moveTo>
                    <a:pt x="11218" y="20736"/>
                  </a:moveTo>
                  <a:cubicBezTo>
                    <a:pt x="11413" y="20242"/>
                    <a:pt x="11724" y="19818"/>
                    <a:pt x="12171" y="19519"/>
                  </a:cubicBezTo>
                  <a:cubicBezTo>
                    <a:pt x="12596" y="19232"/>
                    <a:pt x="13078" y="19025"/>
                    <a:pt x="13572" y="18887"/>
                  </a:cubicBezTo>
                  <a:cubicBezTo>
                    <a:pt x="13801" y="18819"/>
                    <a:pt x="14031" y="18773"/>
                    <a:pt x="14272" y="18739"/>
                  </a:cubicBezTo>
                  <a:cubicBezTo>
                    <a:pt x="14398" y="18716"/>
                    <a:pt x="14536" y="18704"/>
                    <a:pt x="14674" y="18693"/>
                  </a:cubicBezTo>
                  <a:cubicBezTo>
                    <a:pt x="14743" y="18693"/>
                    <a:pt x="14858" y="18670"/>
                    <a:pt x="14949" y="18681"/>
                  </a:cubicBezTo>
                  <a:cubicBezTo>
                    <a:pt x="13870" y="19140"/>
                    <a:pt x="12918" y="19887"/>
                    <a:pt x="12148" y="20759"/>
                  </a:cubicBezTo>
                  <a:cubicBezTo>
                    <a:pt x="11746" y="21230"/>
                    <a:pt x="11402" y="21724"/>
                    <a:pt x="11104" y="22263"/>
                  </a:cubicBezTo>
                  <a:cubicBezTo>
                    <a:pt x="10989" y="22470"/>
                    <a:pt x="10874" y="22688"/>
                    <a:pt x="10770" y="22906"/>
                  </a:cubicBezTo>
                  <a:cubicBezTo>
                    <a:pt x="10828" y="22171"/>
                    <a:pt x="10954" y="21425"/>
                    <a:pt x="11218" y="20736"/>
                  </a:cubicBezTo>
                  <a:close/>
                  <a:moveTo>
                    <a:pt x="10277" y="14513"/>
                  </a:moveTo>
                  <a:cubicBezTo>
                    <a:pt x="11356" y="13388"/>
                    <a:pt x="12906" y="12860"/>
                    <a:pt x="14421" y="12676"/>
                  </a:cubicBezTo>
                  <a:cubicBezTo>
                    <a:pt x="15202" y="12596"/>
                    <a:pt x="15995" y="12585"/>
                    <a:pt x="16775" y="12596"/>
                  </a:cubicBezTo>
                  <a:cubicBezTo>
                    <a:pt x="14135" y="13330"/>
                    <a:pt x="11551" y="14731"/>
                    <a:pt x="9703" y="16764"/>
                  </a:cubicBezTo>
                  <a:cubicBezTo>
                    <a:pt x="9381" y="17119"/>
                    <a:pt x="9060" y="17499"/>
                    <a:pt x="8772" y="17900"/>
                  </a:cubicBezTo>
                  <a:cubicBezTo>
                    <a:pt x="9014" y="16672"/>
                    <a:pt x="9381" y="15443"/>
                    <a:pt x="10277" y="14513"/>
                  </a:cubicBezTo>
                  <a:close/>
                  <a:moveTo>
                    <a:pt x="9806" y="17165"/>
                  </a:moveTo>
                  <a:cubicBezTo>
                    <a:pt x="10254" y="16649"/>
                    <a:pt x="10736" y="16178"/>
                    <a:pt x="11264" y="15742"/>
                  </a:cubicBezTo>
                  <a:cubicBezTo>
                    <a:pt x="12378" y="14812"/>
                    <a:pt x="13652" y="14088"/>
                    <a:pt x="14995" y="13526"/>
                  </a:cubicBezTo>
                  <a:cubicBezTo>
                    <a:pt x="15730" y="13216"/>
                    <a:pt x="16488" y="12963"/>
                    <a:pt x="17235" y="12710"/>
                  </a:cubicBezTo>
                  <a:cubicBezTo>
                    <a:pt x="17315" y="14249"/>
                    <a:pt x="16546" y="15696"/>
                    <a:pt x="15340" y="16626"/>
                  </a:cubicBezTo>
                  <a:cubicBezTo>
                    <a:pt x="14020" y="17636"/>
                    <a:pt x="12435" y="17831"/>
                    <a:pt x="10851" y="18096"/>
                  </a:cubicBezTo>
                  <a:cubicBezTo>
                    <a:pt x="10127" y="18210"/>
                    <a:pt x="9392" y="18371"/>
                    <a:pt x="8715" y="18658"/>
                  </a:cubicBezTo>
                  <a:cubicBezTo>
                    <a:pt x="9071" y="18153"/>
                    <a:pt x="9392" y="17636"/>
                    <a:pt x="9806" y="17165"/>
                  </a:cubicBezTo>
                  <a:close/>
                  <a:moveTo>
                    <a:pt x="9875" y="8520"/>
                  </a:moveTo>
                  <a:cubicBezTo>
                    <a:pt x="10954" y="7762"/>
                    <a:pt x="12389" y="7556"/>
                    <a:pt x="13675" y="7590"/>
                  </a:cubicBezTo>
                  <a:cubicBezTo>
                    <a:pt x="13905" y="7590"/>
                    <a:pt x="14123" y="7613"/>
                    <a:pt x="14341" y="7636"/>
                  </a:cubicBezTo>
                  <a:cubicBezTo>
                    <a:pt x="13640" y="7693"/>
                    <a:pt x="12941" y="7923"/>
                    <a:pt x="12275" y="8187"/>
                  </a:cubicBezTo>
                  <a:cubicBezTo>
                    <a:pt x="11126" y="8623"/>
                    <a:pt x="10024" y="9174"/>
                    <a:pt x="8979" y="9840"/>
                  </a:cubicBezTo>
                  <a:cubicBezTo>
                    <a:pt x="8726" y="10001"/>
                    <a:pt x="8474" y="10173"/>
                    <a:pt x="8233" y="10345"/>
                  </a:cubicBezTo>
                  <a:cubicBezTo>
                    <a:pt x="8680" y="9645"/>
                    <a:pt x="9186" y="8990"/>
                    <a:pt x="9875" y="8520"/>
                  </a:cubicBezTo>
                  <a:close/>
                  <a:moveTo>
                    <a:pt x="7739" y="11195"/>
                  </a:moveTo>
                  <a:cubicBezTo>
                    <a:pt x="7981" y="11023"/>
                    <a:pt x="8221" y="10804"/>
                    <a:pt x="8463" y="10633"/>
                  </a:cubicBezTo>
                  <a:cubicBezTo>
                    <a:pt x="8761" y="10414"/>
                    <a:pt x="9060" y="10207"/>
                    <a:pt x="9369" y="10001"/>
                  </a:cubicBezTo>
                  <a:cubicBezTo>
                    <a:pt x="9989" y="9599"/>
                    <a:pt x="10644" y="9243"/>
                    <a:pt x="11310" y="8922"/>
                  </a:cubicBezTo>
                  <a:cubicBezTo>
                    <a:pt x="12642" y="8279"/>
                    <a:pt x="14260" y="7602"/>
                    <a:pt x="15765" y="8003"/>
                  </a:cubicBezTo>
                  <a:cubicBezTo>
                    <a:pt x="15409" y="9013"/>
                    <a:pt x="14628" y="9806"/>
                    <a:pt x="13709" y="10334"/>
                  </a:cubicBezTo>
                  <a:cubicBezTo>
                    <a:pt x="12561" y="11011"/>
                    <a:pt x="11218" y="11241"/>
                    <a:pt x="9909" y="11287"/>
                  </a:cubicBezTo>
                  <a:cubicBezTo>
                    <a:pt x="9175" y="11310"/>
                    <a:pt x="8440" y="11276"/>
                    <a:pt x="7716" y="11241"/>
                  </a:cubicBezTo>
                  <a:cubicBezTo>
                    <a:pt x="7716" y="11230"/>
                    <a:pt x="7728" y="11218"/>
                    <a:pt x="7739" y="11195"/>
                  </a:cubicBezTo>
                  <a:close/>
                  <a:moveTo>
                    <a:pt x="10288" y="4708"/>
                  </a:moveTo>
                  <a:cubicBezTo>
                    <a:pt x="10759" y="4467"/>
                    <a:pt x="11287" y="4318"/>
                    <a:pt x="11815" y="4283"/>
                  </a:cubicBezTo>
                  <a:cubicBezTo>
                    <a:pt x="12091" y="4260"/>
                    <a:pt x="12355" y="4260"/>
                    <a:pt x="12619" y="4295"/>
                  </a:cubicBezTo>
                  <a:cubicBezTo>
                    <a:pt x="12665" y="4295"/>
                    <a:pt x="12699" y="4306"/>
                    <a:pt x="12734" y="4306"/>
                  </a:cubicBezTo>
                  <a:cubicBezTo>
                    <a:pt x="11999" y="4433"/>
                    <a:pt x="11287" y="4639"/>
                    <a:pt x="10598" y="4938"/>
                  </a:cubicBezTo>
                  <a:cubicBezTo>
                    <a:pt x="10150" y="5133"/>
                    <a:pt x="9726" y="5362"/>
                    <a:pt x="9312" y="5627"/>
                  </a:cubicBezTo>
                  <a:cubicBezTo>
                    <a:pt x="9152" y="5742"/>
                    <a:pt x="8979" y="5844"/>
                    <a:pt x="8818" y="5971"/>
                  </a:cubicBezTo>
                  <a:cubicBezTo>
                    <a:pt x="9209" y="5443"/>
                    <a:pt x="9703" y="5018"/>
                    <a:pt x="10288" y="4708"/>
                  </a:cubicBezTo>
                  <a:close/>
                  <a:moveTo>
                    <a:pt x="8968" y="6293"/>
                  </a:moveTo>
                  <a:cubicBezTo>
                    <a:pt x="9140" y="6155"/>
                    <a:pt x="9323" y="6028"/>
                    <a:pt x="9519" y="5913"/>
                  </a:cubicBezTo>
                  <a:cubicBezTo>
                    <a:pt x="9909" y="5661"/>
                    <a:pt x="10311" y="5443"/>
                    <a:pt x="10736" y="5247"/>
                  </a:cubicBezTo>
                  <a:cubicBezTo>
                    <a:pt x="11586" y="4869"/>
                    <a:pt x="12469" y="4593"/>
                    <a:pt x="13388" y="4444"/>
                  </a:cubicBezTo>
                  <a:cubicBezTo>
                    <a:pt x="13400" y="4456"/>
                    <a:pt x="13411" y="4456"/>
                    <a:pt x="13411" y="4456"/>
                  </a:cubicBezTo>
                  <a:cubicBezTo>
                    <a:pt x="13400" y="4639"/>
                    <a:pt x="13262" y="4869"/>
                    <a:pt x="13181" y="5007"/>
                  </a:cubicBezTo>
                  <a:cubicBezTo>
                    <a:pt x="13066" y="5213"/>
                    <a:pt x="12929" y="5397"/>
                    <a:pt x="12768" y="5569"/>
                  </a:cubicBezTo>
                  <a:cubicBezTo>
                    <a:pt x="12435" y="5902"/>
                    <a:pt x="12045" y="6155"/>
                    <a:pt x="11609" y="6339"/>
                  </a:cubicBezTo>
                  <a:cubicBezTo>
                    <a:pt x="10678" y="6706"/>
                    <a:pt x="9668" y="6671"/>
                    <a:pt x="8703" y="6510"/>
                  </a:cubicBezTo>
                  <a:cubicBezTo>
                    <a:pt x="8795" y="6430"/>
                    <a:pt x="8876" y="6362"/>
                    <a:pt x="8968" y="6293"/>
                  </a:cubicBezTo>
                  <a:close/>
                  <a:moveTo>
                    <a:pt x="12895" y="402"/>
                  </a:moveTo>
                  <a:lnTo>
                    <a:pt x="12895" y="563"/>
                  </a:lnTo>
                  <a:cubicBezTo>
                    <a:pt x="12895" y="770"/>
                    <a:pt x="12872" y="965"/>
                    <a:pt x="12826" y="1160"/>
                  </a:cubicBezTo>
                  <a:cubicBezTo>
                    <a:pt x="12653" y="1918"/>
                    <a:pt x="12240" y="2584"/>
                    <a:pt x="11643" y="3078"/>
                  </a:cubicBezTo>
                  <a:cubicBezTo>
                    <a:pt x="11058" y="3571"/>
                    <a:pt x="10323" y="3859"/>
                    <a:pt x="9565" y="3984"/>
                  </a:cubicBezTo>
                  <a:cubicBezTo>
                    <a:pt x="10438" y="2596"/>
                    <a:pt x="11586" y="1390"/>
                    <a:pt x="12895" y="402"/>
                  </a:cubicBezTo>
                  <a:close/>
                  <a:moveTo>
                    <a:pt x="9795" y="1861"/>
                  </a:moveTo>
                  <a:cubicBezTo>
                    <a:pt x="10173" y="1206"/>
                    <a:pt x="10839" y="839"/>
                    <a:pt x="11551" y="632"/>
                  </a:cubicBezTo>
                  <a:cubicBezTo>
                    <a:pt x="11884" y="529"/>
                    <a:pt x="12229" y="460"/>
                    <a:pt x="12573" y="391"/>
                  </a:cubicBezTo>
                  <a:cubicBezTo>
                    <a:pt x="11206" y="1356"/>
                    <a:pt x="10070" y="2596"/>
                    <a:pt x="9209" y="4019"/>
                  </a:cubicBezTo>
                  <a:cubicBezTo>
                    <a:pt x="9209" y="3273"/>
                    <a:pt x="9415" y="2504"/>
                    <a:pt x="9795" y="1861"/>
                  </a:cubicBezTo>
                  <a:close/>
                  <a:moveTo>
                    <a:pt x="8532" y="5053"/>
                  </a:moveTo>
                  <a:cubicBezTo>
                    <a:pt x="8532" y="5110"/>
                    <a:pt x="8555" y="5156"/>
                    <a:pt x="8589" y="5179"/>
                  </a:cubicBezTo>
                  <a:cubicBezTo>
                    <a:pt x="8543" y="5270"/>
                    <a:pt x="8509" y="5351"/>
                    <a:pt x="8474" y="5431"/>
                  </a:cubicBezTo>
                  <a:cubicBezTo>
                    <a:pt x="8405" y="5305"/>
                    <a:pt x="8348" y="5190"/>
                    <a:pt x="8290" y="5064"/>
                  </a:cubicBezTo>
                  <a:cubicBezTo>
                    <a:pt x="8187" y="4823"/>
                    <a:pt x="8072" y="4593"/>
                    <a:pt x="7969" y="4352"/>
                  </a:cubicBezTo>
                  <a:cubicBezTo>
                    <a:pt x="7739" y="3882"/>
                    <a:pt x="7498" y="3410"/>
                    <a:pt x="7211" y="2963"/>
                  </a:cubicBezTo>
                  <a:cubicBezTo>
                    <a:pt x="6820" y="2354"/>
                    <a:pt x="6361" y="1792"/>
                    <a:pt x="5810" y="1333"/>
                  </a:cubicBezTo>
                  <a:cubicBezTo>
                    <a:pt x="7384" y="1872"/>
                    <a:pt x="8497" y="3353"/>
                    <a:pt x="8532" y="5053"/>
                  </a:cubicBezTo>
                  <a:close/>
                  <a:moveTo>
                    <a:pt x="6958" y="5145"/>
                  </a:moveTo>
                  <a:cubicBezTo>
                    <a:pt x="6545" y="4880"/>
                    <a:pt x="6258" y="4479"/>
                    <a:pt x="6040" y="4030"/>
                  </a:cubicBezTo>
                  <a:cubicBezTo>
                    <a:pt x="5638" y="3147"/>
                    <a:pt x="5580" y="2159"/>
                    <a:pt x="5317" y="1229"/>
                  </a:cubicBezTo>
                  <a:cubicBezTo>
                    <a:pt x="6029" y="1757"/>
                    <a:pt x="6591" y="2435"/>
                    <a:pt x="7050" y="3181"/>
                  </a:cubicBezTo>
                  <a:cubicBezTo>
                    <a:pt x="7303" y="3583"/>
                    <a:pt x="7521" y="4019"/>
                    <a:pt x="7728" y="4444"/>
                  </a:cubicBezTo>
                  <a:cubicBezTo>
                    <a:pt x="7843" y="4673"/>
                    <a:pt x="7935" y="4892"/>
                    <a:pt x="8038" y="5122"/>
                  </a:cubicBezTo>
                  <a:cubicBezTo>
                    <a:pt x="8118" y="5293"/>
                    <a:pt x="8175" y="5489"/>
                    <a:pt x="8256" y="5661"/>
                  </a:cubicBezTo>
                  <a:cubicBezTo>
                    <a:pt x="7808" y="5523"/>
                    <a:pt x="7361" y="5397"/>
                    <a:pt x="6958" y="5145"/>
                  </a:cubicBezTo>
                  <a:close/>
                  <a:moveTo>
                    <a:pt x="5501" y="10782"/>
                  </a:moveTo>
                  <a:cubicBezTo>
                    <a:pt x="4823" y="10690"/>
                    <a:pt x="4146" y="10518"/>
                    <a:pt x="3537" y="10196"/>
                  </a:cubicBezTo>
                  <a:cubicBezTo>
                    <a:pt x="2952" y="9886"/>
                    <a:pt x="2492" y="9439"/>
                    <a:pt x="2148" y="8876"/>
                  </a:cubicBezTo>
                  <a:cubicBezTo>
                    <a:pt x="1815" y="8324"/>
                    <a:pt x="1597" y="7716"/>
                    <a:pt x="1355" y="7119"/>
                  </a:cubicBezTo>
                  <a:cubicBezTo>
                    <a:pt x="1161" y="6625"/>
                    <a:pt x="954" y="6109"/>
                    <a:pt x="678" y="5638"/>
                  </a:cubicBezTo>
                  <a:cubicBezTo>
                    <a:pt x="1195" y="5719"/>
                    <a:pt x="1677" y="5867"/>
                    <a:pt x="2148" y="6120"/>
                  </a:cubicBezTo>
                  <a:cubicBezTo>
                    <a:pt x="2687" y="6396"/>
                    <a:pt x="3181" y="6752"/>
                    <a:pt x="3641" y="7130"/>
                  </a:cubicBezTo>
                  <a:cubicBezTo>
                    <a:pt x="4559" y="7888"/>
                    <a:pt x="5478" y="8704"/>
                    <a:pt x="6212" y="9645"/>
                  </a:cubicBezTo>
                  <a:cubicBezTo>
                    <a:pt x="6430" y="9921"/>
                    <a:pt x="6626" y="10207"/>
                    <a:pt x="6809" y="10518"/>
                  </a:cubicBezTo>
                  <a:cubicBezTo>
                    <a:pt x="6901" y="10667"/>
                    <a:pt x="6981" y="10827"/>
                    <a:pt x="7050" y="10988"/>
                  </a:cubicBezTo>
                  <a:cubicBezTo>
                    <a:pt x="6557" y="10839"/>
                    <a:pt x="5994" y="10862"/>
                    <a:pt x="5501" y="10782"/>
                  </a:cubicBezTo>
                  <a:close/>
                  <a:moveTo>
                    <a:pt x="6626" y="9679"/>
                  </a:moveTo>
                  <a:cubicBezTo>
                    <a:pt x="6246" y="9186"/>
                    <a:pt x="5810" y="8715"/>
                    <a:pt x="5363" y="8279"/>
                  </a:cubicBezTo>
                  <a:cubicBezTo>
                    <a:pt x="4467" y="7406"/>
                    <a:pt x="3491" y="6510"/>
                    <a:pt x="2389" y="5925"/>
                  </a:cubicBezTo>
                  <a:cubicBezTo>
                    <a:pt x="2021" y="5730"/>
                    <a:pt x="1631" y="5558"/>
                    <a:pt x="1229" y="5466"/>
                  </a:cubicBezTo>
                  <a:cubicBezTo>
                    <a:pt x="2309" y="5420"/>
                    <a:pt x="3388" y="5489"/>
                    <a:pt x="4352" y="5982"/>
                  </a:cubicBezTo>
                  <a:cubicBezTo>
                    <a:pt x="5512" y="6579"/>
                    <a:pt x="6338" y="7659"/>
                    <a:pt x="6775" y="8865"/>
                  </a:cubicBezTo>
                  <a:cubicBezTo>
                    <a:pt x="6970" y="9381"/>
                    <a:pt x="7085" y="9909"/>
                    <a:pt x="7154" y="10449"/>
                  </a:cubicBezTo>
                  <a:cubicBezTo>
                    <a:pt x="6993" y="10173"/>
                    <a:pt x="6809" y="9921"/>
                    <a:pt x="6626" y="9679"/>
                  </a:cubicBezTo>
                  <a:close/>
                  <a:moveTo>
                    <a:pt x="5684" y="17705"/>
                  </a:moveTo>
                  <a:cubicBezTo>
                    <a:pt x="5052" y="17624"/>
                    <a:pt x="4398" y="17568"/>
                    <a:pt x="3778" y="17418"/>
                  </a:cubicBezTo>
                  <a:cubicBezTo>
                    <a:pt x="3192" y="17269"/>
                    <a:pt x="2618" y="17039"/>
                    <a:pt x="2171" y="16614"/>
                  </a:cubicBezTo>
                  <a:cubicBezTo>
                    <a:pt x="1746" y="16201"/>
                    <a:pt x="1482" y="15662"/>
                    <a:pt x="1275" y="15110"/>
                  </a:cubicBezTo>
                  <a:cubicBezTo>
                    <a:pt x="1080" y="14628"/>
                    <a:pt x="908" y="14134"/>
                    <a:pt x="666" y="13664"/>
                  </a:cubicBezTo>
                  <a:cubicBezTo>
                    <a:pt x="1344" y="13744"/>
                    <a:pt x="1987" y="13859"/>
                    <a:pt x="2630" y="14111"/>
                  </a:cubicBezTo>
                  <a:cubicBezTo>
                    <a:pt x="3307" y="14376"/>
                    <a:pt x="3939" y="14731"/>
                    <a:pt x="4524" y="15156"/>
                  </a:cubicBezTo>
                  <a:cubicBezTo>
                    <a:pt x="5144" y="15604"/>
                    <a:pt x="5707" y="16109"/>
                    <a:pt x="6246" y="16649"/>
                  </a:cubicBezTo>
                  <a:cubicBezTo>
                    <a:pt x="6660" y="17062"/>
                    <a:pt x="7039" y="17499"/>
                    <a:pt x="7429" y="17923"/>
                  </a:cubicBezTo>
                  <a:cubicBezTo>
                    <a:pt x="6855" y="17831"/>
                    <a:pt x="6269" y="17762"/>
                    <a:pt x="5684" y="17705"/>
                  </a:cubicBezTo>
                  <a:close/>
                  <a:moveTo>
                    <a:pt x="6407" y="16384"/>
                  </a:moveTo>
                  <a:cubicBezTo>
                    <a:pt x="5845" y="15833"/>
                    <a:pt x="5248" y="15317"/>
                    <a:pt x="4605" y="14869"/>
                  </a:cubicBezTo>
                  <a:cubicBezTo>
                    <a:pt x="4008" y="14445"/>
                    <a:pt x="3353" y="14088"/>
                    <a:pt x="2676" y="13836"/>
                  </a:cubicBezTo>
                  <a:cubicBezTo>
                    <a:pt x="2205" y="13664"/>
                    <a:pt x="1700" y="13514"/>
                    <a:pt x="1184" y="13445"/>
                  </a:cubicBezTo>
                  <a:cubicBezTo>
                    <a:pt x="2113" y="13330"/>
                    <a:pt x="3066" y="13342"/>
                    <a:pt x="3962" y="13595"/>
                  </a:cubicBezTo>
                  <a:cubicBezTo>
                    <a:pt x="5156" y="13950"/>
                    <a:pt x="6040" y="14766"/>
                    <a:pt x="6672" y="15822"/>
                  </a:cubicBezTo>
                  <a:cubicBezTo>
                    <a:pt x="7004" y="16373"/>
                    <a:pt x="7257" y="16959"/>
                    <a:pt x="7532" y="17533"/>
                  </a:cubicBezTo>
                  <a:cubicBezTo>
                    <a:pt x="7165" y="17142"/>
                    <a:pt x="6786" y="16764"/>
                    <a:pt x="6407" y="16384"/>
                  </a:cubicBezTo>
                  <a:close/>
                  <a:moveTo>
                    <a:pt x="4881" y="21184"/>
                  </a:moveTo>
                  <a:cubicBezTo>
                    <a:pt x="5489" y="21092"/>
                    <a:pt x="6132" y="21081"/>
                    <a:pt x="6752" y="21138"/>
                  </a:cubicBezTo>
                  <a:cubicBezTo>
                    <a:pt x="7096" y="21184"/>
                    <a:pt x="7440" y="21265"/>
                    <a:pt x="7751" y="21425"/>
                  </a:cubicBezTo>
                  <a:cubicBezTo>
                    <a:pt x="8038" y="21586"/>
                    <a:pt x="8290" y="21804"/>
                    <a:pt x="8520" y="22022"/>
                  </a:cubicBezTo>
                  <a:cubicBezTo>
                    <a:pt x="8956" y="22459"/>
                    <a:pt x="9312" y="22941"/>
                    <a:pt x="9668" y="23446"/>
                  </a:cubicBezTo>
                  <a:cubicBezTo>
                    <a:pt x="9530" y="23354"/>
                    <a:pt x="9381" y="23262"/>
                    <a:pt x="9232" y="23182"/>
                  </a:cubicBezTo>
                  <a:cubicBezTo>
                    <a:pt x="8738" y="22895"/>
                    <a:pt x="8210" y="22665"/>
                    <a:pt x="7659" y="22493"/>
                  </a:cubicBezTo>
                  <a:cubicBezTo>
                    <a:pt x="6453" y="22091"/>
                    <a:pt x="5156" y="21953"/>
                    <a:pt x="3881" y="22022"/>
                  </a:cubicBezTo>
                  <a:cubicBezTo>
                    <a:pt x="3181" y="22056"/>
                    <a:pt x="2458" y="22137"/>
                    <a:pt x="1781" y="22321"/>
                  </a:cubicBezTo>
                  <a:cubicBezTo>
                    <a:pt x="2722" y="21735"/>
                    <a:pt x="3778" y="21344"/>
                    <a:pt x="4881" y="21184"/>
                  </a:cubicBezTo>
                  <a:close/>
                  <a:moveTo>
                    <a:pt x="3009" y="23572"/>
                  </a:moveTo>
                  <a:cubicBezTo>
                    <a:pt x="2607" y="23250"/>
                    <a:pt x="2251" y="22883"/>
                    <a:pt x="1849" y="22562"/>
                  </a:cubicBezTo>
                  <a:cubicBezTo>
                    <a:pt x="2641" y="22436"/>
                    <a:pt x="3434" y="22298"/>
                    <a:pt x="4238" y="22286"/>
                  </a:cubicBezTo>
                  <a:cubicBezTo>
                    <a:pt x="5041" y="22275"/>
                    <a:pt x="5856" y="22332"/>
                    <a:pt x="6637" y="22516"/>
                  </a:cubicBezTo>
                  <a:cubicBezTo>
                    <a:pt x="7338" y="22665"/>
                    <a:pt x="8004" y="22906"/>
                    <a:pt x="8646" y="23227"/>
                  </a:cubicBezTo>
                  <a:cubicBezTo>
                    <a:pt x="8956" y="23388"/>
                    <a:pt x="9255" y="23561"/>
                    <a:pt x="9553" y="23756"/>
                  </a:cubicBezTo>
                  <a:cubicBezTo>
                    <a:pt x="9749" y="23893"/>
                    <a:pt x="9932" y="24043"/>
                    <a:pt x="10127" y="24192"/>
                  </a:cubicBezTo>
                  <a:cubicBezTo>
                    <a:pt x="9565" y="24353"/>
                    <a:pt x="9014" y="24536"/>
                    <a:pt x="8440" y="24640"/>
                  </a:cubicBezTo>
                  <a:cubicBezTo>
                    <a:pt x="7774" y="24778"/>
                    <a:pt x="7096" y="24824"/>
                    <a:pt x="6419" y="24789"/>
                  </a:cubicBezTo>
                  <a:cubicBezTo>
                    <a:pt x="5190" y="24732"/>
                    <a:pt x="3962" y="24353"/>
                    <a:pt x="3009" y="23572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6"/>
            <p:cNvSpPr/>
            <p:nvPr/>
          </p:nvSpPr>
          <p:spPr>
            <a:xfrm>
              <a:off x="7632650" y="922083"/>
              <a:ext cx="718509" cy="1116666"/>
            </a:xfrm>
            <a:custGeom>
              <a:rect b="b" l="l" r="r" t="t"/>
              <a:pathLst>
                <a:path extrusionOk="0" h="27499" w="17694">
                  <a:moveTo>
                    <a:pt x="8221" y="25030"/>
                  </a:moveTo>
                  <a:cubicBezTo>
                    <a:pt x="8910" y="24916"/>
                    <a:pt x="9634" y="24732"/>
                    <a:pt x="10288" y="24456"/>
                  </a:cubicBezTo>
                  <a:cubicBezTo>
                    <a:pt x="10908" y="25547"/>
                    <a:pt x="11678" y="26546"/>
                    <a:pt x="12722" y="27304"/>
                  </a:cubicBezTo>
                  <a:cubicBezTo>
                    <a:pt x="12986" y="27499"/>
                    <a:pt x="13250" y="27039"/>
                    <a:pt x="12986" y="26845"/>
                  </a:cubicBezTo>
                  <a:cubicBezTo>
                    <a:pt x="12033" y="26156"/>
                    <a:pt x="11321" y="25214"/>
                    <a:pt x="10747" y="24192"/>
                  </a:cubicBezTo>
                  <a:cubicBezTo>
                    <a:pt x="11746" y="23859"/>
                    <a:pt x="12768" y="23446"/>
                    <a:pt x="13640" y="22849"/>
                  </a:cubicBezTo>
                  <a:cubicBezTo>
                    <a:pt x="14536" y="22240"/>
                    <a:pt x="15156" y="21402"/>
                    <a:pt x="15340" y="20311"/>
                  </a:cubicBezTo>
                  <a:cubicBezTo>
                    <a:pt x="15375" y="20059"/>
                    <a:pt x="15398" y="19806"/>
                    <a:pt x="15409" y="19542"/>
                  </a:cubicBezTo>
                  <a:cubicBezTo>
                    <a:pt x="15421" y="19255"/>
                    <a:pt x="15455" y="18922"/>
                    <a:pt x="15409" y="18647"/>
                  </a:cubicBezTo>
                  <a:cubicBezTo>
                    <a:pt x="15375" y="18451"/>
                    <a:pt x="15214" y="18348"/>
                    <a:pt x="15018" y="18336"/>
                  </a:cubicBezTo>
                  <a:cubicBezTo>
                    <a:pt x="14743" y="18325"/>
                    <a:pt x="14456" y="18359"/>
                    <a:pt x="14181" y="18405"/>
                  </a:cubicBezTo>
                  <a:cubicBezTo>
                    <a:pt x="13101" y="18566"/>
                    <a:pt x="11849" y="19037"/>
                    <a:pt x="11229" y="19979"/>
                  </a:cubicBezTo>
                  <a:cubicBezTo>
                    <a:pt x="10885" y="20518"/>
                    <a:pt x="10713" y="21150"/>
                    <a:pt x="10609" y="21770"/>
                  </a:cubicBezTo>
                  <a:cubicBezTo>
                    <a:pt x="10495" y="22401"/>
                    <a:pt x="10438" y="23033"/>
                    <a:pt x="10461" y="23664"/>
                  </a:cubicBezTo>
                  <a:cubicBezTo>
                    <a:pt x="10277" y="23296"/>
                    <a:pt x="10104" y="22929"/>
                    <a:pt x="9932" y="22562"/>
                  </a:cubicBezTo>
                  <a:cubicBezTo>
                    <a:pt x="9461" y="21471"/>
                    <a:pt x="9002" y="20357"/>
                    <a:pt x="8624" y="19221"/>
                  </a:cubicBezTo>
                  <a:cubicBezTo>
                    <a:pt x="10104" y="18463"/>
                    <a:pt x="11849" y="18532"/>
                    <a:pt x="13434" y="18061"/>
                  </a:cubicBezTo>
                  <a:cubicBezTo>
                    <a:pt x="14949" y="17613"/>
                    <a:pt x="16350" y="16603"/>
                    <a:pt x="17062" y="15167"/>
                  </a:cubicBezTo>
                  <a:cubicBezTo>
                    <a:pt x="17487" y="14330"/>
                    <a:pt x="17694" y="13376"/>
                    <a:pt x="17579" y="12435"/>
                  </a:cubicBezTo>
                  <a:cubicBezTo>
                    <a:pt x="17567" y="12332"/>
                    <a:pt x="17510" y="12263"/>
                    <a:pt x="17395" y="12251"/>
                  </a:cubicBezTo>
                  <a:cubicBezTo>
                    <a:pt x="15627" y="12194"/>
                    <a:pt x="13778" y="12194"/>
                    <a:pt x="12102" y="12883"/>
                  </a:cubicBezTo>
                  <a:cubicBezTo>
                    <a:pt x="10655" y="13480"/>
                    <a:pt x="9484" y="14536"/>
                    <a:pt x="8933" y="16029"/>
                  </a:cubicBezTo>
                  <a:cubicBezTo>
                    <a:pt x="8635" y="16821"/>
                    <a:pt x="8509" y="17670"/>
                    <a:pt x="8394" y="18509"/>
                  </a:cubicBezTo>
                  <a:lnTo>
                    <a:pt x="8394" y="18520"/>
                  </a:lnTo>
                  <a:cubicBezTo>
                    <a:pt x="8210" y="17912"/>
                    <a:pt x="8060" y="17292"/>
                    <a:pt x="7946" y="16672"/>
                  </a:cubicBezTo>
                  <a:cubicBezTo>
                    <a:pt x="7636" y="15019"/>
                    <a:pt x="7578" y="13330"/>
                    <a:pt x="7624" y="11654"/>
                  </a:cubicBezTo>
                  <a:cubicBezTo>
                    <a:pt x="10277" y="11758"/>
                    <a:pt x="13319" y="11723"/>
                    <a:pt x="15214" y="9599"/>
                  </a:cubicBezTo>
                  <a:cubicBezTo>
                    <a:pt x="15661" y="9094"/>
                    <a:pt x="15995" y="8508"/>
                    <a:pt x="16178" y="7865"/>
                  </a:cubicBezTo>
                  <a:cubicBezTo>
                    <a:pt x="16201" y="7773"/>
                    <a:pt x="16143" y="7682"/>
                    <a:pt x="16052" y="7648"/>
                  </a:cubicBezTo>
                  <a:cubicBezTo>
                    <a:pt x="14697" y="7188"/>
                    <a:pt x="13250" y="7119"/>
                    <a:pt x="11849" y="7383"/>
                  </a:cubicBezTo>
                  <a:cubicBezTo>
                    <a:pt x="11160" y="7510"/>
                    <a:pt x="10484" y="7716"/>
                    <a:pt x="9886" y="8084"/>
                  </a:cubicBezTo>
                  <a:cubicBezTo>
                    <a:pt x="9369" y="8405"/>
                    <a:pt x="8933" y="8842"/>
                    <a:pt x="8555" y="9324"/>
                  </a:cubicBezTo>
                  <a:cubicBezTo>
                    <a:pt x="8221" y="9760"/>
                    <a:pt x="7935" y="10242"/>
                    <a:pt x="7682" y="10748"/>
                  </a:cubicBezTo>
                  <a:cubicBezTo>
                    <a:pt x="7682" y="10759"/>
                    <a:pt x="7670" y="10759"/>
                    <a:pt x="7659" y="10770"/>
                  </a:cubicBezTo>
                  <a:lnTo>
                    <a:pt x="7693" y="10219"/>
                  </a:lnTo>
                  <a:cubicBezTo>
                    <a:pt x="7739" y="9232"/>
                    <a:pt x="7866" y="8245"/>
                    <a:pt x="8106" y="7280"/>
                  </a:cubicBezTo>
                  <a:cubicBezTo>
                    <a:pt x="8152" y="7119"/>
                    <a:pt x="8198" y="6947"/>
                    <a:pt x="8256" y="6786"/>
                  </a:cubicBezTo>
                  <a:cubicBezTo>
                    <a:pt x="10024" y="7153"/>
                    <a:pt x="12079" y="7028"/>
                    <a:pt x="13239" y="5466"/>
                  </a:cubicBezTo>
                  <a:cubicBezTo>
                    <a:pt x="13354" y="5305"/>
                    <a:pt x="13457" y="5145"/>
                    <a:pt x="13538" y="4972"/>
                  </a:cubicBezTo>
                  <a:cubicBezTo>
                    <a:pt x="13606" y="4811"/>
                    <a:pt x="13709" y="4604"/>
                    <a:pt x="13709" y="4421"/>
                  </a:cubicBezTo>
                  <a:cubicBezTo>
                    <a:pt x="13709" y="4237"/>
                    <a:pt x="13526" y="4191"/>
                    <a:pt x="13377" y="4145"/>
                  </a:cubicBezTo>
                  <a:cubicBezTo>
                    <a:pt x="13158" y="4076"/>
                    <a:pt x="12929" y="4030"/>
                    <a:pt x="12699" y="4007"/>
                  </a:cubicBezTo>
                  <a:cubicBezTo>
                    <a:pt x="11769" y="3893"/>
                    <a:pt x="10805" y="4076"/>
                    <a:pt x="10001" y="4536"/>
                  </a:cubicBezTo>
                  <a:cubicBezTo>
                    <a:pt x="9450" y="4846"/>
                    <a:pt x="8979" y="5282"/>
                    <a:pt x="8624" y="5788"/>
                  </a:cubicBezTo>
                  <a:cubicBezTo>
                    <a:pt x="8761" y="5466"/>
                    <a:pt x="8922" y="5145"/>
                    <a:pt x="9083" y="4823"/>
                  </a:cubicBezTo>
                  <a:lnTo>
                    <a:pt x="9289" y="4444"/>
                  </a:lnTo>
                  <a:cubicBezTo>
                    <a:pt x="11058" y="4260"/>
                    <a:pt x="12826" y="3147"/>
                    <a:pt x="13147" y="1275"/>
                  </a:cubicBezTo>
                  <a:cubicBezTo>
                    <a:pt x="13181" y="1080"/>
                    <a:pt x="13193" y="873"/>
                    <a:pt x="13193" y="667"/>
                  </a:cubicBezTo>
                  <a:cubicBezTo>
                    <a:pt x="13193" y="506"/>
                    <a:pt x="13216" y="242"/>
                    <a:pt x="13089" y="127"/>
                  </a:cubicBezTo>
                  <a:cubicBezTo>
                    <a:pt x="12952" y="1"/>
                    <a:pt x="12745" y="70"/>
                    <a:pt x="12596" y="104"/>
                  </a:cubicBezTo>
                  <a:cubicBezTo>
                    <a:pt x="12389" y="150"/>
                    <a:pt x="12171" y="185"/>
                    <a:pt x="11964" y="230"/>
                  </a:cubicBezTo>
                  <a:cubicBezTo>
                    <a:pt x="11195" y="414"/>
                    <a:pt x="10380" y="701"/>
                    <a:pt x="9841" y="1321"/>
                  </a:cubicBezTo>
                  <a:cubicBezTo>
                    <a:pt x="9484" y="1734"/>
                    <a:pt x="9289" y="2251"/>
                    <a:pt x="9140" y="2756"/>
                  </a:cubicBezTo>
                  <a:cubicBezTo>
                    <a:pt x="8979" y="3273"/>
                    <a:pt x="8853" y="3859"/>
                    <a:pt x="9002" y="4387"/>
                  </a:cubicBezTo>
                  <a:cubicBezTo>
                    <a:pt x="8956" y="4467"/>
                    <a:pt x="8910" y="4536"/>
                    <a:pt x="8876" y="4616"/>
                  </a:cubicBezTo>
                  <a:cubicBezTo>
                    <a:pt x="8761" y="3709"/>
                    <a:pt x="8371" y="2848"/>
                    <a:pt x="7762" y="2170"/>
                  </a:cubicBezTo>
                  <a:cubicBezTo>
                    <a:pt x="7050" y="1402"/>
                    <a:pt x="6086" y="930"/>
                    <a:pt x="5052" y="793"/>
                  </a:cubicBezTo>
                  <a:cubicBezTo>
                    <a:pt x="4938" y="782"/>
                    <a:pt x="4846" y="919"/>
                    <a:pt x="4881" y="1022"/>
                  </a:cubicBezTo>
                  <a:cubicBezTo>
                    <a:pt x="5248" y="2102"/>
                    <a:pt x="5271" y="3296"/>
                    <a:pt x="5799" y="4329"/>
                  </a:cubicBezTo>
                  <a:cubicBezTo>
                    <a:pt x="6017" y="4765"/>
                    <a:pt x="6338" y="5156"/>
                    <a:pt x="6752" y="5431"/>
                  </a:cubicBezTo>
                  <a:cubicBezTo>
                    <a:pt x="7200" y="5719"/>
                    <a:pt x="7728" y="5867"/>
                    <a:pt x="8244" y="5959"/>
                  </a:cubicBezTo>
                  <a:lnTo>
                    <a:pt x="8038" y="6510"/>
                  </a:lnTo>
                  <a:cubicBezTo>
                    <a:pt x="8026" y="6533"/>
                    <a:pt x="8026" y="6545"/>
                    <a:pt x="8026" y="6556"/>
                  </a:cubicBezTo>
                  <a:cubicBezTo>
                    <a:pt x="7716" y="7441"/>
                    <a:pt x="7498" y="8359"/>
                    <a:pt x="7395" y="9278"/>
                  </a:cubicBezTo>
                  <a:cubicBezTo>
                    <a:pt x="7384" y="9335"/>
                    <a:pt x="7372" y="9393"/>
                    <a:pt x="7372" y="9450"/>
                  </a:cubicBezTo>
                  <a:cubicBezTo>
                    <a:pt x="7142" y="8600"/>
                    <a:pt x="6775" y="7785"/>
                    <a:pt x="6246" y="7107"/>
                  </a:cubicBezTo>
                  <a:cubicBezTo>
                    <a:pt x="5397" y="6005"/>
                    <a:pt x="4215" y="5316"/>
                    <a:pt x="2825" y="5145"/>
                  </a:cubicBezTo>
                  <a:cubicBezTo>
                    <a:pt x="1975" y="5030"/>
                    <a:pt x="1115" y="5076"/>
                    <a:pt x="253" y="5133"/>
                  </a:cubicBezTo>
                  <a:cubicBezTo>
                    <a:pt x="127" y="5145"/>
                    <a:pt x="0" y="5293"/>
                    <a:pt x="92" y="5420"/>
                  </a:cubicBezTo>
                  <a:cubicBezTo>
                    <a:pt x="873" y="6487"/>
                    <a:pt x="1138" y="7796"/>
                    <a:pt x="1792" y="8933"/>
                  </a:cubicBezTo>
                  <a:cubicBezTo>
                    <a:pt x="2113" y="9496"/>
                    <a:pt x="2538" y="9978"/>
                    <a:pt x="3089" y="10322"/>
                  </a:cubicBezTo>
                  <a:cubicBezTo>
                    <a:pt x="3652" y="10690"/>
                    <a:pt x="4318" y="10908"/>
                    <a:pt x="4972" y="11034"/>
                  </a:cubicBezTo>
                  <a:cubicBezTo>
                    <a:pt x="5351" y="11115"/>
                    <a:pt x="5730" y="11161"/>
                    <a:pt x="6121" y="11195"/>
                  </a:cubicBezTo>
                  <a:cubicBezTo>
                    <a:pt x="6488" y="11230"/>
                    <a:pt x="6855" y="11253"/>
                    <a:pt x="7211" y="11356"/>
                  </a:cubicBezTo>
                  <a:cubicBezTo>
                    <a:pt x="7188" y="11792"/>
                    <a:pt x="7177" y="12228"/>
                    <a:pt x="7165" y="12664"/>
                  </a:cubicBezTo>
                  <a:cubicBezTo>
                    <a:pt x="7142" y="13779"/>
                    <a:pt x="7165" y="14904"/>
                    <a:pt x="7315" y="16006"/>
                  </a:cubicBezTo>
                  <a:cubicBezTo>
                    <a:pt x="7326" y="16086"/>
                    <a:pt x="7338" y="16167"/>
                    <a:pt x="7349" y="16259"/>
                  </a:cubicBezTo>
                  <a:cubicBezTo>
                    <a:pt x="6981" y="15524"/>
                    <a:pt x="6534" y="14823"/>
                    <a:pt x="5937" y="14272"/>
                  </a:cubicBezTo>
                  <a:cubicBezTo>
                    <a:pt x="4983" y="13399"/>
                    <a:pt x="3720" y="13032"/>
                    <a:pt x="2446" y="13009"/>
                  </a:cubicBezTo>
                  <a:cubicBezTo>
                    <a:pt x="1712" y="12986"/>
                    <a:pt x="977" y="13078"/>
                    <a:pt x="265" y="13216"/>
                  </a:cubicBezTo>
                  <a:cubicBezTo>
                    <a:pt x="138" y="13239"/>
                    <a:pt x="92" y="13399"/>
                    <a:pt x="150" y="13491"/>
                  </a:cubicBezTo>
                  <a:cubicBezTo>
                    <a:pt x="781" y="14536"/>
                    <a:pt x="942" y="15822"/>
                    <a:pt x="1781" y="16741"/>
                  </a:cubicBezTo>
                  <a:cubicBezTo>
                    <a:pt x="2630" y="17682"/>
                    <a:pt x="3962" y="17877"/>
                    <a:pt x="5167" y="18015"/>
                  </a:cubicBezTo>
                  <a:cubicBezTo>
                    <a:pt x="6029" y="18107"/>
                    <a:pt x="6901" y="18210"/>
                    <a:pt x="7762" y="18267"/>
                  </a:cubicBezTo>
                  <a:lnTo>
                    <a:pt x="7797" y="18302"/>
                  </a:lnTo>
                  <a:cubicBezTo>
                    <a:pt x="8175" y="19645"/>
                    <a:pt x="8692" y="20966"/>
                    <a:pt x="9244" y="22263"/>
                  </a:cubicBezTo>
                  <a:lnTo>
                    <a:pt x="9244" y="22275"/>
                  </a:lnTo>
                  <a:cubicBezTo>
                    <a:pt x="9152" y="22160"/>
                    <a:pt x="9048" y="22056"/>
                    <a:pt x="8956" y="21953"/>
                  </a:cubicBezTo>
                  <a:cubicBezTo>
                    <a:pt x="8474" y="21448"/>
                    <a:pt x="7946" y="21012"/>
                    <a:pt x="7257" y="20862"/>
                  </a:cubicBezTo>
                  <a:cubicBezTo>
                    <a:pt x="6603" y="20713"/>
                    <a:pt x="5891" y="20713"/>
                    <a:pt x="5225" y="20782"/>
                  </a:cubicBezTo>
                  <a:cubicBezTo>
                    <a:pt x="4547" y="20851"/>
                    <a:pt x="3881" y="20989"/>
                    <a:pt x="3250" y="21219"/>
                  </a:cubicBezTo>
                  <a:cubicBezTo>
                    <a:pt x="2526" y="21471"/>
                    <a:pt x="1849" y="21816"/>
                    <a:pt x="1229" y="22240"/>
                  </a:cubicBezTo>
                  <a:cubicBezTo>
                    <a:pt x="1115" y="22321"/>
                    <a:pt x="1103" y="22482"/>
                    <a:pt x="1229" y="22562"/>
                  </a:cubicBezTo>
                  <a:cubicBezTo>
                    <a:pt x="1792" y="22906"/>
                    <a:pt x="2240" y="23411"/>
                    <a:pt x="2745" y="23824"/>
                  </a:cubicBezTo>
                  <a:cubicBezTo>
                    <a:pt x="3227" y="24227"/>
                    <a:pt x="3778" y="24525"/>
                    <a:pt x="4363" y="24743"/>
                  </a:cubicBezTo>
                  <a:cubicBezTo>
                    <a:pt x="5592" y="25214"/>
                    <a:pt x="6924" y="25248"/>
                    <a:pt x="8221" y="25030"/>
                  </a:cubicBezTo>
                  <a:close/>
                  <a:moveTo>
                    <a:pt x="15087" y="18842"/>
                  </a:moveTo>
                  <a:cubicBezTo>
                    <a:pt x="15087" y="18933"/>
                    <a:pt x="15076" y="19060"/>
                    <a:pt x="15076" y="19106"/>
                  </a:cubicBezTo>
                  <a:lnTo>
                    <a:pt x="15076" y="19473"/>
                  </a:lnTo>
                  <a:cubicBezTo>
                    <a:pt x="15064" y="19737"/>
                    <a:pt x="15041" y="20002"/>
                    <a:pt x="14995" y="20254"/>
                  </a:cubicBezTo>
                  <a:cubicBezTo>
                    <a:pt x="14835" y="21230"/>
                    <a:pt x="14295" y="21976"/>
                    <a:pt x="13492" y="22528"/>
                  </a:cubicBezTo>
                  <a:cubicBezTo>
                    <a:pt x="12699" y="23056"/>
                    <a:pt x="11780" y="23434"/>
                    <a:pt x="10874" y="23745"/>
                  </a:cubicBezTo>
                  <a:cubicBezTo>
                    <a:pt x="10931" y="23584"/>
                    <a:pt x="10989" y="23411"/>
                    <a:pt x="11058" y="23239"/>
                  </a:cubicBezTo>
                  <a:cubicBezTo>
                    <a:pt x="11172" y="22964"/>
                    <a:pt x="11298" y="22688"/>
                    <a:pt x="11448" y="22424"/>
                  </a:cubicBezTo>
                  <a:cubicBezTo>
                    <a:pt x="11724" y="21919"/>
                    <a:pt x="12045" y="21436"/>
                    <a:pt x="12423" y="20989"/>
                  </a:cubicBezTo>
                  <a:cubicBezTo>
                    <a:pt x="13170" y="20093"/>
                    <a:pt x="14077" y="19405"/>
                    <a:pt x="15087" y="18842"/>
                  </a:cubicBezTo>
                  <a:close/>
                  <a:moveTo>
                    <a:pt x="11218" y="20736"/>
                  </a:moveTo>
                  <a:cubicBezTo>
                    <a:pt x="11413" y="20242"/>
                    <a:pt x="11724" y="19818"/>
                    <a:pt x="12171" y="19519"/>
                  </a:cubicBezTo>
                  <a:cubicBezTo>
                    <a:pt x="12596" y="19232"/>
                    <a:pt x="13078" y="19025"/>
                    <a:pt x="13572" y="18887"/>
                  </a:cubicBezTo>
                  <a:cubicBezTo>
                    <a:pt x="13801" y="18819"/>
                    <a:pt x="14031" y="18773"/>
                    <a:pt x="14272" y="18739"/>
                  </a:cubicBezTo>
                  <a:cubicBezTo>
                    <a:pt x="14398" y="18716"/>
                    <a:pt x="14536" y="18704"/>
                    <a:pt x="14674" y="18693"/>
                  </a:cubicBezTo>
                  <a:cubicBezTo>
                    <a:pt x="14743" y="18693"/>
                    <a:pt x="14858" y="18670"/>
                    <a:pt x="14949" y="18681"/>
                  </a:cubicBezTo>
                  <a:cubicBezTo>
                    <a:pt x="13870" y="19140"/>
                    <a:pt x="12918" y="19887"/>
                    <a:pt x="12148" y="20759"/>
                  </a:cubicBezTo>
                  <a:cubicBezTo>
                    <a:pt x="11746" y="21230"/>
                    <a:pt x="11402" y="21724"/>
                    <a:pt x="11104" y="22263"/>
                  </a:cubicBezTo>
                  <a:cubicBezTo>
                    <a:pt x="10989" y="22470"/>
                    <a:pt x="10874" y="22688"/>
                    <a:pt x="10770" y="22906"/>
                  </a:cubicBezTo>
                  <a:cubicBezTo>
                    <a:pt x="10828" y="22171"/>
                    <a:pt x="10954" y="21425"/>
                    <a:pt x="11218" y="20736"/>
                  </a:cubicBezTo>
                  <a:close/>
                  <a:moveTo>
                    <a:pt x="10277" y="14513"/>
                  </a:moveTo>
                  <a:cubicBezTo>
                    <a:pt x="11356" y="13388"/>
                    <a:pt x="12906" y="12860"/>
                    <a:pt x="14421" y="12676"/>
                  </a:cubicBezTo>
                  <a:cubicBezTo>
                    <a:pt x="15202" y="12596"/>
                    <a:pt x="15995" y="12585"/>
                    <a:pt x="16775" y="12596"/>
                  </a:cubicBezTo>
                  <a:cubicBezTo>
                    <a:pt x="14135" y="13330"/>
                    <a:pt x="11551" y="14731"/>
                    <a:pt x="9703" y="16764"/>
                  </a:cubicBezTo>
                  <a:cubicBezTo>
                    <a:pt x="9381" y="17119"/>
                    <a:pt x="9060" y="17499"/>
                    <a:pt x="8772" y="17900"/>
                  </a:cubicBezTo>
                  <a:cubicBezTo>
                    <a:pt x="9014" y="16672"/>
                    <a:pt x="9381" y="15443"/>
                    <a:pt x="10277" y="14513"/>
                  </a:cubicBezTo>
                  <a:close/>
                  <a:moveTo>
                    <a:pt x="9806" y="17165"/>
                  </a:moveTo>
                  <a:cubicBezTo>
                    <a:pt x="10254" y="16649"/>
                    <a:pt x="10736" y="16178"/>
                    <a:pt x="11264" y="15742"/>
                  </a:cubicBezTo>
                  <a:cubicBezTo>
                    <a:pt x="12378" y="14812"/>
                    <a:pt x="13652" y="14088"/>
                    <a:pt x="14995" y="13526"/>
                  </a:cubicBezTo>
                  <a:cubicBezTo>
                    <a:pt x="15730" y="13216"/>
                    <a:pt x="16488" y="12963"/>
                    <a:pt x="17235" y="12710"/>
                  </a:cubicBezTo>
                  <a:cubicBezTo>
                    <a:pt x="17315" y="14249"/>
                    <a:pt x="16546" y="15696"/>
                    <a:pt x="15340" y="16626"/>
                  </a:cubicBezTo>
                  <a:cubicBezTo>
                    <a:pt x="14020" y="17636"/>
                    <a:pt x="12435" y="17831"/>
                    <a:pt x="10851" y="18096"/>
                  </a:cubicBezTo>
                  <a:cubicBezTo>
                    <a:pt x="10127" y="18210"/>
                    <a:pt x="9392" y="18371"/>
                    <a:pt x="8715" y="18658"/>
                  </a:cubicBezTo>
                  <a:cubicBezTo>
                    <a:pt x="9071" y="18153"/>
                    <a:pt x="9392" y="17636"/>
                    <a:pt x="9806" y="17165"/>
                  </a:cubicBezTo>
                  <a:close/>
                  <a:moveTo>
                    <a:pt x="9875" y="8520"/>
                  </a:moveTo>
                  <a:cubicBezTo>
                    <a:pt x="10954" y="7762"/>
                    <a:pt x="12389" y="7556"/>
                    <a:pt x="13675" y="7590"/>
                  </a:cubicBezTo>
                  <a:cubicBezTo>
                    <a:pt x="13905" y="7590"/>
                    <a:pt x="14123" y="7613"/>
                    <a:pt x="14341" y="7636"/>
                  </a:cubicBezTo>
                  <a:cubicBezTo>
                    <a:pt x="13640" y="7693"/>
                    <a:pt x="12941" y="7923"/>
                    <a:pt x="12275" y="8187"/>
                  </a:cubicBezTo>
                  <a:cubicBezTo>
                    <a:pt x="11126" y="8623"/>
                    <a:pt x="10024" y="9174"/>
                    <a:pt x="8979" y="9840"/>
                  </a:cubicBezTo>
                  <a:cubicBezTo>
                    <a:pt x="8726" y="10001"/>
                    <a:pt x="8474" y="10173"/>
                    <a:pt x="8233" y="10345"/>
                  </a:cubicBezTo>
                  <a:cubicBezTo>
                    <a:pt x="8680" y="9645"/>
                    <a:pt x="9186" y="8990"/>
                    <a:pt x="9875" y="8520"/>
                  </a:cubicBezTo>
                  <a:close/>
                  <a:moveTo>
                    <a:pt x="7739" y="11195"/>
                  </a:moveTo>
                  <a:cubicBezTo>
                    <a:pt x="7981" y="11023"/>
                    <a:pt x="8221" y="10804"/>
                    <a:pt x="8463" y="10633"/>
                  </a:cubicBezTo>
                  <a:cubicBezTo>
                    <a:pt x="8761" y="10414"/>
                    <a:pt x="9060" y="10207"/>
                    <a:pt x="9369" y="10001"/>
                  </a:cubicBezTo>
                  <a:cubicBezTo>
                    <a:pt x="9989" y="9599"/>
                    <a:pt x="10644" y="9243"/>
                    <a:pt x="11310" y="8922"/>
                  </a:cubicBezTo>
                  <a:cubicBezTo>
                    <a:pt x="12642" y="8279"/>
                    <a:pt x="14260" y="7602"/>
                    <a:pt x="15765" y="8003"/>
                  </a:cubicBezTo>
                  <a:cubicBezTo>
                    <a:pt x="15409" y="9013"/>
                    <a:pt x="14628" y="9806"/>
                    <a:pt x="13709" y="10334"/>
                  </a:cubicBezTo>
                  <a:cubicBezTo>
                    <a:pt x="12561" y="11011"/>
                    <a:pt x="11218" y="11241"/>
                    <a:pt x="9909" y="11287"/>
                  </a:cubicBezTo>
                  <a:cubicBezTo>
                    <a:pt x="9175" y="11310"/>
                    <a:pt x="8440" y="11276"/>
                    <a:pt x="7716" y="11241"/>
                  </a:cubicBezTo>
                  <a:cubicBezTo>
                    <a:pt x="7716" y="11230"/>
                    <a:pt x="7728" y="11218"/>
                    <a:pt x="7739" y="11195"/>
                  </a:cubicBezTo>
                  <a:close/>
                  <a:moveTo>
                    <a:pt x="10288" y="4708"/>
                  </a:moveTo>
                  <a:cubicBezTo>
                    <a:pt x="10759" y="4467"/>
                    <a:pt x="11287" y="4318"/>
                    <a:pt x="11815" y="4283"/>
                  </a:cubicBezTo>
                  <a:cubicBezTo>
                    <a:pt x="12091" y="4260"/>
                    <a:pt x="12355" y="4260"/>
                    <a:pt x="12619" y="4295"/>
                  </a:cubicBezTo>
                  <a:cubicBezTo>
                    <a:pt x="12665" y="4295"/>
                    <a:pt x="12699" y="4306"/>
                    <a:pt x="12734" y="4306"/>
                  </a:cubicBezTo>
                  <a:cubicBezTo>
                    <a:pt x="11999" y="4433"/>
                    <a:pt x="11287" y="4639"/>
                    <a:pt x="10598" y="4938"/>
                  </a:cubicBezTo>
                  <a:cubicBezTo>
                    <a:pt x="10150" y="5133"/>
                    <a:pt x="9726" y="5362"/>
                    <a:pt x="9312" y="5627"/>
                  </a:cubicBezTo>
                  <a:cubicBezTo>
                    <a:pt x="9152" y="5742"/>
                    <a:pt x="8979" y="5844"/>
                    <a:pt x="8818" y="5971"/>
                  </a:cubicBezTo>
                  <a:cubicBezTo>
                    <a:pt x="9209" y="5443"/>
                    <a:pt x="9703" y="5018"/>
                    <a:pt x="10288" y="4708"/>
                  </a:cubicBezTo>
                  <a:close/>
                  <a:moveTo>
                    <a:pt x="8968" y="6293"/>
                  </a:moveTo>
                  <a:cubicBezTo>
                    <a:pt x="9140" y="6155"/>
                    <a:pt x="9323" y="6028"/>
                    <a:pt x="9519" y="5913"/>
                  </a:cubicBezTo>
                  <a:cubicBezTo>
                    <a:pt x="9909" y="5661"/>
                    <a:pt x="10311" y="5443"/>
                    <a:pt x="10736" y="5247"/>
                  </a:cubicBezTo>
                  <a:cubicBezTo>
                    <a:pt x="11586" y="4869"/>
                    <a:pt x="12469" y="4593"/>
                    <a:pt x="13388" y="4444"/>
                  </a:cubicBezTo>
                  <a:cubicBezTo>
                    <a:pt x="13400" y="4456"/>
                    <a:pt x="13411" y="4456"/>
                    <a:pt x="13411" y="4456"/>
                  </a:cubicBezTo>
                  <a:cubicBezTo>
                    <a:pt x="13400" y="4639"/>
                    <a:pt x="13262" y="4869"/>
                    <a:pt x="13181" y="5007"/>
                  </a:cubicBezTo>
                  <a:cubicBezTo>
                    <a:pt x="13066" y="5213"/>
                    <a:pt x="12929" y="5397"/>
                    <a:pt x="12768" y="5569"/>
                  </a:cubicBezTo>
                  <a:cubicBezTo>
                    <a:pt x="12435" y="5902"/>
                    <a:pt x="12045" y="6155"/>
                    <a:pt x="11609" y="6339"/>
                  </a:cubicBezTo>
                  <a:cubicBezTo>
                    <a:pt x="10678" y="6706"/>
                    <a:pt x="9668" y="6671"/>
                    <a:pt x="8703" y="6510"/>
                  </a:cubicBezTo>
                  <a:cubicBezTo>
                    <a:pt x="8795" y="6430"/>
                    <a:pt x="8876" y="6362"/>
                    <a:pt x="8968" y="6293"/>
                  </a:cubicBezTo>
                  <a:close/>
                  <a:moveTo>
                    <a:pt x="12895" y="402"/>
                  </a:moveTo>
                  <a:lnTo>
                    <a:pt x="12895" y="563"/>
                  </a:lnTo>
                  <a:cubicBezTo>
                    <a:pt x="12895" y="770"/>
                    <a:pt x="12872" y="965"/>
                    <a:pt x="12826" y="1160"/>
                  </a:cubicBezTo>
                  <a:cubicBezTo>
                    <a:pt x="12653" y="1918"/>
                    <a:pt x="12240" y="2584"/>
                    <a:pt x="11643" y="3078"/>
                  </a:cubicBezTo>
                  <a:cubicBezTo>
                    <a:pt x="11058" y="3571"/>
                    <a:pt x="10323" y="3859"/>
                    <a:pt x="9565" y="3984"/>
                  </a:cubicBezTo>
                  <a:cubicBezTo>
                    <a:pt x="10438" y="2596"/>
                    <a:pt x="11586" y="1390"/>
                    <a:pt x="12895" y="402"/>
                  </a:cubicBezTo>
                  <a:close/>
                  <a:moveTo>
                    <a:pt x="9795" y="1861"/>
                  </a:moveTo>
                  <a:cubicBezTo>
                    <a:pt x="10173" y="1206"/>
                    <a:pt x="10839" y="839"/>
                    <a:pt x="11551" y="632"/>
                  </a:cubicBezTo>
                  <a:cubicBezTo>
                    <a:pt x="11884" y="529"/>
                    <a:pt x="12229" y="460"/>
                    <a:pt x="12573" y="391"/>
                  </a:cubicBezTo>
                  <a:cubicBezTo>
                    <a:pt x="11206" y="1356"/>
                    <a:pt x="10070" y="2596"/>
                    <a:pt x="9209" y="4019"/>
                  </a:cubicBezTo>
                  <a:cubicBezTo>
                    <a:pt x="9209" y="3273"/>
                    <a:pt x="9415" y="2504"/>
                    <a:pt x="9795" y="1861"/>
                  </a:cubicBezTo>
                  <a:close/>
                  <a:moveTo>
                    <a:pt x="8532" y="5053"/>
                  </a:moveTo>
                  <a:cubicBezTo>
                    <a:pt x="8532" y="5110"/>
                    <a:pt x="8555" y="5156"/>
                    <a:pt x="8589" y="5179"/>
                  </a:cubicBezTo>
                  <a:cubicBezTo>
                    <a:pt x="8543" y="5270"/>
                    <a:pt x="8509" y="5351"/>
                    <a:pt x="8474" y="5431"/>
                  </a:cubicBezTo>
                  <a:cubicBezTo>
                    <a:pt x="8405" y="5305"/>
                    <a:pt x="8348" y="5190"/>
                    <a:pt x="8290" y="5064"/>
                  </a:cubicBezTo>
                  <a:cubicBezTo>
                    <a:pt x="8187" y="4823"/>
                    <a:pt x="8072" y="4593"/>
                    <a:pt x="7969" y="4352"/>
                  </a:cubicBezTo>
                  <a:cubicBezTo>
                    <a:pt x="7739" y="3882"/>
                    <a:pt x="7498" y="3410"/>
                    <a:pt x="7211" y="2963"/>
                  </a:cubicBezTo>
                  <a:cubicBezTo>
                    <a:pt x="6820" y="2354"/>
                    <a:pt x="6361" y="1792"/>
                    <a:pt x="5810" y="1333"/>
                  </a:cubicBezTo>
                  <a:cubicBezTo>
                    <a:pt x="7384" y="1872"/>
                    <a:pt x="8497" y="3353"/>
                    <a:pt x="8532" y="5053"/>
                  </a:cubicBezTo>
                  <a:close/>
                  <a:moveTo>
                    <a:pt x="6958" y="5145"/>
                  </a:moveTo>
                  <a:cubicBezTo>
                    <a:pt x="6545" y="4880"/>
                    <a:pt x="6258" y="4479"/>
                    <a:pt x="6040" y="4030"/>
                  </a:cubicBezTo>
                  <a:cubicBezTo>
                    <a:pt x="5638" y="3147"/>
                    <a:pt x="5580" y="2159"/>
                    <a:pt x="5317" y="1229"/>
                  </a:cubicBezTo>
                  <a:cubicBezTo>
                    <a:pt x="6029" y="1757"/>
                    <a:pt x="6591" y="2435"/>
                    <a:pt x="7050" y="3181"/>
                  </a:cubicBezTo>
                  <a:cubicBezTo>
                    <a:pt x="7303" y="3583"/>
                    <a:pt x="7521" y="4019"/>
                    <a:pt x="7728" y="4444"/>
                  </a:cubicBezTo>
                  <a:cubicBezTo>
                    <a:pt x="7843" y="4673"/>
                    <a:pt x="7935" y="4892"/>
                    <a:pt x="8038" y="5122"/>
                  </a:cubicBezTo>
                  <a:cubicBezTo>
                    <a:pt x="8118" y="5293"/>
                    <a:pt x="8175" y="5489"/>
                    <a:pt x="8256" y="5661"/>
                  </a:cubicBezTo>
                  <a:cubicBezTo>
                    <a:pt x="7808" y="5523"/>
                    <a:pt x="7361" y="5397"/>
                    <a:pt x="6958" y="5145"/>
                  </a:cubicBezTo>
                  <a:close/>
                  <a:moveTo>
                    <a:pt x="5501" y="10782"/>
                  </a:moveTo>
                  <a:cubicBezTo>
                    <a:pt x="4823" y="10690"/>
                    <a:pt x="4146" y="10518"/>
                    <a:pt x="3537" y="10196"/>
                  </a:cubicBezTo>
                  <a:cubicBezTo>
                    <a:pt x="2952" y="9886"/>
                    <a:pt x="2492" y="9439"/>
                    <a:pt x="2148" y="8876"/>
                  </a:cubicBezTo>
                  <a:cubicBezTo>
                    <a:pt x="1815" y="8324"/>
                    <a:pt x="1597" y="7716"/>
                    <a:pt x="1355" y="7119"/>
                  </a:cubicBezTo>
                  <a:cubicBezTo>
                    <a:pt x="1161" y="6625"/>
                    <a:pt x="954" y="6109"/>
                    <a:pt x="678" y="5638"/>
                  </a:cubicBezTo>
                  <a:cubicBezTo>
                    <a:pt x="1195" y="5719"/>
                    <a:pt x="1677" y="5867"/>
                    <a:pt x="2148" y="6120"/>
                  </a:cubicBezTo>
                  <a:cubicBezTo>
                    <a:pt x="2687" y="6396"/>
                    <a:pt x="3181" y="6752"/>
                    <a:pt x="3641" y="7130"/>
                  </a:cubicBezTo>
                  <a:cubicBezTo>
                    <a:pt x="4559" y="7888"/>
                    <a:pt x="5478" y="8704"/>
                    <a:pt x="6212" y="9645"/>
                  </a:cubicBezTo>
                  <a:cubicBezTo>
                    <a:pt x="6430" y="9921"/>
                    <a:pt x="6626" y="10207"/>
                    <a:pt x="6809" y="10518"/>
                  </a:cubicBezTo>
                  <a:cubicBezTo>
                    <a:pt x="6901" y="10667"/>
                    <a:pt x="6981" y="10827"/>
                    <a:pt x="7050" y="10988"/>
                  </a:cubicBezTo>
                  <a:cubicBezTo>
                    <a:pt x="6557" y="10839"/>
                    <a:pt x="5994" y="10862"/>
                    <a:pt x="5501" y="10782"/>
                  </a:cubicBezTo>
                  <a:close/>
                  <a:moveTo>
                    <a:pt x="6626" y="9679"/>
                  </a:moveTo>
                  <a:cubicBezTo>
                    <a:pt x="6246" y="9186"/>
                    <a:pt x="5810" y="8715"/>
                    <a:pt x="5363" y="8279"/>
                  </a:cubicBezTo>
                  <a:cubicBezTo>
                    <a:pt x="4467" y="7406"/>
                    <a:pt x="3491" y="6510"/>
                    <a:pt x="2389" y="5925"/>
                  </a:cubicBezTo>
                  <a:cubicBezTo>
                    <a:pt x="2021" y="5730"/>
                    <a:pt x="1631" y="5558"/>
                    <a:pt x="1229" y="5466"/>
                  </a:cubicBezTo>
                  <a:cubicBezTo>
                    <a:pt x="2309" y="5420"/>
                    <a:pt x="3388" y="5489"/>
                    <a:pt x="4352" y="5982"/>
                  </a:cubicBezTo>
                  <a:cubicBezTo>
                    <a:pt x="5512" y="6579"/>
                    <a:pt x="6338" y="7659"/>
                    <a:pt x="6775" y="8865"/>
                  </a:cubicBezTo>
                  <a:cubicBezTo>
                    <a:pt x="6970" y="9381"/>
                    <a:pt x="7085" y="9909"/>
                    <a:pt x="7154" y="10449"/>
                  </a:cubicBezTo>
                  <a:cubicBezTo>
                    <a:pt x="6993" y="10173"/>
                    <a:pt x="6809" y="9921"/>
                    <a:pt x="6626" y="9679"/>
                  </a:cubicBezTo>
                  <a:close/>
                  <a:moveTo>
                    <a:pt x="5684" y="17705"/>
                  </a:moveTo>
                  <a:cubicBezTo>
                    <a:pt x="5052" y="17624"/>
                    <a:pt x="4398" y="17568"/>
                    <a:pt x="3778" y="17418"/>
                  </a:cubicBezTo>
                  <a:cubicBezTo>
                    <a:pt x="3192" y="17269"/>
                    <a:pt x="2618" y="17039"/>
                    <a:pt x="2171" y="16614"/>
                  </a:cubicBezTo>
                  <a:cubicBezTo>
                    <a:pt x="1746" y="16201"/>
                    <a:pt x="1482" y="15662"/>
                    <a:pt x="1275" y="15110"/>
                  </a:cubicBezTo>
                  <a:cubicBezTo>
                    <a:pt x="1080" y="14628"/>
                    <a:pt x="908" y="14134"/>
                    <a:pt x="666" y="13664"/>
                  </a:cubicBezTo>
                  <a:cubicBezTo>
                    <a:pt x="1344" y="13744"/>
                    <a:pt x="1987" y="13859"/>
                    <a:pt x="2630" y="14111"/>
                  </a:cubicBezTo>
                  <a:cubicBezTo>
                    <a:pt x="3307" y="14376"/>
                    <a:pt x="3939" y="14731"/>
                    <a:pt x="4524" y="15156"/>
                  </a:cubicBezTo>
                  <a:cubicBezTo>
                    <a:pt x="5144" y="15604"/>
                    <a:pt x="5707" y="16109"/>
                    <a:pt x="6246" y="16649"/>
                  </a:cubicBezTo>
                  <a:cubicBezTo>
                    <a:pt x="6660" y="17062"/>
                    <a:pt x="7039" y="17499"/>
                    <a:pt x="7429" y="17923"/>
                  </a:cubicBezTo>
                  <a:cubicBezTo>
                    <a:pt x="6855" y="17831"/>
                    <a:pt x="6269" y="17762"/>
                    <a:pt x="5684" y="17705"/>
                  </a:cubicBezTo>
                  <a:close/>
                  <a:moveTo>
                    <a:pt x="6407" y="16384"/>
                  </a:moveTo>
                  <a:cubicBezTo>
                    <a:pt x="5845" y="15833"/>
                    <a:pt x="5248" y="15317"/>
                    <a:pt x="4605" y="14869"/>
                  </a:cubicBezTo>
                  <a:cubicBezTo>
                    <a:pt x="4008" y="14445"/>
                    <a:pt x="3353" y="14088"/>
                    <a:pt x="2676" y="13836"/>
                  </a:cubicBezTo>
                  <a:cubicBezTo>
                    <a:pt x="2205" y="13664"/>
                    <a:pt x="1700" y="13514"/>
                    <a:pt x="1184" y="13445"/>
                  </a:cubicBezTo>
                  <a:cubicBezTo>
                    <a:pt x="2113" y="13330"/>
                    <a:pt x="3066" y="13342"/>
                    <a:pt x="3962" y="13595"/>
                  </a:cubicBezTo>
                  <a:cubicBezTo>
                    <a:pt x="5156" y="13950"/>
                    <a:pt x="6040" y="14766"/>
                    <a:pt x="6672" y="15822"/>
                  </a:cubicBezTo>
                  <a:cubicBezTo>
                    <a:pt x="7004" y="16373"/>
                    <a:pt x="7257" y="16959"/>
                    <a:pt x="7532" y="17533"/>
                  </a:cubicBezTo>
                  <a:cubicBezTo>
                    <a:pt x="7165" y="17142"/>
                    <a:pt x="6786" y="16764"/>
                    <a:pt x="6407" y="16384"/>
                  </a:cubicBezTo>
                  <a:close/>
                  <a:moveTo>
                    <a:pt x="4881" y="21184"/>
                  </a:moveTo>
                  <a:cubicBezTo>
                    <a:pt x="5489" y="21092"/>
                    <a:pt x="6132" y="21081"/>
                    <a:pt x="6752" y="21138"/>
                  </a:cubicBezTo>
                  <a:cubicBezTo>
                    <a:pt x="7096" y="21184"/>
                    <a:pt x="7440" y="21265"/>
                    <a:pt x="7751" y="21425"/>
                  </a:cubicBezTo>
                  <a:cubicBezTo>
                    <a:pt x="8038" y="21586"/>
                    <a:pt x="8290" y="21804"/>
                    <a:pt x="8520" y="22022"/>
                  </a:cubicBezTo>
                  <a:cubicBezTo>
                    <a:pt x="8956" y="22459"/>
                    <a:pt x="9312" y="22941"/>
                    <a:pt x="9668" y="23446"/>
                  </a:cubicBezTo>
                  <a:cubicBezTo>
                    <a:pt x="9530" y="23354"/>
                    <a:pt x="9381" y="23262"/>
                    <a:pt x="9232" y="23182"/>
                  </a:cubicBezTo>
                  <a:cubicBezTo>
                    <a:pt x="8738" y="22895"/>
                    <a:pt x="8210" y="22665"/>
                    <a:pt x="7659" y="22493"/>
                  </a:cubicBezTo>
                  <a:cubicBezTo>
                    <a:pt x="6453" y="22091"/>
                    <a:pt x="5156" y="21953"/>
                    <a:pt x="3881" y="22022"/>
                  </a:cubicBezTo>
                  <a:cubicBezTo>
                    <a:pt x="3181" y="22056"/>
                    <a:pt x="2458" y="22137"/>
                    <a:pt x="1781" y="22321"/>
                  </a:cubicBezTo>
                  <a:cubicBezTo>
                    <a:pt x="2722" y="21735"/>
                    <a:pt x="3778" y="21344"/>
                    <a:pt x="4881" y="21184"/>
                  </a:cubicBezTo>
                  <a:close/>
                  <a:moveTo>
                    <a:pt x="3009" y="23572"/>
                  </a:moveTo>
                  <a:cubicBezTo>
                    <a:pt x="2607" y="23250"/>
                    <a:pt x="2251" y="22883"/>
                    <a:pt x="1849" y="22562"/>
                  </a:cubicBezTo>
                  <a:cubicBezTo>
                    <a:pt x="2641" y="22436"/>
                    <a:pt x="3434" y="22298"/>
                    <a:pt x="4238" y="22286"/>
                  </a:cubicBezTo>
                  <a:cubicBezTo>
                    <a:pt x="5041" y="22275"/>
                    <a:pt x="5856" y="22332"/>
                    <a:pt x="6637" y="22516"/>
                  </a:cubicBezTo>
                  <a:cubicBezTo>
                    <a:pt x="7338" y="22665"/>
                    <a:pt x="8004" y="22906"/>
                    <a:pt x="8646" y="23227"/>
                  </a:cubicBezTo>
                  <a:cubicBezTo>
                    <a:pt x="8956" y="23388"/>
                    <a:pt x="9255" y="23561"/>
                    <a:pt x="9553" y="23756"/>
                  </a:cubicBezTo>
                  <a:cubicBezTo>
                    <a:pt x="9749" y="23893"/>
                    <a:pt x="9932" y="24043"/>
                    <a:pt x="10127" y="24192"/>
                  </a:cubicBezTo>
                  <a:cubicBezTo>
                    <a:pt x="9565" y="24353"/>
                    <a:pt x="9014" y="24536"/>
                    <a:pt x="8440" y="24640"/>
                  </a:cubicBezTo>
                  <a:cubicBezTo>
                    <a:pt x="7774" y="24778"/>
                    <a:pt x="7096" y="24824"/>
                    <a:pt x="6419" y="24789"/>
                  </a:cubicBezTo>
                  <a:cubicBezTo>
                    <a:pt x="5190" y="24732"/>
                    <a:pt x="3962" y="24353"/>
                    <a:pt x="3009" y="23572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6"/>
            <p:cNvSpPr/>
            <p:nvPr/>
          </p:nvSpPr>
          <p:spPr>
            <a:xfrm>
              <a:off x="7966967" y="1230134"/>
              <a:ext cx="248071" cy="112077"/>
            </a:xfrm>
            <a:custGeom>
              <a:rect b="b" l="l" r="r" t="t"/>
              <a:pathLst>
                <a:path extrusionOk="0" h="2760" w="6109">
                  <a:moveTo>
                    <a:pt x="5179" y="0"/>
                  </a:moveTo>
                  <a:cubicBezTo>
                    <a:pt x="3964" y="0"/>
                    <a:pt x="2648" y="228"/>
                    <a:pt x="1642" y="934"/>
                  </a:cubicBezTo>
                  <a:cubicBezTo>
                    <a:pt x="953" y="1404"/>
                    <a:pt x="447" y="2059"/>
                    <a:pt x="0" y="2759"/>
                  </a:cubicBezTo>
                  <a:cubicBezTo>
                    <a:pt x="241" y="2587"/>
                    <a:pt x="493" y="2415"/>
                    <a:pt x="746" y="2254"/>
                  </a:cubicBezTo>
                  <a:cubicBezTo>
                    <a:pt x="1791" y="1588"/>
                    <a:pt x="2893" y="1037"/>
                    <a:pt x="4042" y="601"/>
                  </a:cubicBezTo>
                  <a:cubicBezTo>
                    <a:pt x="4708" y="337"/>
                    <a:pt x="5407" y="107"/>
                    <a:pt x="6108" y="50"/>
                  </a:cubicBezTo>
                  <a:cubicBezTo>
                    <a:pt x="5890" y="27"/>
                    <a:pt x="5672" y="4"/>
                    <a:pt x="5442" y="4"/>
                  </a:cubicBezTo>
                  <a:cubicBezTo>
                    <a:pt x="5355" y="1"/>
                    <a:pt x="5268" y="0"/>
                    <a:pt x="5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6"/>
            <p:cNvSpPr/>
            <p:nvPr/>
          </p:nvSpPr>
          <p:spPr>
            <a:xfrm>
              <a:off x="7945973" y="1242154"/>
              <a:ext cx="326850" cy="138593"/>
            </a:xfrm>
            <a:custGeom>
              <a:rect b="b" l="l" r="r" t="t"/>
              <a:pathLst>
                <a:path extrusionOk="0" h="3413" w="8049">
                  <a:moveTo>
                    <a:pt x="7096" y="0"/>
                  </a:moveTo>
                  <a:cubicBezTo>
                    <a:pt x="5882" y="0"/>
                    <a:pt x="4648" y="531"/>
                    <a:pt x="3594" y="1040"/>
                  </a:cubicBezTo>
                  <a:cubicBezTo>
                    <a:pt x="2928" y="1361"/>
                    <a:pt x="2273" y="1717"/>
                    <a:pt x="1653" y="2119"/>
                  </a:cubicBezTo>
                  <a:cubicBezTo>
                    <a:pt x="1344" y="2325"/>
                    <a:pt x="1045" y="2532"/>
                    <a:pt x="747" y="2751"/>
                  </a:cubicBezTo>
                  <a:cubicBezTo>
                    <a:pt x="505" y="2922"/>
                    <a:pt x="265" y="3141"/>
                    <a:pt x="23" y="3313"/>
                  </a:cubicBezTo>
                  <a:cubicBezTo>
                    <a:pt x="12" y="3336"/>
                    <a:pt x="0" y="3348"/>
                    <a:pt x="0" y="3359"/>
                  </a:cubicBezTo>
                  <a:cubicBezTo>
                    <a:pt x="560" y="3386"/>
                    <a:pt x="1126" y="3412"/>
                    <a:pt x="1693" y="3412"/>
                  </a:cubicBezTo>
                  <a:cubicBezTo>
                    <a:pt x="1860" y="3412"/>
                    <a:pt x="2027" y="3410"/>
                    <a:pt x="2193" y="3405"/>
                  </a:cubicBezTo>
                  <a:cubicBezTo>
                    <a:pt x="3502" y="3359"/>
                    <a:pt x="4845" y="3129"/>
                    <a:pt x="5993" y="2452"/>
                  </a:cubicBezTo>
                  <a:cubicBezTo>
                    <a:pt x="6912" y="1924"/>
                    <a:pt x="7693" y="1131"/>
                    <a:pt x="8049" y="121"/>
                  </a:cubicBezTo>
                  <a:cubicBezTo>
                    <a:pt x="7735" y="37"/>
                    <a:pt x="7417" y="0"/>
                    <a:pt x="7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6"/>
            <p:cNvSpPr/>
            <p:nvPr/>
          </p:nvSpPr>
          <p:spPr>
            <a:xfrm>
              <a:off x="7990722" y="1095356"/>
              <a:ext cx="159019" cy="69236"/>
            </a:xfrm>
            <a:custGeom>
              <a:rect b="b" l="l" r="r" t="t"/>
              <a:pathLst>
                <a:path extrusionOk="0" h="1705" w="3916">
                  <a:moveTo>
                    <a:pt x="3362" y="0"/>
                  </a:moveTo>
                  <a:cubicBezTo>
                    <a:pt x="3242" y="0"/>
                    <a:pt x="3121" y="6"/>
                    <a:pt x="2997" y="16"/>
                  </a:cubicBezTo>
                  <a:cubicBezTo>
                    <a:pt x="2469" y="51"/>
                    <a:pt x="1941" y="200"/>
                    <a:pt x="1470" y="441"/>
                  </a:cubicBezTo>
                  <a:cubicBezTo>
                    <a:pt x="885" y="751"/>
                    <a:pt x="391" y="1176"/>
                    <a:pt x="0" y="1704"/>
                  </a:cubicBezTo>
                  <a:cubicBezTo>
                    <a:pt x="161" y="1577"/>
                    <a:pt x="334" y="1475"/>
                    <a:pt x="494" y="1360"/>
                  </a:cubicBezTo>
                  <a:cubicBezTo>
                    <a:pt x="908" y="1095"/>
                    <a:pt x="1332" y="866"/>
                    <a:pt x="1780" y="671"/>
                  </a:cubicBezTo>
                  <a:cubicBezTo>
                    <a:pt x="2469" y="372"/>
                    <a:pt x="3181" y="166"/>
                    <a:pt x="3916" y="39"/>
                  </a:cubicBezTo>
                  <a:cubicBezTo>
                    <a:pt x="3881" y="39"/>
                    <a:pt x="3847" y="28"/>
                    <a:pt x="3801" y="28"/>
                  </a:cubicBezTo>
                  <a:cubicBezTo>
                    <a:pt x="3655" y="9"/>
                    <a:pt x="3509" y="0"/>
                    <a:pt x="3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6"/>
            <p:cNvSpPr/>
            <p:nvPr/>
          </p:nvSpPr>
          <p:spPr>
            <a:xfrm>
              <a:off x="7986053" y="1102503"/>
              <a:ext cx="191180" cy="88646"/>
            </a:xfrm>
            <a:custGeom>
              <a:rect b="b" l="l" r="r" t="t"/>
              <a:pathLst>
                <a:path extrusionOk="0" h="2183" w="4708">
                  <a:moveTo>
                    <a:pt x="4685" y="1"/>
                  </a:moveTo>
                  <a:cubicBezTo>
                    <a:pt x="3766" y="150"/>
                    <a:pt x="2883" y="426"/>
                    <a:pt x="2033" y="804"/>
                  </a:cubicBezTo>
                  <a:cubicBezTo>
                    <a:pt x="1608" y="1000"/>
                    <a:pt x="1206" y="1218"/>
                    <a:pt x="816" y="1470"/>
                  </a:cubicBezTo>
                  <a:cubicBezTo>
                    <a:pt x="620" y="1585"/>
                    <a:pt x="437" y="1712"/>
                    <a:pt x="265" y="1850"/>
                  </a:cubicBezTo>
                  <a:cubicBezTo>
                    <a:pt x="173" y="1919"/>
                    <a:pt x="92" y="1987"/>
                    <a:pt x="0" y="2067"/>
                  </a:cubicBezTo>
                  <a:cubicBezTo>
                    <a:pt x="418" y="2137"/>
                    <a:pt x="844" y="2183"/>
                    <a:pt x="1268" y="2183"/>
                  </a:cubicBezTo>
                  <a:cubicBezTo>
                    <a:pt x="1825" y="2183"/>
                    <a:pt x="2378" y="2104"/>
                    <a:pt x="2906" y="1896"/>
                  </a:cubicBezTo>
                  <a:cubicBezTo>
                    <a:pt x="3342" y="1712"/>
                    <a:pt x="3732" y="1459"/>
                    <a:pt x="4065" y="1126"/>
                  </a:cubicBezTo>
                  <a:cubicBezTo>
                    <a:pt x="4226" y="954"/>
                    <a:pt x="4363" y="770"/>
                    <a:pt x="4478" y="564"/>
                  </a:cubicBezTo>
                  <a:cubicBezTo>
                    <a:pt x="4559" y="426"/>
                    <a:pt x="4697" y="196"/>
                    <a:pt x="4708" y="13"/>
                  </a:cubicBezTo>
                  <a:cubicBezTo>
                    <a:pt x="4708" y="13"/>
                    <a:pt x="4697" y="13"/>
                    <a:pt x="4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6"/>
            <p:cNvSpPr/>
            <p:nvPr/>
          </p:nvSpPr>
          <p:spPr>
            <a:xfrm>
              <a:off x="8021056" y="938407"/>
              <a:ext cx="135223" cy="145497"/>
            </a:xfrm>
            <a:custGeom>
              <a:rect b="b" l="l" r="r" t="t"/>
              <a:pathLst>
                <a:path extrusionOk="0" h="3583" w="3330">
                  <a:moveTo>
                    <a:pt x="3330" y="0"/>
                  </a:moveTo>
                  <a:cubicBezTo>
                    <a:pt x="2021" y="988"/>
                    <a:pt x="873" y="2194"/>
                    <a:pt x="0" y="3582"/>
                  </a:cubicBezTo>
                  <a:cubicBezTo>
                    <a:pt x="758" y="3457"/>
                    <a:pt x="1493" y="3169"/>
                    <a:pt x="2078" y="2676"/>
                  </a:cubicBezTo>
                  <a:cubicBezTo>
                    <a:pt x="2675" y="2182"/>
                    <a:pt x="3088" y="1516"/>
                    <a:pt x="3261" y="758"/>
                  </a:cubicBezTo>
                  <a:cubicBezTo>
                    <a:pt x="3307" y="563"/>
                    <a:pt x="3330" y="368"/>
                    <a:pt x="3330" y="161"/>
                  </a:cubicBezTo>
                  <a:lnTo>
                    <a:pt x="33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6"/>
            <p:cNvSpPr/>
            <p:nvPr/>
          </p:nvSpPr>
          <p:spPr>
            <a:xfrm>
              <a:off x="8006559" y="937960"/>
              <a:ext cx="136685" cy="147365"/>
            </a:xfrm>
            <a:custGeom>
              <a:rect b="b" l="l" r="r" t="t"/>
              <a:pathLst>
                <a:path extrusionOk="0" h="3629" w="3366">
                  <a:moveTo>
                    <a:pt x="3365" y="0"/>
                  </a:moveTo>
                  <a:cubicBezTo>
                    <a:pt x="3021" y="69"/>
                    <a:pt x="2676" y="138"/>
                    <a:pt x="2343" y="241"/>
                  </a:cubicBezTo>
                  <a:cubicBezTo>
                    <a:pt x="1631" y="448"/>
                    <a:pt x="965" y="815"/>
                    <a:pt x="587" y="1470"/>
                  </a:cubicBezTo>
                  <a:cubicBezTo>
                    <a:pt x="207" y="2113"/>
                    <a:pt x="1" y="2882"/>
                    <a:pt x="1" y="3628"/>
                  </a:cubicBezTo>
                  <a:cubicBezTo>
                    <a:pt x="862" y="2205"/>
                    <a:pt x="1998" y="965"/>
                    <a:pt x="33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6"/>
            <p:cNvSpPr/>
            <p:nvPr/>
          </p:nvSpPr>
          <p:spPr>
            <a:xfrm>
              <a:off x="7868577" y="976172"/>
              <a:ext cx="112848" cy="166491"/>
            </a:xfrm>
            <a:custGeom>
              <a:rect b="b" l="l" r="r" t="t"/>
              <a:pathLst>
                <a:path extrusionOk="0" h="4100" w="2779">
                  <a:moveTo>
                    <a:pt x="0" y="1"/>
                  </a:moveTo>
                  <a:lnTo>
                    <a:pt x="0" y="1"/>
                  </a:lnTo>
                  <a:cubicBezTo>
                    <a:pt x="551" y="460"/>
                    <a:pt x="1010" y="1022"/>
                    <a:pt x="1401" y="1631"/>
                  </a:cubicBezTo>
                  <a:cubicBezTo>
                    <a:pt x="1688" y="2078"/>
                    <a:pt x="1929" y="2550"/>
                    <a:pt x="2159" y="3020"/>
                  </a:cubicBezTo>
                  <a:cubicBezTo>
                    <a:pt x="2262" y="3261"/>
                    <a:pt x="2377" y="3491"/>
                    <a:pt x="2480" y="3732"/>
                  </a:cubicBezTo>
                  <a:cubicBezTo>
                    <a:pt x="2538" y="3858"/>
                    <a:pt x="2595" y="3973"/>
                    <a:pt x="2664" y="4099"/>
                  </a:cubicBezTo>
                  <a:cubicBezTo>
                    <a:pt x="2699" y="4019"/>
                    <a:pt x="2733" y="3938"/>
                    <a:pt x="2779" y="3847"/>
                  </a:cubicBezTo>
                  <a:cubicBezTo>
                    <a:pt x="2745" y="3824"/>
                    <a:pt x="2722" y="3778"/>
                    <a:pt x="2722" y="3721"/>
                  </a:cubicBezTo>
                  <a:cubicBezTo>
                    <a:pt x="2687" y="2021"/>
                    <a:pt x="1574" y="54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6"/>
            <p:cNvSpPr/>
            <p:nvPr/>
          </p:nvSpPr>
          <p:spPr>
            <a:xfrm>
              <a:off x="7848517" y="971949"/>
              <a:ext cx="119427" cy="180013"/>
            </a:xfrm>
            <a:custGeom>
              <a:rect b="b" l="l" r="r" t="t"/>
              <a:pathLst>
                <a:path extrusionOk="0" h="4433" w="2941">
                  <a:moveTo>
                    <a:pt x="1" y="1"/>
                  </a:moveTo>
                  <a:cubicBezTo>
                    <a:pt x="264" y="931"/>
                    <a:pt x="322" y="1919"/>
                    <a:pt x="724" y="2802"/>
                  </a:cubicBezTo>
                  <a:cubicBezTo>
                    <a:pt x="942" y="3251"/>
                    <a:pt x="1229" y="3652"/>
                    <a:pt x="1642" y="3917"/>
                  </a:cubicBezTo>
                  <a:cubicBezTo>
                    <a:pt x="2045" y="4169"/>
                    <a:pt x="2492" y="4295"/>
                    <a:pt x="2940" y="4433"/>
                  </a:cubicBezTo>
                  <a:cubicBezTo>
                    <a:pt x="2859" y="4261"/>
                    <a:pt x="2802" y="4065"/>
                    <a:pt x="2722" y="3894"/>
                  </a:cubicBezTo>
                  <a:cubicBezTo>
                    <a:pt x="2619" y="3664"/>
                    <a:pt x="2527" y="3445"/>
                    <a:pt x="2412" y="3216"/>
                  </a:cubicBezTo>
                  <a:cubicBezTo>
                    <a:pt x="2205" y="2791"/>
                    <a:pt x="1987" y="2355"/>
                    <a:pt x="1734" y="1953"/>
                  </a:cubicBezTo>
                  <a:cubicBezTo>
                    <a:pt x="1275" y="1207"/>
                    <a:pt x="713" y="529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6"/>
            <p:cNvSpPr/>
            <p:nvPr/>
          </p:nvSpPr>
          <p:spPr>
            <a:xfrm>
              <a:off x="7660182" y="1150989"/>
              <a:ext cx="258792" cy="217331"/>
            </a:xfrm>
            <a:custGeom>
              <a:rect b="b" l="l" r="r" t="t"/>
              <a:pathLst>
                <a:path extrusionOk="0" h="5352" w="6373">
                  <a:moveTo>
                    <a:pt x="0" y="1"/>
                  </a:moveTo>
                  <a:cubicBezTo>
                    <a:pt x="276" y="472"/>
                    <a:pt x="483" y="988"/>
                    <a:pt x="677" y="1482"/>
                  </a:cubicBezTo>
                  <a:cubicBezTo>
                    <a:pt x="919" y="2079"/>
                    <a:pt x="1137" y="2687"/>
                    <a:pt x="1470" y="3239"/>
                  </a:cubicBezTo>
                  <a:cubicBezTo>
                    <a:pt x="1814" y="3802"/>
                    <a:pt x="2274" y="4249"/>
                    <a:pt x="2859" y="4559"/>
                  </a:cubicBezTo>
                  <a:cubicBezTo>
                    <a:pt x="3468" y="4881"/>
                    <a:pt x="4145" y="5053"/>
                    <a:pt x="4823" y="5145"/>
                  </a:cubicBezTo>
                  <a:cubicBezTo>
                    <a:pt x="5316" y="5225"/>
                    <a:pt x="5879" y="5202"/>
                    <a:pt x="6372" y="5351"/>
                  </a:cubicBezTo>
                  <a:cubicBezTo>
                    <a:pt x="6303" y="5190"/>
                    <a:pt x="6223" y="5030"/>
                    <a:pt x="6131" y="4881"/>
                  </a:cubicBezTo>
                  <a:cubicBezTo>
                    <a:pt x="5948" y="4570"/>
                    <a:pt x="5752" y="4284"/>
                    <a:pt x="5534" y="4008"/>
                  </a:cubicBezTo>
                  <a:cubicBezTo>
                    <a:pt x="4800" y="3067"/>
                    <a:pt x="3881" y="2251"/>
                    <a:pt x="2963" y="1493"/>
                  </a:cubicBezTo>
                  <a:cubicBezTo>
                    <a:pt x="2503" y="1115"/>
                    <a:pt x="2009" y="759"/>
                    <a:pt x="1470" y="483"/>
                  </a:cubicBezTo>
                  <a:cubicBezTo>
                    <a:pt x="999" y="230"/>
                    <a:pt x="517" y="8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6"/>
            <p:cNvSpPr/>
            <p:nvPr/>
          </p:nvSpPr>
          <p:spPr>
            <a:xfrm>
              <a:off x="7682556" y="1143558"/>
              <a:ext cx="240599" cy="202875"/>
            </a:xfrm>
            <a:custGeom>
              <a:rect b="b" l="l" r="r" t="t"/>
              <a:pathLst>
                <a:path extrusionOk="0" h="4996" w="5925">
                  <a:moveTo>
                    <a:pt x="530" y="0"/>
                  </a:moveTo>
                  <a:cubicBezTo>
                    <a:pt x="354" y="0"/>
                    <a:pt x="177" y="5"/>
                    <a:pt x="0" y="12"/>
                  </a:cubicBezTo>
                  <a:cubicBezTo>
                    <a:pt x="402" y="104"/>
                    <a:pt x="792" y="276"/>
                    <a:pt x="1160" y="471"/>
                  </a:cubicBezTo>
                  <a:cubicBezTo>
                    <a:pt x="2262" y="1056"/>
                    <a:pt x="3238" y="1952"/>
                    <a:pt x="4134" y="2825"/>
                  </a:cubicBezTo>
                  <a:cubicBezTo>
                    <a:pt x="4581" y="3261"/>
                    <a:pt x="5017" y="3732"/>
                    <a:pt x="5397" y="4225"/>
                  </a:cubicBezTo>
                  <a:cubicBezTo>
                    <a:pt x="5580" y="4467"/>
                    <a:pt x="5764" y="4719"/>
                    <a:pt x="5925" y="4995"/>
                  </a:cubicBezTo>
                  <a:cubicBezTo>
                    <a:pt x="5856" y="4455"/>
                    <a:pt x="5741" y="3927"/>
                    <a:pt x="5546" y="3411"/>
                  </a:cubicBezTo>
                  <a:cubicBezTo>
                    <a:pt x="5109" y="2205"/>
                    <a:pt x="4283" y="1125"/>
                    <a:pt x="3123" y="528"/>
                  </a:cubicBezTo>
                  <a:cubicBezTo>
                    <a:pt x="2317" y="116"/>
                    <a:pt x="1430" y="0"/>
                    <a:pt x="5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6"/>
            <p:cNvSpPr/>
            <p:nvPr/>
          </p:nvSpPr>
          <p:spPr>
            <a:xfrm>
              <a:off x="7659694" y="1476908"/>
              <a:ext cx="274669" cy="172988"/>
            </a:xfrm>
            <a:custGeom>
              <a:rect b="b" l="l" r="r" t="t"/>
              <a:pathLst>
                <a:path extrusionOk="0" h="4260" w="6764">
                  <a:moveTo>
                    <a:pt x="0" y="1"/>
                  </a:moveTo>
                  <a:lnTo>
                    <a:pt x="0" y="1"/>
                  </a:lnTo>
                  <a:cubicBezTo>
                    <a:pt x="242" y="471"/>
                    <a:pt x="414" y="965"/>
                    <a:pt x="609" y="1447"/>
                  </a:cubicBezTo>
                  <a:cubicBezTo>
                    <a:pt x="816" y="1999"/>
                    <a:pt x="1080" y="2538"/>
                    <a:pt x="1505" y="2951"/>
                  </a:cubicBezTo>
                  <a:cubicBezTo>
                    <a:pt x="1952" y="3376"/>
                    <a:pt x="2526" y="3606"/>
                    <a:pt x="3112" y="3755"/>
                  </a:cubicBezTo>
                  <a:cubicBezTo>
                    <a:pt x="3732" y="3905"/>
                    <a:pt x="4386" y="3961"/>
                    <a:pt x="5018" y="4042"/>
                  </a:cubicBezTo>
                  <a:cubicBezTo>
                    <a:pt x="5603" y="4099"/>
                    <a:pt x="6189" y="4168"/>
                    <a:pt x="6763" y="4260"/>
                  </a:cubicBezTo>
                  <a:cubicBezTo>
                    <a:pt x="6373" y="3836"/>
                    <a:pt x="5994" y="3399"/>
                    <a:pt x="5580" y="2986"/>
                  </a:cubicBezTo>
                  <a:cubicBezTo>
                    <a:pt x="5041" y="2446"/>
                    <a:pt x="4478" y="1941"/>
                    <a:pt x="3858" y="1493"/>
                  </a:cubicBezTo>
                  <a:cubicBezTo>
                    <a:pt x="3273" y="1068"/>
                    <a:pt x="2641" y="713"/>
                    <a:pt x="1964" y="448"/>
                  </a:cubicBezTo>
                  <a:cubicBezTo>
                    <a:pt x="1321" y="196"/>
                    <a:pt x="678" y="8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7680688" y="1465213"/>
              <a:ext cx="257858" cy="168846"/>
            </a:xfrm>
            <a:custGeom>
              <a:rect b="b" l="l" r="r" t="t"/>
              <a:pathLst>
                <a:path extrusionOk="0" h="4158" w="6350">
                  <a:moveTo>
                    <a:pt x="1083" y="0"/>
                  </a:moveTo>
                  <a:cubicBezTo>
                    <a:pt x="722" y="0"/>
                    <a:pt x="359" y="26"/>
                    <a:pt x="1" y="70"/>
                  </a:cubicBezTo>
                  <a:cubicBezTo>
                    <a:pt x="517" y="139"/>
                    <a:pt x="1022" y="289"/>
                    <a:pt x="1493" y="461"/>
                  </a:cubicBezTo>
                  <a:cubicBezTo>
                    <a:pt x="2170" y="713"/>
                    <a:pt x="2825" y="1070"/>
                    <a:pt x="3422" y="1494"/>
                  </a:cubicBezTo>
                  <a:cubicBezTo>
                    <a:pt x="4065" y="1942"/>
                    <a:pt x="4662" y="2458"/>
                    <a:pt x="5224" y="3009"/>
                  </a:cubicBezTo>
                  <a:cubicBezTo>
                    <a:pt x="5603" y="3389"/>
                    <a:pt x="5982" y="3767"/>
                    <a:pt x="6349" y="4158"/>
                  </a:cubicBezTo>
                  <a:cubicBezTo>
                    <a:pt x="6074" y="3584"/>
                    <a:pt x="5821" y="2998"/>
                    <a:pt x="5489" y="2447"/>
                  </a:cubicBezTo>
                  <a:cubicBezTo>
                    <a:pt x="4857" y="1391"/>
                    <a:pt x="3973" y="575"/>
                    <a:pt x="2779" y="220"/>
                  </a:cubicBezTo>
                  <a:cubicBezTo>
                    <a:pt x="2229" y="65"/>
                    <a:pt x="1657" y="0"/>
                    <a:pt x="10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8074170" y="1687175"/>
              <a:ext cx="171161" cy="199139"/>
            </a:xfrm>
            <a:custGeom>
              <a:rect b="b" l="l" r="r" t="t"/>
              <a:pathLst>
                <a:path extrusionOk="0" h="4904" w="4215">
                  <a:moveTo>
                    <a:pt x="4214" y="1"/>
                  </a:moveTo>
                  <a:cubicBezTo>
                    <a:pt x="3204" y="564"/>
                    <a:pt x="2297" y="1252"/>
                    <a:pt x="1550" y="2148"/>
                  </a:cubicBezTo>
                  <a:cubicBezTo>
                    <a:pt x="1172" y="2595"/>
                    <a:pt x="851" y="3078"/>
                    <a:pt x="575" y="3583"/>
                  </a:cubicBezTo>
                  <a:cubicBezTo>
                    <a:pt x="425" y="3847"/>
                    <a:pt x="299" y="4123"/>
                    <a:pt x="185" y="4398"/>
                  </a:cubicBezTo>
                  <a:cubicBezTo>
                    <a:pt x="116" y="4570"/>
                    <a:pt x="58" y="4743"/>
                    <a:pt x="1" y="4904"/>
                  </a:cubicBezTo>
                  <a:cubicBezTo>
                    <a:pt x="907" y="4593"/>
                    <a:pt x="1826" y="4215"/>
                    <a:pt x="2619" y="3687"/>
                  </a:cubicBezTo>
                  <a:cubicBezTo>
                    <a:pt x="3422" y="3135"/>
                    <a:pt x="3962" y="2389"/>
                    <a:pt x="4122" y="1413"/>
                  </a:cubicBezTo>
                  <a:cubicBezTo>
                    <a:pt x="4168" y="1161"/>
                    <a:pt x="4191" y="896"/>
                    <a:pt x="4203" y="632"/>
                  </a:cubicBezTo>
                  <a:lnTo>
                    <a:pt x="4203" y="265"/>
                  </a:lnTo>
                  <a:cubicBezTo>
                    <a:pt x="4203" y="219"/>
                    <a:pt x="4214" y="92"/>
                    <a:pt x="42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8069987" y="1680515"/>
              <a:ext cx="169739" cy="171729"/>
            </a:xfrm>
            <a:custGeom>
              <a:rect b="b" l="l" r="r" t="t"/>
              <a:pathLst>
                <a:path extrusionOk="0" h="4229" w="4180">
                  <a:moveTo>
                    <a:pt x="4124" y="1"/>
                  </a:moveTo>
                  <a:cubicBezTo>
                    <a:pt x="4045" y="1"/>
                    <a:pt x="3959" y="16"/>
                    <a:pt x="3904" y="16"/>
                  </a:cubicBezTo>
                  <a:cubicBezTo>
                    <a:pt x="3766" y="27"/>
                    <a:pt x="3628" y="39"/>
                    <a:pt x="3502" y="62"/>
                  </a:cubicBezTo>
                  <a:cubicBezTo>
                    <a:pt x="3261" y="96"/>
                    <a:pt x="3031" y="142"/>
                    <a:pt x="2802" y="210"/>
                  </a:cubicBezTo>
                  <a:cubicBezTo>
                    <a:pt x="2308" y="348"/>
                    <a:pt x="1826" y="555"/>
                    <a:pt x="1401" y="842"/>
                  </a:cubicBezTo>
                  <a:cubicBezTo>
                    <a:pt x="954" y="1141"/>
                    <a:pt x="643" y="1565"/>
                    <a:pt x="448" y="2059"/>
                  </a:cubicBezTo>
                  <a:cubicBezTo>
                    <a:pt x="184" y="2748"/>
                    <a:pt x="58" y="3494"/>
                    <a:pt x="0" y="4229"/>
                  </a:cubicBezTo>
                  <a:cubicBezTo>
                    <a:pt x="104" y="4011"/>
                    <a:pt x="219" y="3793"/>
                    <a:pt x="334" y="3586"/>
                  </a:cubicBezTo>
                  <a:cubicBezTo>
                    <a:pt x="632" y="3047"/>
                    <a:pt x="976" y="2553"/>
                    <a:pt x="1378" y="2082"/>
                  </a:cubicBezTo>
                  <a:cubicBezTo>
                    <a:pt x="2148" y="1210"/>
                    <a:pt x="3100" y="463"/>
                    <a:pt x="4179" y="4"/>
                  </a:cubicBezTo>
                  <a:cubicBezTo>
                    <a:pt x="4162" y="2"/>
                    <a:pt x="4143" y="1"/>
                    <a:pt x="4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6"/>
            <p:cNvSpPr/>
            <p:nvPr/>
          </p:nvSpPr>
          <p:spPr>
            <a:xfrm>
              <a:off x="7707732" y="1826988"/>
              <a:ext cx="336189" cy="102209"/>
            </a:xfrm>
            <a:custGeom>
              <a:rect b="b" l="l" r="r" t="t"/>
              <a:pathLst>
                <a:path extrusionOk="0" h="2517" w="8279">
                  <a:moveTo>
                    <a:pt x="2578" y="1"/>
                  </a:moveTo>
                  <a:cubicBezTo>
                    <a:pt x="2515" y="1"/>
                    <a:pt x="2452" y="1"/>
                    <a:pt x="2389" y="2"/>
                  </a:cubicBezTo>
                  <a:cubicBezTo>
                    <a:pt x="1585" y="14"/>
                    <a:pt x="792" y="152"/>
                    <a:pt x="0" y="278"/>
                  </a:cubicBezTo>
                  <a:cubicBezTo>
                    <a:pt x="402" y="599"/>
                    <a:pt x="758" y="966"/>
                    <a:pt x="1160" y="1288"/>
                  </a:cubicBezTo>
                  <a:cubicBezTo>
                    <a:pt x="2113" y="2069"/>
                    <a:pt x="3341" y="2448"/>
                    <a:pt x="4570" y="2505"/>
                  </a:cubicBezTo>
                  <a:cubicBezTo>
                    <a:pt x="4714" y="2512"/>
                    <a:pt x="4858" y="2516"/>
                    <a:pt x="5002" y="2516"/>
                  </a:cubicBezTo>
                  <a:cubicBezTo>
                    <a:pt x="5535" y="2516"/>
                    <a:pt x="6067" y="2465"/>
                    <a:pt x="6591" y="2356"/>
                  </a:cubicBezTo>
                  <a:cubicBezTo>
                    <a:pt x="7165" y="2252"/>
                    <a:pt x="7716" y="2069"/>
                    <a:pt x="8278" y="1908"/>
                  </a:cubicBezTo>
                  <a:cubicBezTo>
                    <a:pt x="8083" y="1759"/>
                    <a:pt x="7900" y="1609"/>
                    <a:pt x="7704" y="1472"/>
                  </a:cubicBezTo>
                  <a:cubicBezTo>
                    <a:pt x="7406" y="1277"/>
                    <a:pt x="7107" y="1104"/>
                    <a:pt x="6797" y="943"/>
                  </a:cubicBezTo>
                  <a:cubicBezTo>
                    <a:pt x="6155" y="622"/>
                    <a:pt x="5489" y="381"/>
                    <a:pt x="4788" y="232"/>
                  </a:cubicBezTo>
                  <a:cubicBezTo>
                    <a:pt x="4068" y="62"/>
                    <a:pt x="3320" y="1"/>
                    <a:pt x="25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6"/>
            <p:cNvSpPr/>
            <p:nvPr/>
          </p:nvSpPr>
          <p:spPr>
            <a:xfrm>
              <a:off x="7704930" y="1778989"/>
              <a:ext cx="320312" cy="95225"/>
            </a:xfrm>
            <a:custGeom>
              <a:rect b="b" l="l" r="r" t="t"/>
              <a:pathLst>
                <a:path extrusionOk="0" h="2345" w="7888">
                  <a:moveTo>
                    <a:pt x="4214" y="1"/>
                  </a:moveTo>
                  <a:cubicBezTo>
                    <a:pt x="3838" y="1"/>
                    <a:pt x="3463" y="27"/>
                    <a:pt x="3101" y="82"/>
                  </a:cubicBezTo>
                  <a:cubicBezTo>
                    <a:pt x="1998" y="242"/>
                    <a:pt x="942" y="633"/>
                    <a:pt x="1" y="1219"/>
                  </a:cubicBezTo>
                  <a:cubicBezTo>
                    <a:pt x="678" y="1035"/>
                    <a:pt x="1401" y="954"/>
                    <a:pt x="2101" y="920"/>
                  </a:cubicBezTo>
                  <a:cubicBezTo>
                    <a:pt x="2309" y="909"/>
                    <a:pt x="2517" y="903"/>
                    <a:pt x="2726" y="903"/>
                  </a:cubicBezTo>
                  <a:cubicBezTo>
                    <a:pt x="3797" y="903"/>
                    <a:pt x="4870" y="1055"/>
                    <a:pt x="5879" y="1391"/>
                  </a:cubicBezTo>
                  <a:cubicBezTo>
                    <a:pt x="6430" y="1563"/>
                    <a:pt x="6958" y="1793"/>
                    <a:pt x="7452" y="2080"/>
                  </a:cubicBezTo>
                  <a:cubicBezTo>
                    <a:pt x="7601" y="2160"/>
                    <a:pt x="7750" y="2252"/>
                    <a:pt x="7888" y="2344"/>
                  </a:cubicBezTo>
                  <a:cubicBezTo>
                    <a:pt x="7532" y="1839"/>
                    <a:pt x="7176" y="1357"/>
                    <a:pt x="6740" y="920"/>
                  </a:cubicBezTo>
                  <a:cubicBezTo>
                    <a:pt x="6510" y="702"/>
                    <a:pt x="6258" y="484"/>
                    <a:pt x="5971" y="323"/>
                  </a:cubicBezTo>
                  <a:cubicBezTo>
                    <a:pt x="5660" y="163"/>
                    <a:pt x="5316" y="82"/>
                    <a:pt x="4972" y="36"/>
                  </a:cubicBezTo>
                  <a:cubicBezTo>
                    <a:pt x="4721" y="13"/>
                    <a:pt x="4467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7988854" y="1433376"/>
              <a:ext cx="325022" cy="215626"/>
            </a:xfrm>
            <a:custGeom>
              <a:rect b="b" l="l" r="r" t="t"/>
              <a:pathLst>
                <a:path extrusionOk="0" h="5310" w="8004">
                  <a:moveTo>
                    <a:pt x="7523" y="1"/>
                  </a:moveTo>
                  <a:cubicBezTo>
                    <a:pt x="6899" y="1"/>
                    <a:pt x="6270" y="21"/>
                    <a:pt x="5649" y="85"/>
                  </a:cubicBezTo>
                  <a:cubicBezTo>
                    <a:pt x="4134" y="269"/>
                    <a:pt x="2584" y="797"/>
                    <a:pt x="1505" y="1922"/>
                  </a:cubicBezTo>
                  <a:cubicBezTo>
                    <a:pt x="609" y="2852"/>
                    <a:pt x="242" y="4081"/>
                    <a:pt x="0" y="5309"/>
                  </a:cubicBezTo>
                  <a:cubicBezTo>
                    <a:pt x="288" y="4908"/>
                    <a:pt x="609" y="4528"/>
                    <a:pt x="931" y="4173"/>
                  </a:cubicBezTo>
                  <a:cubicBezTo>
                    <a:pt x="2779" y="2140"/>
                    <a:pt x="5363" y="739"/>
                    <a:pt x="8003" y="5"/>
                  </a:cubicBezTo>
                  <a:cubicBezTo>
                    <a:pt x="7844" y="2"/>
                    <a:pt x="7683" y="1"/>
                    <a:pt x="7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7986540" y="1438208"/>
              <a:ext cx="349224" cy="241533"/>
            </a:xfrm>
            <a:custGeom>
              <a:rect b="b" l="l" r="r" t="t"/>
              <a:pathLst>
                <a:path extrusionOk="0" h="5948" w="8600">
                  <a:moveTo>
                    <a:pt x="8520" y="0"/>
                  </a:moveTo>
                  <a:lnTo>
                    <a:pt x="8520" y="0"/>
                  </a:lnTo>
                  <a:cubicBezTo>
                    <a:pt x="7773" y="253"/>
                    <a:pt x="7015" y="506"/>
                    <a:pt x="6280" y="816"/>
                  </a:cubicBezTo>
                  <a:cubicBezTo>
                    <a:pt x="4937" y="1378"/>
                    <a:pt x="3663" y="2102"/>
                    <a:pt x="2549" y="3032"/>
                  </a:cubicBezTo>
                  <a:cubicBezTo>
                    <a:pt x="2021" y="3468"/>
                    <a:pt x="1539" y="3939"/>
                    <a:pt x="1091" y="4455"/>
                  </a:cubicBezTo>
                  <a:cubicBezTo>
                    <a:pt x="677" y="4926"/>
                    <a:pt x="356" y="5443"/>
                    <a:pt x="0" y="5948"/>
                  </a:cubicBezTo>
                  <a:cubicBezTo>
                    <a:pt x="677" y="5661"/>
                    <a:pt x="1412" y="5500"/>
                    <a:pt x="2136" y="5386"/>
                  </a:cubicBezTo>
                  <a:cubicBezTo>
                    <a:pt x="3720" y="5121"/>
                    <a:pt x="5305" y="4926"/>
                    <a:pt x="6625" y="3916"/>
                  </a:cubicBezTo>
                  <a:cubicBezTo>
                    <a:pt x="7831" y="2986"/>
                    <a:pt x="8600" y="1539"/>
                    <a:pt x="8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7632650" y="924276"/>
              <a:ext cx="718509" cy="1108463"/>
            </a:xfrm>
            <a:custGeom>
              <a:rect b="b" l="l" r="r" t="t"/>
              <a:pathLst>
                <a:path extrusionOk="0" h="27297" w="17694">
                  <a:moveTo>
                    <a:pt x="12895" y="348"/>
                  </a:moveTo>
                  <a:lnTo>
                    <a:pt x="12895" y="509"/>
                  </a:lnTo>
                  <a:cubicBezTo>
                    <a:pt x="12895" y="716"/>
                    <a:pt x="12872" y="911"/>
                    <a:pt x="12826" y="1106"/>
                  </a:cubicBezTo>
                  <a:cubicBezTo>
                    <a:pt x="12653" y="1864"/>
                    <a:pt x="12240" y="2530"/>
                    <a:pt x="11643" y="3024"/>
                  </a:cubicBezTo>
                  <a:cubicBezTo>
                    <a:pt x="11058" y="3517"/>
                    <a:pt x="10323" y="3805"/>
                    <a:pt x="9565" y="3930"/>
                  </a:cubicBezTo>
                  <a:cubicBezTo>
                    <a:pt x="10438" y="2542"/>
                    <a:pt x="11586" y="1336"/>
                    <a:pt x="12895" y="348"/>
                  </a:cubicBezTo>
                  <a:close/>
                  <a:moveTo>
                    <a:pt x="12573" y="337"/>
                  </a:moveTo>
                  <a:lnTo>
                    <a:pt x="12573" y="337"/>
                  </a:lnTo>
                  <a:cubicBezTo>
                    <a:pt x="11206" y="1302"/>
                    <a:pt x="10070" y="2542"/>
                    <a:pt x="9209" y="3965"/>
                  </a:cubicBezTo>
                  <a:cubicBezTo>
                    <a:pt x="9209" y="3219"/>
                    <a:pt x="9415" y="2450"/>
                    <a:pt x="9795" y="1807"/>
                  </a:cubicBezTo>
                  <a:cubicBezTo>
                    <a:pt x="10173" y="1152"/>
                    <a:pt x="10839" y="785"/>
                    <a:pt x="11551" y="578"/>
                  </a:cubicBezTo>
                  <a:cubicBezTo>
                    <a:pt x="11884" y="475"/>
                    <a:pt x="12229" y="406"/>
                    <a:pt x="12573" y="337"/>
                  </a:cubicBezTo>
                  <a:close/>
                  <a:moveTo>
                    <a:pt x="5810" y="1279"/>
                  </a:moveTo>
                  <a:cubicBezTo>
                    <a:pt x="7384" y="1818"/>
                    <a:pt x="8497" y="3299"/>
                    <a:pt x="8532" y="4999"/>
                  </a:cubicBezTo>
                  <a:cubicBezTo>
                    <a:pt x="8532" y="5056"/>
                    <a:pt x="8555" y="5102"/>
                    <a:pt x="8589" y="5125"/>
                  </a:cubicBezTo>
                  <a:cubicBezTo>
                    <a:pt x="8543" y="5216"/>
                    <a:pt x="8509" y="5297"/>
                    <a:pt x="8474" y="5377"/>
                  </a:cubicBezTo>
                  <a:cubicBezTo>
                    <a:pt x="8405" y="5251"/>
                    <a:pt x="8348" y="5136"/>
                    <a:pt x="8290" y="5010"/>
                  </a:cubicBezTo>
                  <a:cubicBezTo>
                    <a:pt x="8187" y="4769"/>
                    <a:pt x="8072" y="4539"/>
                    <a:pt x="7969" y="4298"/>
                  </a:cubicBezTo>
                  <a:cubicBezTo>
                    <a:pt x="7739" y="3828"/>
                    <a:pt x="7498" y="3356"/>
                    <a:pt x="7211" y="2909"/>
                  </a:cubicBezTo>
                  <a:cubicBezTo>
                    <a:pt x="6820" y="2300"/>
                    <a:pt x="6361" y="1738"/>
                    <a:pt x="5810" y="1279"/>
                  </a:cubicBezTo>
                  <a:close/>
                  <a:moveTo>
                    <a:pt x="5317" y="1175"/>
                  </a:moveTo>
                  <a:lnTo>
                    <a:pt x="5317" y="1175"/>
                  </a:lnTo>
                  <a:cubicBezTo>
                    <a:pt x="6029" y="1703"/>
                    <a:pt x="6591" y="2381"/>
                    <a:pt x="7050" y="3127"/>
                  </a:cubicBezTo>
                  <a:cubicBezTo>
                    <a:pt x="7303" y="3529"/>
                    <a:pt x="7521" y="3965"/>
                    <a:pt x="7728" y="4390"/>
                  </a:cubicBezTo>
                  <a:cubicBezTo>
                    <a:pt x="7843" y="4619"/>
                    <a:pt x="7935" y="4838"/>
                    <a:pt x="8038" y="5068"/>
                  </a:cubicBezTo>
                  <a:cubicBezTo>
                    <a:pt x="8118" y="5239"/>
                    <a:pt x="8175" y="5435"/>
                    <a:pt x="8256" y="5607"/>
                  </a:cubicBezTo>
                  <a:cubicBezTo>
                    <a:pt x="7808" y="5469"/>
                    <a:pt x="7361" y="5343"/>
                    <a:pt x="6958" y="5091"/>
                  </a:cubicBezTo>
                  <a:cubicBezTo>
                    <a:pt x="6545" y="4826"/>
                    <a:pt x="6258" y="4425"/>
                    <a:pt x="6040" y="3976"/>
                  </a:cubicBezTo>
                  <a:cubicBezTo>
                    <a:pt x="5638" y="3093"/>
                    <a:pt x="5580" y="2105"/>
                    <a:pt x="5317" y="1175"/>
                  </a:cubicBezTo>
                  <a:close/>
                  <a:moveTo>
                    <a:pt x="12180" y="4213"/>
                  </a:moveTo>
                  <a:cubicBezTo>
                    <a:pt x="12327" y="4213"/>
                    <a:pt x="12473" y="4222"/>
                    <a:pt x="12619" y="4241"/>
                  </a:cubicBezTo>
                  <a:cubicBezTo>
                    <a:pt x="12665" y="4241"/>
                    <a:pt x="12699" y="4252"/>
                    <a:pt x="12734" y="4252"/>
                  </a:cubicBezTo>
                  <a:cubicBezTo>
                    <a:pt x="11999" y="4379"/>
                    <a:pt x="11287" y="4585"/>
                    <a:pt x="10598" y="4884"/>
                  </a:cubicBezTo>
                  <a:cubicBezTo>
                    <a:pt x="10150" y="5079"/>
                    <a:pt x="9726" y="5308"/>
                    <a:pt x="9312" y="5573"/>
                  </a:cubicBezTo>
                  <a:cubicBezTo>
                    <a:pt x="9152" y="5688"/>
                    <a:pt x="8979" y="5790"/>
                    <a:pt x="8818" y="5917"/>
                  </a:cubicBezTo>
                  <a:cubicBezTo>
                    <a:pt x="9209" y="5389"/>
                    <a:pt x="9703" y="4964"/>
                    <a:pt x="10288" y="4654"/>
                  </a:cubicBezTo>
                  <a:cubicBezTo>
                    <a:pt x="10759" y="4413"/>
                    <a:pt x="11287" y="4264"/>
                    <a:pt x="11815" y="4229"/>
                  </a:cubicBezTo>
                  <a:cubicBezTo>
                    <a:pt x="11939" y="4219"/>
                    <a:pt x="12060" y="4213"/>
                    <a:pt x="12180" y="4213"/>
                  </a:cubicBezTo>
                  <a:close/>
                  <a:moveTo>
                    <a:pt x="13388" y="4390"/>
                  </a:moveTo>
                  <a:cubicBezTo>
                    <a:pt x="13400" y="4402"/>
                    <a:pt x="13411" y="4402"/>
                    <a:pt x="13411" y="4402"/>
                  </a:cubicBezTo>
                  <a:cubicBezTo>
                    <a:pt x="13400" y="4585"/>
                    <a:pt x="13262" y="4815"/>
                    <a:pt x="13181" y="4953"/>
                  </a:cubicBezTo>
                  <a:cubicBezTo>
                    <a:pt x="13066" y="5159"/>
                    <a:pt x="12929" y="5343"/>
                    <a:pt x="12768" y="5515"/>
                  </a:cubicBezTo>
                  <a:cubicBezTo>
                    <a:pt x="12435" y="5848"/>
                    <a:pt x="12045" y="6101"/>
                    <a:pt x="11609" y="6285"/>
                  </a:cubicBezTo>
                  <a:cubicBezTo>
                    <a:pt x="11081" y="6493"/>
                    <a:pt x="10528" y="6572"/>
                    <a:pt x="9971" y="6572"/>
                  </a:cubicBezTo>
                  <a:cubicBezTo>
                    <a:pt x="9547" y="6572"/>
                    <a:pt x="9121" y="6526"/>
                    <a:pt x="8703" y="6456"/>
                  </a:cubicBezTo>
                  <a:cubicBezTo>
                    <a:pt x="8795" y="6376"/>
                    <a:pt x="8876" y="6308"/>
                    <a:pt x="8968" y="6239"/>
                  </a:cubicBezTo>
                  <a:cubicBezTo>
                    <a:pt x="9140" y="6101"/>
                    <a:pt x="9323" y="5974"/>
                    <a:pt x="9519" y="5859"/>
                  </a:cubicBezTo>
                  <a:cubicBezTo>
                    <a:pt x="9909" y="5607"/>
                    <a:pt x="10311" y="5389"/>
                    <a:pt x="10736" y="5193"/>
                  </a:cubicBezTo>
                  <a:cubicBezTo>
                    <a:pt x="11586" y="4815"/>
                    <a:pt x="12469" y="4539"/>
                    <a:pt x="13388" y="4390"/>
                  </a:cubicBezTo>
                  <a:close/>
                  <a:moveTo>
                    <a:pt x="13412" y="7532"/>
                  </a:moveTo>
                  <a:cubicBezTo>
                    <a:pt x="13501" y="7532"/>
                    <a:pt x="13588" y="7533"/>
                    <a:pt x="13675" y="7536"/>
                  </a:cubicBezTo>
                  <a:cubicBezTo>
                    <a:pt x="13905" y="7536"/>
                    <a:pt x="14123" y="7559"/>
                    <a:pt x="14341" y="7582"/>
                  </a:cubicBezTo>
                  <a:cubicBezTo>
                    <a:pt x="13640" y="7639"/>
                    <a:pt x="12941" y="7869"/>
                    <a:pt x="12275" y="8133"/>
                  </a:cubicBezTo>
                  <a:cubicBezTo>
                    <a:pt x="11126" y="8569"/>
                    <a:pt x="10024" y="9120"/>
                    <a:pt x="8979" y="9786"/>
                  </a:cubicBezTo>
                  <a:cubicBezTo>
                    <a:pt x="8726" y="9947"/>
                    <a:pt x="8474" y="10119"/>
                    <a:pt x="8233" y="10291"/>
                  </a:cubicBezTo>
                  <a:cubicBezTo>
                    <a:pt x="8680" y="9591"/>
                    <a:pt x="9186" y="8936"/>
                    <a:pt x="9875" y="8466"/>
                  </a:cubicBezTo>
                  <a:cubicBezTo>
                    <a:pt x="10881" y="7760"/>
                    <a:pt x="12197" y="7532"/>
                    <a:pt x="13412" y="7532"/>
                  </a:cubicBezTo>
                  <a:close/>
                  <a:moveTo>
                    <a:pt x="1759" y="5400"/>
                  </a:moveTo>
                  <a:cubicBezTo>
                    <a:pt x="2659" y="5400"/>
                    <a:pt x="3546" y="5516"/>
                    <a:pt x="4352" y="5928"/>
                  </a:cubicBezTo>
                  <a:cubicBezTo>
                    <a:pt x="5512" y="6525"/>
                    <a:pt x="6338" y="7605"/>
                    <a:pt x="6775" y="8811"/>
                  </a:cubicBezTo>
                  <a:cubicBezTo>
                    <a:pt x="6970" y="9327"/>
                    <a:pt x="7085" y="9855"/>
                    <a:pt x="7154" y="10395"/>
                  </a:cubicBezTo>
                  <a:cubicBezTo>
                    <a:pt x="6993" y="10119"/>
                    <a:pt x="6809" y="9867"/>
                    <a:pt x="6626" y="9625"/>
                  </a:cubicBezTo>
                  <a:cubicBezTo>
                    <a:pt x="6246" y="9132"/>
                    <a:pt x="5810" y="8661"/>
                    <a:pt x="5363" y="8225"/>
                  </a:cubicBezTo>
                  <a:cubicBezTo>
                    <a:pt x="4467" y="7352"/>
                    <a:pt x="3491" y="6456"/>
                    <a:pt x="2389" y="5871"/>
                  </a:cubicBezTo>
                  <a:cubicBezTo>
                    <a:pt x="2021" y="5676"/>
                    <a:pt x="1631" y="5504"/>
                    <a:pt x="1229" y="5412"/>
                  </a:cubicBezTo>
                  <a:cubicBezTo>
                    <a:pt x="1406" y="5405"/>
                    <a:pt x="1583" y="5400"/>
                    <a:pt x="1759" y="5400"/>
                  </a:cubicBezTo>
                  <a:close/>
                  <a:moveTo>
                    <a:pt x="678" y="5584"/>
                  </a:moveTo>
                  <a:cubicBezTo>
                    <a:pt x="1195" y="5665"/>
                    <a:pt x="1677" y="5813"/>
                    <a:pt x="2148" y="6066"/>
                  </a:cubicBezTo>
                  <a:cubicBezTo>
                    <a:pt x="2687" y="6342"/>
                    <a:pt x="3181" y="6698"/>
                    <a:pt x="3641" y="7076"/>
                  </a:cubicBezTo>
                  <a:cubicBezTo>
                    <a:pt x="4559" y="7834"/>
                    <a:pt x="5478" y="8650"/>
                    <a:pt x="6212" y="9591"/>
                  </a:cubicBezTo>
                  <a:cubicBezTo>
                    <a:pt x="6430" y="9867"/>
                    <a:pt x="6626" y="10153"/>
                    <a:pt x="6809" y="10464"/>
                  </a:cubicBezTo>
                  <a:cubicBezTo>
                    <a:pt x="6901" y="10613"/>
                    <a:pt x="6981" y="10773"/>
                    <a:pt x="7050" y="10934"/>
                  </a:cubicBezTo>
                  <a:cubicBezTo>
                    <a:pt x="6557" y="10785"/>
                    <a:pt x="5994" y="10808"/>
                    <a:pt x="5501" y="10728"/>
                  </a:cubicBezTo>
                  <a:cubicBezTo>
                    <a:pt x="4823" y="10636"/>
                    <a:pt x="4146" y="10464"/>
                    <a:pt x="3537" y="10142"/>
                  </a:cubicBezTo>
                  <a:cubicBezTo>
                    <a:pt x="2952" y="9832"/>
                    <a:pt x="2492" y="9385"/>
                    <a:pt x="2148" y="8822"/>
                  </a:cubicBezTo>
                  <a:cubicBezTo>
                    <a:pt x="1815" y="8270"/>
                    <a:pt x="1597" y="7662"/>
                    <a:pt x="1355" y="7065"/>
                  </a:cubicBezTo>
                  <a:cubicBezTo>
                    <a:pt x="1161" y="6571"/>
                    <a:pt x="954" y="6055"/>
                    <a:pt x="678" y="5584"/>
                  </a:cubicBezTo>
                  <a:close/>
                  <a:moveTo>
                    <a:pt x="14812" y="7828"/>
                  </a:moveTo>
                  <a:cubicBezTo>
                    <a:pt x="15133" y="7828"/>
                    <a:pt x="15451" y="7865"/>
                    <a:pt x="15765" y="7949"/>
                  </a:cubicBezTo>
                  <a:cubicBezTo>
                    <a:pt x="15409" y="8959"/>
                    <a:pt x="14628" y="9752"/>
                    <a:pt x="13709" y="10280"/>
                  </a:cubicBezTo>
                  <a:cubicBezTo>
                    <a:pt x="12561" y="10957"/>
                    <a:pt x="11218" y="11187"/>
                    <a:pt x="9909" y="11233"/>
                  </a:cubicBezTo>
                  <a:cubicBezTo>
                    <a:pt x="9743" y="11238"/>
                    <a:pt x="9576" y="11240"/>
                    <a:pt x="9409" y="11240"/>
                  </a:cubicBezTo>
                  <a:cubicBezTo>
                    <a:pt x="8842" y="11240"/>
                    <a:pt x="8276" y="11214"/>
                    <a:pt x="7716" y="11187"/>
                  </a:cubicBezTo>
                  <a:cubicBezTo>
                    <a:pt x="7716" y="11176"/>
                    <a:pt x="7728" y="11164"/>
                    <a:pt x="7739" y="11141"/>
                  </a:cubicBezTo>
                  <a:cubicBezTo>
                    <a:pt x="7981" y="10969"/>
                    <a:pt x="8221" y="10750"/>
                    <a:pt x="8463" y="10579"/>
                  </a:cubicBezTo>
                  <a:cubicBezTo>
                    <a:pt x="8761" y="10360"/>
                    <a:pt x="9060" y="10153"/>
                    <a:pt x="9369" y="9947"/>
                  </a:cubicBezTo>
                  <a:cubicBezTo>
                    <a:pt x="9989" y="9545"/>
                    <a:pt x="10644" y="9189"/>
                    <a:pt x="11310" y="8868"/>
                  </a:cubicBezTo>
                  <a:cubicBezTo>
                    <a:pt x="12364" y="8359"/>
                    <a:pt x="13598" y="7828"/>
                    <a:pt x="14812" y="7828"/>
                  </a:cubicBezTo>
                  <a:close/>
                  <a:moveTo>
                    <a:pt x="2266" y="13321"/>
                  </a:moveTo>
                  <a:cubicBezTo>
                    <a:pt x="2840" y="13321"/>
                    <a:pt x="3412" y="13386"/>
                    <a:pt x="3962" y="13541"/>
                  </a:cubicBezTo>
                  <a:cubicBezTo>
                    <a:pt x="5156" y="13896"/>
                    <a:pt x="6040" y="14712"/>
                    <a:pt x="6672" y="15768"/>
                  </a:cubicBezTo>
                  <a:cubicBezTo>
                    <a:pt x="7004" y="16319"/>
                    <a:pt x="7257" y="16905"/>
                    <a:pt x="7532" y="17479"/>
                  </a:cubicBezTo>
                  <a:cubicBezTo>
                    <a:pt x="7165" y="17088"/>
                    <a:pt x="6786" y="16710"/>
                    <a:pt x="6407" y="16330"/>
                  </a:cubicBezTo>
                  <a:cubicBezTo>
                    <a:pt x="5845" y="15779"/>
                    <a:pt x="5248" y="15263"/>
                    <a:pt x="4605" y="14815"/>
                  </a:cubicBezTo>
                  <a:cubicBezTo>
                    <a:pt x="4008" y="14391"/>
                    <a:pt x="3353" y="14034"/>
                    <a:pt x="2676" y="13782"/>
                  </a:cubicBezTo>
                  <a:cubicBezTo>
                    <a:pt x="2205" y="13610"/>
                    <a:pt x="1700" y="13460"/>
                    <a:pt x="1184" y="13391"/>
                  </a:cubicBezTo>
                  <a:cubicBezTo>
                    <a:pt x="1542" y="13347"/>
                    <a:pt x="1905" y="13321"/>
                    <a:pt x="2266" y="13321"/>
                  </a:cubicBezTo>
                  <a:close/>
                  <a:moveTo>
                    <a:pt x="16295" y="12538"/>
                  </a:moveTo>
                  <a:cubicBezTo>
                    <a:pt x="16455" y="12538"/>
                    <a:pt x="16616" y="12539"/>
                    <a:pt x="16775" y="12542"/>
                  </a:cubicBezTo>
                  <a:cubicBezTo>
                    <a:pt x="14135" y="13276"/>
                    <a:pt x="11551" y="14677"/>
                    <a:pt x="9703" y="16710"/>
                  </a:cubicBezTo>
                  <a:cubicBezTo>
                    <a:pt x="9381" y="17065"/>
                    <a:pt x="9060" y="17445"/>
                    <a:pt x="8772" y="17846"/>
                  </a:cubicBezTo>
                  <a:cubicBezTo>
                    <a:pt x="9014" y="16618"/>
                    <a:pt x="9381" y="15389"/>
                    <a:pt x="10277" y="14459"/>
                  </a:cubicBezTo>
                  <a:cubicBezTo>
                    <a:pt x="11356" y="13334"/>
                    <a:pt x="12906" y="12806"/>
                    <a:pt x="14421" y="12622"/>
                  </a:cubicBezTo>
                  <a:cubicBezTo>
                    <a:pt x="15042" y="12558"/>
                    <a:pt x="15671" y="12538"/>
                    <a:pt x="16295" y="12538"/>
                  </a:cubicBezTo>
                  <a:close/>
                  <a:moveTo>
                    <a:pt x="666" y="13610"/>
                  </a:moveTo>
                  <a:lnTo>
                    <a:pt x="666" y="13610"/>
                  </a:lnTo>
                  <a:cubicBezTo>
                    <a:pt x="1344" y="13690"/>
                    <a:pt x="1987" y="13805"/>
                    <a:pt x="2630" y="14057"/>
                  </a:cubicBezTo>
                  <a:cubicBezTo>
                    <a:pt x="3307" y="14322"/>
                    <a:pt x="3939" y="14677"/>
                    <a:pt x="4524" y="15102"/>
                  </a:cubicBezTo>
                  <a:cubicBezTo>
                    <a:pt x="5144" y="15550"/>
                    <a:pt x="5707" y="16055"/>
                    <a:pt x="6246" y="16595"/>
                  </a:cubicBezTo>
                  <a:cubicBezTo>
                    <a:pt x="6660" y="17008"/>
                    <a:pt x="7039" y="17445"/>
                    <a:pt x="7429" y="17869"/>
                  </a:cubicBezTo>
                  <a:cubicBezTo>
                    <a:pt x="6855" y="17777"/>
                    <a:pt x="6269" y="17708"/>
                    <a:pt x="5684" y="17651"/>
                  </a:cubicBezTo>
                  <a:cubicBezTo>
                    <a:pt x="5052" y="17570"/>
                    <a:pt x="4398" y="17514"/>
                    <a:pt x="3778" y="17364"/>
                  </a:cubicBezTo>
                  <a:cubicBezTo>
                    <a:pt x="3192" y="17215"/>
                    <a:pt x="2618" y="16985"/>
                    <a:pt x="2171" y="16560"/>
                  </a:cubicBezTo>
                  <a:cubicBezTo>
                    <a:pt x="1746" y="16147"/>
                    <a:pt x="1482" y="15608"/>
                    <a:pt x="1275" y="15056"/>
                  </a:cubicBezTo>
                  <a:cubicBezTo>
                    <a:pt x="1080" y="14574"/>
                    <a:pt x="908" y="14080"/>
                    <a:pt x="666" y="13610"/>
                  </a:cubicBezTo>
                  <a:close/>
                  <a:moveTo>
                    <a:pt x="17235" y="12656"/>
                  </a:moveTo>
                  <a:cubicBezTo>
                    <a:pt x="17315" y="14195"/>
                    <a:pt x="16546" y="15642"/>
                    <a:pt x="15340" y="16572"/>
                  </a:cubicBezTo>
                  <a:cubicBezTo>
                    <a:pt x="14020" y="17582"/>
                    <a:pt x="12435" y="17777"/>
                    <a:pt x="10851" y="18042"/>
                  </a:cubicBezTo>
                  <a:cubicBezTo>
                    <a:pt x="10127" y="18156"/>
                    <a:pt x="9392" y="18317"/>
                    <a:pt x="8715" y="18604"/>
                  </a:cubicBezTo>
                  <a:cubicBezTo>
                    <a:pt x="9071" y="18099"/>
                    <a:pt x="9392" y="17582"/>
                    <a:pt x="9806" y="17111"/>
                  </a:cubicBezTo>
                  <a:cubicBezTo>
                    <a:pt x="10254" y="16595"/>
                    <a:pt x="10736" y="16124"/>
                    <a:pt x="11264" y="15688"/>
                  </a:cubicBezTo>
                  <a:cubicBezTo>
                    <a:pt x="12378" y="14758"/>
                    <a:pt x="13652" y="14034"/>
                    <a:pt x="14995" y="13472"/>
                  </a:cubicBezTo>
                  <a:cubicBezTo>
                    <a:pt x="15730" y="13162"/>
                    <a:pt x="16488" y="12909"/>
                    <a:pt x="17235" y="12656"/>
                  </a:cubicBezTo>
                  <a:close/>
                  <a:moveTo>
                    <a:pt x="14894" y="18624"/>
                  </a:moveTo>
                  <a:cubicBezTo>
                    <a:pt x="14913" y="18624"/>
                    <a:pt x="14932" y="18625"/>
                    <a:pt x="14949" y="18627"/>
                  </a:cubicBezTo>
                  <a:cubicBezTo>
                    <a:pt x="13870" y="19086"/>
                    <a:pt x="12918" y="19833"/>
                    <a:pt x="12148" y="20705"/>
                  </a:cubicBezTo>
                  <a:cubicBezTo>
                    <a:pt x="11746" y="21176"/>
                    <a:pt x="11402" y="21670"/>
                    <a:pt x="11104" y="22209"/>
                  </a:cubicBezTo>
                  <a:cubicBezTo>
                    <a:pt x="10989" y="22416"/>
                    <a:pt x="10874" y="22634"/>
                    <a:pt x="10770" y="22852"/>
                  </a:cubicBezTo>
                  <a:cubicBezTo>
                    <a:pt x="10828" y="22117"/>
                    <a:pt x="10954" y="21371"/>
                    <a:pt x="11218" y="20682"/>
                  </a:cubicBezTo>
                  <a:cubicBezTo>
                    <a:pt x="11413" y="20188"/>
                    <a:pt x="11724" y="19764"/>
                    <a:pt x="12171" y="19465"/>
                  </a:cubicBezTo>
                  <a:cubicBezTo>
                    <a:pt x="12596" y="19178"/>
                    <a:pt x="13078" y="18971"/>
                    <a:pt x="13572" y="18833"/>
                  </a:cubicBezTo>
                  <a:cubicBezTo>
                    <a:pt x="13801" y="18765"/>
                    <a:pt x="14031" y="18719"/>
                    <a:pt x="14272" y="18685"/>
                  </a:cubicBezTo>
                  <a:cubicBezTo>
                    <a:pt x="14398" y="18662"/>
                    <a:pt x="14536" y="18650"/>
                    <a:pt x="14674" y="18639"/>
                  </a:cubicBezTo>
                  <a:cubicBezTo>
                    <a:pt x="14729" y="18639"/>
                    <a:pt x="14815" y="18624"/>
                    <a:pt x="14894" y="18624"/>
                  </a:cubicBezTo>
                  <a:close/>
                  <a:moveTo>
                    <a:pt x="5994" y="21049"/>
                  </a:moveTo>
                  <a:cubicBezTo>
                    <a:pt x="6247" y="21049"/>
                    <a:pt x="6501" y="21061"/>
                    <a:pt x="6752" y="21084"/>
                  </a:cubicBezTo>
                  <a:cubicBezTo>
                    <a:pt x="7096" y="21130"/>
                    <a:pt x="7440" y="21211"/>
                    <a:pt x="7751" y="21371"/>
                  </a:cubicBezTo>
                  <a:cubicBezTo>
                    <a:pt x="8038" y="21532"/>
                    <a:pt x="8290" y="21750"/>
                    <a:pt x="8520" y="21968"/>
                  </a:cubicBezTo>
                  <a:cubicBezTo>
                    <a:pt x="8956" y="22405"/>
                    <a:pt x="9312" y="22887"/>
                    <a:pt x="9668" y="23392"/>
                  </a:cubicBezTo>
                  <a:cubicBezTo>
                    <a:pt x="9530" y="23300"/>
                    <a:pt x="9381" y="23208"/>
                    <a:pt x="9232" y="23128"/>
                  </a:cubicBezTo>
                  <a:cubicBezTo>
                    <a:pt x="8738" y="22841"/>
                    <a:pt x="8210" y="22611"/>
                    <a:pt x="7659" y="22439"/>
                  </a:cubicBezTo>
                  <a:cubicBezTo>
                    <a:pt x="6650" y="22103"/>
                    <a:pt x="5577" y="21951"/>
                    <a:pt x="4506" y="21951"/>
                  </a:cubicBezTo>
                  <a:cubicBezTo>
                    <a:pt x="4297" y="21951"/>
                    <a:pt x="4089" y="21957"/>
                    <a:pt x="3881" y="21968"/>
                  </a:cubicBezTo>
                  <a:cubicBezTo>
                    <a:pt x="3181" y="22002"/>
                    <a:pt x="2458" y="22083"/>
                    <a:pt x="1781" y="22267"/>
                  </a:cubicBezTo>
                  <a:cubicBezTo>
                    <a:pt x="2722" y="21681"/>
                    <a:pt x="3778" y="21290"/>
                    <a:pt x="4881" y="21130"/>
                  </a:cubicBezTo>
                  <a:cubicBezTo>
                    <a:pt x="5243" y="21075"/>
                    <a:pt x="5618" y="21049"/>
                    <a:pt x="5994" y="21049"/>
                  </a:cubicBezTo>
                  <a:close/>
                  <a:moveTo>
                    <a:pt x="15087" y="18788"/>
                  </a:moveTo>
                  <a:cubicBezTo>
                    <a:pt x="15087" y="18879"/>
                    <a:pt x="15076" y="19006"/>
                    <a:pt x="15076" y="19052"/>
                  </a:cubicBezTo>
                  <a:lnTo>
                    <a:pt x="15076" y="19419"/>
                  </a:lnTo>
                  <a:cubicBezTo>
                    <a:pt x="15064" y="19683"/>
                    <a:pt x="15041" y="19948"/>
                    <a:pt x="14995" y="20200"/>
                  </a:cubicBezTo>
                  <a:cubicBezTo>
                    <a:pt x="14835" y="21176"/>
                    <a:pt x="14295" y="21922"/>
                    <a:pt x="13492" y="22474"/>
                  </a:cubicBezTo>
                  <a:cubicBezTo>
                    <a:pt x="12699" y="23002"/>
                    <a:pt x="11780" y="23380"/>
                    <a:pt x="10874" y="23691"/>
                  </a:cubicBezTo>
                  <a:cubicBezTo>
                    <a:pt x="10931" y="23530"/>
                    <a:pt x="10989" y="23357"/>
                    <a:pt x="11058" y="23185"/>
                  </a:cubicBezTo>
                  <a:cubicBezTo>
                    <a:pt x="11172" y="22910"/>
                    <a:pt x="11298" y="22634"/>
                    <a:pt x="11448" y="22370"/>
                  </a:cubicBezTo>
                  <a:cubicBezTo>
                    <a:pt x="11724" y="21865"/>
                    <a:pt x="12045" y="21382"/>
                    <a:pt x="12423" y="20935"/>
                  </a:cubicBezTo>
                  <a:cubicBezTo>
                    <a:pt x="13170" y="20039"/>
                    <a:pt x="14077" y="19351"/>
                    <a:pt x="15087" y="18788"/>
                  </a:cubicBezTo>
                  <a:close/>
                  <a:moveTo>
                    <a:pt x="4427" y="22231"/>
                  </a:moveTo>
                  <a:cubicBezTo>
                    <a:pt x="5169" y="22231"/>
                    <a:pt x="5917" y="22292"/>
                    <a:pt x="6637" y="22462"/>
                  </a:cubicBezTo>
                  <a:cubicBezTo>
                    <a:pt x="7338" y="22611"/>
                    <a:pt x="8004" y="22852"/>
                    <a:pt x="8646" y="23173"/>
                  </a:cubicBezTo>
                  <a:cubicBezTo>
                    <a:pt x="8956" y="23334"/>
                    <a:pt x="9255" y="23507"/>
                    <a:pt x="9553" y="23702"/>
                  </a:cubicBezTo>
                  <a:cubicBezTo>
                    <a:pt x="9749" y="23839"/>
                    <a:pt x="9932" y="23989"/>
                    <a:pt x="10127" y="24138"/>
                  </a:cubicBezTo>
                  <a:cubicBezTo>
                    <a:pt x="9565" y="24299"/>
                    <a:pt x="9014" y="24482"/>
                    <a:pt x="8440" y="24586"/>
                  </a:cubicBezTo>
                  <a:cubicBezTo>
                    <a:pt x="7916" y="24695"/>
                    <a:pt x="7384" y="24746"/>
                    <a:pt x="6851" y="24746"/>
                  </a:cubicBezTo>
                  <a:cubicBezTo>
                    <a:pt x="6707" y="24746"/>
                    <a:pt x="6563" y="24742"/>
                    <a:pt x="6419" y="24735"/>
                  </a:cubicBezTo>
                  <a:cubicBezTo>
                    <a:pt x="5190" y="24678"/>
                    <a:pt x="3962" y="24299"/>
                    <a:pt x="3009" y="23518"/>
                  </a:cubicBezTo>
                  <a:cubicBezTo>
                    <a:pt x="2607" y="23196"/>
                    <a:pt x="2251" y="22829"/>
                    <a:pt x="1849" y="22508"/>
                  </a:cubicBezTo>
                  <a:cubicBezTo>
                    <a:pt x="2641" y="22382"/>
                    <a:pt x="3434" y="22244"/>
                    <a:pt x="4238" y="22232"/>
                  </a:cubicBezTo>
                  <a:cubicBezTo>
                    <a:pt x="4301" y="22231"/>
                    <a:pt x="4364" y="22231"/>
                    <a:pt x="4427" y="22231"/>
                  </a:cubicBezTo>
                  <a:close/>
                  <a:moveTo>
                    <a:pt x="12881" y="0"/>
                  </a:moveTo>
                  <a:cubicBezTo>
                    <a:pt x="12783" y="0"/>
                    <a:pt x="12680" y="31"/>
                    <a:pt x="12596" y="50"/>
                  </a:cubicBezTo>
                  <a:cubicBezTo>
                    <a:pt x="12389" y="96"/>
                    <a:pt x="12171" y="131"/>
                    <a:pt x="11964" y="176"/>
                  </a:cubicBezTo>
                  <a:cubicBezTo>
                    <a:pt x="11195" y="360"/>
                    <a:pt x="10380" y="647"/>
                    <a:pt x="9841" y="1267"/>
                  </a:cubicBezTo>
                  <a:cubicBezTo>
                    <a:pt x="9484" y="1680"/>
                    <a:pt x="9289" y="2197"/>
                    <a:pt x="9140" y="2702"/>
                  </a:cubicBezTo>
                  <a:cubicBezTo>
                    <a:pt x="8979" y="3219"/>
                    <a:pt x="8853" y="3805"/>
                    <a:pt x="9002" y="4333"/>
                  </a:cubicBezTo>
                  <a:cubicBezTo>
                    <a:pt x="8956" y="4413"/>
                    <a:pt x="8910" y="4482"/>
                    <a:pt x="8876" y="4562"/>
                  </a:cubicBezTo>
                  <a:cubicBezTo>
                    <a:pt x="8761" y="3655"/>
                    <a:pt x="8371" y="2794"/>
                    <a:pt x="7762" y="2116"/>
                  </a:cubicBezTo>
                  <a:cubicBezTo>
                    <a:pt x="7050" y="1348"/>
                    <a:pt x="6086" y="876"/>
                    <a:pt x="5052" y="739"/>
                  </a:cubicBezTo>
                  <a:cubicBezTo>
                    <a:pt x="5048" y="738"/>
                    <a:pt x="5044" y="738"/>
                    <a:pt x="5039" y="738"/>
                  </a:cubicBezTo>
                  <a:cubicBezTo>
                    <a:pt x="4931" y="738"/>
                    <a:pt x="4847" y="869"/>
                    <a:pt x="4881" y="968"/>
                  </a:cubicBezTo>
                  <a:cubicBezTo>
                    <a:pt x="5248" y="2048"/>
                    <a:pt x="5271" y="3242"/>
                    <a:pt x="5799" y="4275"/>
                  </a:cubicBezTo>
                  <a:cubicBezTo>
                    <a:pt x="6017" y="4711"/>
                    <a:pt x="6338" y="5102"/>
                    <a:pt x="6752" y="5377"/>
                  </a:cubicBezTo>
                  <a:cubicBezTo>
                    <a:pt x="7200" y="5665"/>
                    <a:pt x="7728" y="5813"/>
                    <a:pt x="8244" y="5905"/>
                  </a:cubicBezTo>
                  <a:lnTo>
                    <a:pt x="8038" y="6456"/>
                  </a:lnTo>
                  <a:cubicBezTo>
                    <a:pt x="8026" y="6479"/>
                    <a:pt x="8026" y="6491"/>
                    <a:pt x="8026" y="6502"/>
                  </a:cubicBezTo>
                  <a:cubicBezTo>
                    <a:pt x="7716" y="7387"/>
                    <a:pt x="7498" y="8305"/>
                    <a:pt x="7395" y="9224"/>
                  </a:cubicBezTo>
                  <a:cubicBezTo>
                    <a:pt x="7384" y="9281"/>
                    <a:pt x="7372" y="9339"/>
                    <a:pt x="7372" y="9396"/>
                  </a:cubicBezTo>
                  <a:cubicBezTo>
                    <a:pt x="7142" y="8546"/>
                    <a:pt x="6775" y="7731"/>
                    <a:pt x="6246" y="7053"/>
                  </a:cubicBezTo>
                  <a:cubicBezTo>
                    <a:pt x="5397" y="5951"/>
                    <a:pt x="4215" y="5262"/>
                    <a:pt x="2825" y="5091"/>
                  </a:cubicBezTo>
                  <a:cubicBezTo>
                    <a:pt x="2440" y="5039"/>
                    <a:pt x="2054" y="5020"/>
                    <a:pt x="1666" y="5020"/>
                  </a:cubicBezTo>
                  <a:cubicBezTo>
                    <a:pt x="1196" y="5020"/>
                    <a:pt x="725" y="5047"/>
                    <a:pt x="253" y="5079"/>
                  </a:cubicBezTo>
                  <a:cubicBezTo>
                    <a:pt x="127" y="5091"/>
                    <a:pt x="0" y="5239"/>
                    <a:pt x="92" y="5366"/>
                  </a:cubicBezTo>
                  <a:cubicBezTo>
                    <a:pt x="873" y="6433"/>
                    <a:pt x="1138" y="7742"/>
                    <a:pt x="1792" y="8879"/>
                  </a:cubicBezTo>
                  <a:cubicBezTo>
                    <a:pt x="2113" y="9442"/>
                    <a:pt x="2538" y="9924"/>
                    <a:pt x="3089" y="10268"/>
                  </a:cubicBezTo>
                  <a:cubicBezTo>
                    <a:pt x="3652" y="10636"/>
                    <a:pt x="4318" y="10854"/>
                    <a:pt x="4972" y="10980"/>
                  </a:cubicBezTo>
                  <a:cubicBezTo>
                    <a:pt x="5351" y="11061"/>
                    <a:pt x="5730" y="11107"/>
                    <a:pt x="6121" y="11141"/>
                  </a:cubicBezTo>
                  <a:cubicBezTo>
                    <a:pt x="6488" y="11176"/>
                    <a:pt x="6855" y="11199"/>
                    <a:pt x="7211" y="11302"/>
                  </a:cubicBezTo>
                  <a:cubicBezTo>
                    <a:pt x="7188" y="11738"/>
                    <a:pt x="7177" y="12174"/>
                    <a:pt x="7165" y="12610"/>
                  </a:cubicBezTo>
                  <a:cubicBezTo>
                    <a:pt x="7142" y="13725"/>
                    <a:pt x="7165" y="14850"/>
                    <a:pt x="7315" y="15952"/>
                  </a:cubicBezTo>
                  <a:cubicBezTo>
                    <a:pt x="7326" y="16032"/>
                    <a:pt x="7338" y="16113"/>
                    <a:pt x="7349" y="16205"/>
                  </a:cubicBezTo>
                  <a:cubicBezTo>
                    <a:pt x="6981" y="15470"/>
                    <a:pt x="6534" y="14769"/>
                    <a:pt x="5937" y="14218"/>
                  </a:cubicBezTo>
                  <a:cubicBezTo>
                    <a:pt x="4983" y="13345"/>
                    <a:pt x="3720" y="12978"/>
                    <a:pt x="2446" y="12955"/>
                  </a:cubicBezTo>
                  <a:cubicBezTo>
                    <a:pt x="2371" y="12953"/>
                    <a:pt x="2295" y="12951"/>
                    <a:pt x="2219" y="12951"/>
                  </a:cubicBezTo>
                  <a:cubicBezTo>
                    <a:pt x="1560" y="12951"/>
                    <a:pt x="903" y="13038"/>
                    <a:pt x="265" y="13162"/>
                  </a:cubicBezTo>
                  <a:cubicBezTo>
                    <a:pt x="138" y="13185"/>
                    <a:pt x="92" y="13345"/>
                    <a:pt x="150" y="13437"/>
                  </a:cubicBezTo>
                  <a:cubicBezTo>
                    <a:pt x="781" y="14482"/>
                    <a:pt x="942" y="15768"/>
                    <a:pt x="1781" y="16687"/>
                  </a:cubicBezTo>
                  <a:cubicBezTo>
                    <a:pt x="2630" y="17628"/>
                    <a:pt x="3962" y="17823"/>
                    <a:pt x="5167" y="17961"/>
                  </a:cubicBezTo>
                  <a:cubicBezTo>
                    <a:pt x="6029" y="18053"/>
                    <a:pt x="6901" y="18156"/>
                    <a:pt x="7762" y="18213"/>
                  </a:cubicBezTo>
                  <a:lnTo>
                    <a:pt x="7797" y="18248"/>
                  </a:lnTo>
                  <a:cubicBezTo>
                    <a:pt x="8175" y="19591"/>
                    <a:pt x="8692" y="20912"/>
                    <a:pt x="9244" y="22209"/>
                  </a:cubicBezTo>
                  <a:lnTo>
                    <a:pt x="9244" y="22221"/>
                  </a:lnTo>
                  <a:cubicBezTo>
                    <a:pt x="9152" y="22106"/>
                    <a:pt x="9048" y="22002"/>
                    <a:pt x="8956" y="21899"/>
                  </a:cubicBezTo>
                  <a:cubicBezTo>
                    <a:pt x="8474" y="21394"/>
                    <a:pt x="7946" y="20958"/>
                    <a:pt x="7257" y="20808"/>
                  </a:cubicBezTo>
                  <a:cubicBezTo>
                    <a:pt x="6868" y="20720"/>
                    <a:pt x="6458" y="20684"/>
                    <a:pt x="6050" y="20684"/>
                  </a:cubicBezTo>
                  <a:cubicBezTo>
                    <a:pt x="5772" y="20684"/>
                    <a:pt x="5495" y="20700"/>
                    <a:pt x="5225" y="20728"/>
                  </a:cubicBezTo>
                  <a:cubicBezTo>
                    <a:pt x="4547" y="20797"/>
                    <a:pt x="3881" y="20935"/>
                    <a:pt x="3250" y="21165"/>
                  </a:cubicBezTo>
                  <a:cubicBezTo>
                    <a:pt x="2526" y="21417"/>
                    <a:pt x="1849" y="21762"/>
                    <a:pt x="1229" y="22186"/>
                  </a:cubicBezTo>
                  <a:cubicBezTo>
                    <a:pt x="1115" y="22267"/>
                    <a:pt x="1103" y="22428"/>
                    <a:pt x="1229" y="22508"/>
                  </a:cubicBezTo>
                  <a:cubicBezTo>
                    <a:pt x="1792" y="22852"/>
                    <a:pt x="2240" y="23357"/>
                    <a:pt x="2745" y="23770"/>
                  </a:cubicBezTo>
                  <a:cubicBezTo>
                    <a:pt x="3227" y="24173"/>
                    <a:pt x="3778" y="24471"/>
                    <a:pt x="4363" y="24689"/>
                  </a:cubicBezTo>
                  <a:cubicBezTo>
                    <a:pt x="5126" y="24981"/>
                    <a:pt x="5928" y="25105"/>
                    <a:pt x="6737" y="25105"/>
                  </a:cubicBezTo>
                  <a:cubicBezTo>
                    <a:pt x="7232" y="25105"/>
                    <a:pt x="7729" y="25059"/>
                    <a:pt x="8221" y="24976"/>
                  </a:cubicBezTo>
                  <a:cubicBezTo>
                    <a:pt x="8910" y="24862"/>
                    <a:pt x="9634" y="24678"/>
                    <a:pt x="10288" y="24402"/>
                  </a:cubicBezTo>
                  <a:cubicBezTo>
                    <a:pt x="10908" y="25493"/>
                    <a:pt x="11678" y="26492"/>
                    <a:pt x="12722" y="27250"/>
                  </a:cubicBezTo>
                  <a:cubicBezTo>
                    <a:pt x="12767" y="27283"/>
                    <a:pt x="12811" y="27297"/>
                    <a:pt x="12853" y="27297"/>
                  </a:cubicBezTo>
                  <a:cubicBezTo>
                    <a:pt x="13060" y="27297"/>
                    <a:pt x="13206" y="26952"/>
                    <a:pt x="12986" y="26791"/>
                  </a:cubicBezTo>
                  <a:cubicBezTo>
                    <a:pt x="12033" y="26102"/>
                    <a:pt x="11321" y="25160"/>
                    <a:pt x="10747" y="24138"/>
                  </a:cubicBezTo>
                  <a:cubicBezTo>
                    <a:pt x="11746" y="23805"/>
                    <a:pt x="12768" y="23392"/>
                    <a:pt x="13640" y="22795"/>
                  </a:cubicBezTo>
                  <a:cubicBezTo>
                    <a:pt x="14536" y="22186"/>
                    <a:pt x="15156" y="21348"/>
                    <a:pt x="15340" y="20257"/>
                  </a:cubicBezTo>
                  <a:cubicBezTo>
                    <a:pt x="15375" y="20005"/>
                    <a:pt x="15398" y="19752"/>
                    <a:pt x="15409" y="19488"/>
                  </a:cubicBezTo>
                  <a:cubicBezTo>
                    <a:pt x="15421" y="19201"/>
                    <a:pt x="15455" y="18868"/>
                    <a:pt x="15409" y="18593"/>
                  </a:cubicBezTo>
                  <a:cubicBezTo>
                    <a:pt x="15375" y="18397"/>
                    <a:pt x="15214" y="18294"/>
                    <a:pt x="15018" y="18282"/>
                  </a:cubicBezTo>
                  <a:cubicBezTo>
                    <a:pt x="14983" y="18281"/>
                    <a:pt x="14947" y="18280"/>
                    <a:pt x="14912" y="18280"/>
                  </a:cubicBezTo>
                  <a:cubicBezTo>
                    <a:pt x="14669" y="18280"/>
                    <a:pt x="14421" y="18311"/>
                    <a:pt x="14181" y="18351"/>
                  </a:cubicBezTo>
                  <a:cubicBezTo>
                    <a:pt x="13101" y="18512"/>
                    <a:pt x="11849" y="18983"/>
                    <a:pt x="11229" y="19925"/>
                  </a:cubicBezTo>
                  <a:cubicBezTo>
                    <a:pt x="10885" y="20464"/>
                    <a:pt x="10713" y="21096"/>
                    <a:pt x="10609" y="21716"/>
                  </a:cubicBezTo>
                  <a:cubicBezTo>
                    <a:pt x="10495" y="22347"/>
                    <a:pt x="10438" y="22979"/>
                    <a:pt x="10461" y="23610"/>
                  </a:cubicBezTo>
                  <a:cubicBezTo>
                    <a:pt x="10277" y="23242"/>
                    <a:pt x="10104" y="22875"/>
                    <a:pt x="9932" y="22508"/>
                  </a:cubicBezTo>
                  <a:cubicBezTo>
                    <a:pt x="9461" y="21417"/>
                    <a:pt x="9002" y="20303"/>
                    <a:pt x="8624" y="19167"/>
                  </a:cubicBezTo>
                  <a:cubicBezTo>
                    <a:pt x="10104" y="18409"/>
                    <a:pt x="11849" y="18478"/>
                    <a:pt x="13434" y="18007"/>
                  </a:cubicBezTo>
                  <a:cubicBezTo>
                    <a:pt x="14949" y="17559"/>
                    <a:pt x="16350" y="16549"/>
                    <a:pt x="17062" y="15113"/>
                  </a:cubicBezTo>
                  <a:cubicBezTo>
                    <a:pt x="17487" y="14276"/>
                    <a:pt x="17694" y="13322"/>
                    <a:pt x="17579" y="12381"/>
                  </a:cubicBezTo>
                  <a:cubicBezTo>
                    <a:pt x="17567" y="12278"/>
                    <a:pt x="17510" y="12209"/>
                    <a:pt x="17395" y="12197"/>
                  </a:cubicBezTo>
                  <a:cubicBezTo>
                    <a:pt x="17001" y="12184"/>
                    <a:pt x="16602" y="12175"/>
                    <a:pt x="16202" y="12175"/>
                  </a:cubicBezTo>
                  <a:cubicBezTo>
                    <a:pt x="14810" y="12175"/>
                    <a:pt x="13404" y="12294"/>
                    <a:pt x="12102" y="12829"/>
                  </a:cubicBezTo>
                  <a:cubicBezTo>
                    <a:pt x="10655" y="13426"/>
                    <a:pt x="9484" y="14482"/>
                    <a:pt x="8933" y="15975"/>
                  </a:cubicBezTo>
                  <a:cubicBezTo>
                    <a:pt x="8635" y="16767"/>
                    <a:pt x="8509" y="17616"/>
                    <a:pt x="8394" y="18455"/>
                  </a:cubicBezTo>
                  <a:lnTo>
                    <a:pt x="8394" y="18466"/>
                  </a:lnTo>
                  <a:cubicBezTo>
                    <a:pt x="8210" y="17858"/>
                    <a:pt x="8060" y="17238"/>
                    <a:pt x="7946" y="16618"/>
                  </a:cubicBezTo>
                  <a:cubicBezTo>
                    <a:pt x="7636" y="14965"/>
                    <a:pt x="7578" y="13276"/>
                    <a:pt x="7624" y="11600"/>
                  </a:cubicBezTo>
                  <a:lnTo>
                    <a:pt x="7624" y="11600"/>
                  </a:lnTo>
                  <a:cubicBezTo>
                    <a:pt x="8076" y="11618"/>
                    <a:pt x="8539" y="11631"/>
                    <a:pt x="9006" y="11631"/>
                  </a:cubicBezTo>
                  <a:cubicBezTo>
                    <a:pt x="11280" y="11631"/>
                    <a:pt x="13642" y="11307"/>
                    <a:pt x="15214" y="9545"/>
                  </a:cubicBezTo>
                  <a:cubicBezTo>
                    <a:pt x="15661" y="9040"/>
                    <a:pt x="15995" y="8454"/>
                    <a:pt x="16178" y="7811"/>
                  </a:cubicBezTo>
                  <a:cubicBezTo>
                    <a:pt x="16201" y="7719"/>
                    <a:pt x="16143" y="7628"/>
                    <a:pt x="16052" y="7594"/>
                  </a:cubicBezTo>
                  <a:cubicBezTo>
                    <a:pt x="15216" y="7310"/>
                    <a:pt x="14346" y="7176"/>
                    <a:pt x="13474" y="7176"/>
                  </a:cubicBezTo>
                  <a:cubicBezTo>
                    <a:pt x="12931" y="7176"/>
                    <a:pt x="12387" y="7228"/>
                    <a:pt x="11849" y="7329"/>
                  </a:cubicBezTo>
                  <a:cubicBezTo>
                    <a:pt x="11160" y="7456"/>
                    <a:pt x="10484" y="7662"/>
                    <a:pt x="9886" y="8030"/>
                  </a:cubicBezTo>
                  <a:cubicBezTo>
                    <a:pt x="9369" y="8351"/>
                    <a:pt x="8933" y="8788"/>
                    <a:pt x="8555" y="9270"/>
                  </a:cubicBezTo>
                  <a:cubicBezTo>
                    <a:pt x="8221" y="9706"/>
                    <a:pt x="7935" y="10188"/>
                    <a:pt x="7682" y="10694"/>
                  </a:cubicBezTo>
                  <a:cubicBezTo>
                    <a:pt x="7682" y="10705"/>
                    <a:pt x="7670" y="10705"/>
                    <a:pt x="7659" y="10716"/>
                  </a:cubicBezTo>
                  <a:lnTo>
                    <a:pt x="7693" y="10165"/>
                  </a:lnTo>
                  <a:cubicBezTo>
                    <a:pt x="7739" y="9178"/>
                    <a:pt x="7866" y="8191"/>
                    <a:pt x="8106" y="7226"/>
                  </a:cubicBezTo>
                  <a:cubicBezTo>
                    <a:pt x="8152" y="7065"/>
                    <a:pt x="8198" y="6893"/>
                    <a:pt x="8256" y="6732"/>
                  </a:cubicBezTo>
                  <a:cubicBezTo>
                    <a:pt x="8771" y="6839"/>
                    <a:pt x="9311" y="6904"/>
                    <a:pt x="9845" y="6904"/>
                  </a:cubicBezTo>
                  <a:cubicBezTo>
                    <a:pt x="11146" y="6904"/>
                    <a:pt x="12417" y="6519"/>
                    <a:pt x="13239" y="5412"/>
                  </a:cubicBezTo>
                  <a:cubicBezTo>
                    <a:pt x="13354" y="5251"/>
                    <a:pt x="13457" y="5091"/>
                    <a:pt x="13538" y="4918"/>
                  </a:cubicBezTo>
                  <a:cubicBezTo>
                    <a:pt x="13606" y="4757"/>
                    <a:pt x="13709" y="4550"/>
                    <a:pt x="13709" y="4367"/>
                  </a:cubicBezTo>
                  <a:cubicBezTo>
                    <a:pt x="13709" y="4183"/>
                    <a:pt x="13526" y="4137"/>
                    <a:pt x="13377" y="4091"/>
                  </a:cubicBezTo>
                  <a:cubicBezTo>
                    <a:pt x="13158" y="4022"/>
                    <a:pt x="12929" y="3976"/>
                    <a:pt x="12699" y="3953"/>
                  </a:cubicBezTo>
                  <a:cubicBezTo>
                    <a:pt x="12519" y="3931"/>
                    <a:pt x="12337" y="3920"/>
                    <a:pt x="12156" y="3920"/>
                  </a:cubicBezTo>
                  <a:cubicBezTo>
                    <a:pt x="11402" y="3920"/>
                    <a:pt x="10649" y="4111"/>
                    <a:pt x="10001" y="4482"/>
                  </a:cubicBezTo>
                  <a:cubicBezTo>
                    <a:pt x="9450" y="4792"/>
                    <a:pt x="8979" y="5228"/>
                    <a:pt x="8624" y="5734"/>
                  </a:cubicBezTo>
                  <a:cubicBezTo>
                    <a:pt x="8761" y="5412"/>
                    <a:pt x="8922" y="5091"/>
                    <a:pt x="9083" y="4769"/>
                  </a:cubicBezTo>
                  <a:lnTo>
                    <a:pt x="9289" y="4390"/>
                  </a:lnTo>
                  <a:cubicBezTo>
                    <a:pt x="11058" y="4206"/>
                    <a:pt x="12826" y="3093"/>
                    <a:pt x="13147" y="1221"/>
                  </a:cubicBezTo>
                  <a:cubicBezTo>
                    <a:pt x="13181" y="1026"/>
                    <a:pt x="13193" y="819"/>
                    <a:pt x="13193" y="613"/>
                  </a:cubicBezTo>
                  <a:cubicBezTo>
                    <a:pt x="13193" y="452"/>
                    <a:pt x="13216" y="188"/>
                    <a:pt x="13089" y="73"/>
                  </a:cubicBezTo>
                  <a:cubicBezTo>
                    <a:pt x="13030" y="18"/>
                    <a:pt x="12957" y="0"/>
                    <a:pt x="12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6"/>
          <p:cNvSpPr/>
          <p:nvPr/>
        </p:nvSpPr>
        <p:spPr>
          <a:xfrm>
            <a:off x="657374" y="4555890"/>
            <a:ext cx="125252" cy="141021"/>
          </a:xfrm>
          <a:custGeom>
            <a:rect b="b" l="l" r="r" t="t"/>
            <a:pathLst>
              <a:path extrusionOk="0" h="3943" w="3411">
                <a:moveTo>
                  <a:pt x="1195" y="1061"/>
                </a:moveTo>
                <a:lnTo>
                  <a:pt x="1195" y="1061"/>
                </a:lnTo>
                <a:cubicBezTo>
                  <a:pt x="1263" y="1175"/>
                  <a:pt x="1344" y="1279"/>
                  <a:pt x="1424" y="1382"/>
                </a:cubicBezTo>
                <a:lnTo>
                  <a:pt x="1229" y="1486"/>
                </a:lnTo>
                <a:cubicBezTo>
                  <a:pt x="1217" y="1348"/>
                  <a:pt x="1206" y="1198"/>
                  <a:pt x="1195" y="1061"/>
                </a:cubicBezTo>
                <a:close/>
                <a:moveTo>
                  <a:pt x="1700" y="1750"/>
                </a:moveTo>
                <a:cubicBezTo>
                  <a:pt x="1758" y="1818"/>
                  <a:pt x="1815" y="1887"/>
                  <a:pt x="1860" y="1956"/>
                </a:cubicBezTo>
                <a:lnTo>
                  <a:pt x="1574" y="2461"/>
                </a:lnTo>
                <a:lnTo>
                  <a:pt x="1275" y="2359"/>
                </a:lnTo>
                <a:cubicBezTo>
                  <a:pt x="1263" y="2232"/>
                  <a:pt x="1263" y="2106"/>
                  <a:pt x="1263" y="1979"/>
                </a:cubicBezTo>
                <a:lnTo>
                  <a:pt x="1700" y="1750"/>
                </a:lnTo>
                <a:close/>
                <a:moveTo>
                  <a:pt x="2159" y="2347"/>
                </a:moveTo>
                <a:cubicBezTo>
                  <a:pt x="2274" y="2496"/>
                  <a:pt x="2389" y="2645"/>
                  <a:pt x="2503" y="2783"/>
                </a:cubicBezTo>
                <a:lnTo>
                  <a:pt x="2010" y="2622"/>
                </a:lnTo>
                <a:lnTo>
                  <a:pt x="2159" y="2347"/>
                </a:lnTo>
                <a:close/>
                <a:moveTo>
                  <a:pt x="1275" y="2841"/>
                </a:moveTo>
                <a:lnTo>
                  <a:pt x="1355" y="2875"/>
                </a:lnTo>
                <a:lnTo>
                  <a:pt x="1275" y="3002"/>
                </a:lnTo>
                <a:lnTo>
                  <a:pt x="1275" y="2841"/>
                </a:lnTo>
                <a:close/>
                <a:moveTo>
                  <a:pt x="860" y="1"/>
                </a:moveTo>
                <a:cubicBezTo>
                  <a:pt x="831" y="1"/>
                  <a:pt x="800" y="6"/>
                  <a:pt x="770" y="16"/>
                </a:cubicBezTo>
                <a:cubicBezTo>
                  <a:pt x="678" y="50"/>
                  <a:pt x="620" y="154"/>
                  <a:pt x="632" y="257"/>
                </a:cubicBezTo>
                <a:cubicBezTo>
                  <a:pt x="701" y="739"/>
                  <a:pt x="758" y="1221"/>
                  <a:pt x="793" y="1704"/>
                </a:cubicBezTo>
                <a:lnTo>
                  <a:pt x="127" y="2048"/>
                </a:lnTo>
                <a:cubicBezTo>
                  <a:pt x="46" y="2083"/>
                  <a:pt x="0" y="2175"/>
                  <a:pt x="12" y="2267"/>
                </a:cubicBezTo>
                <a:cubicBezTo>
                  <a:pt x="12" y="2359"/>
                  <a:pt x="69" y="2427"/>
                  <a:pt x="161" y="2461"/>
                </a:cubicBezTo>
                <a:lnTo>
                  <a:pt x="827" y="2691"/>
                </a:lnTo>
                <a:cubicBezTo>
                  <a:pt x="827" y="3024"/>
                  <a:pt x="816" y="3369"/>
                  <a:pt x="804" y="3713"/>
                </a:cubicBezTo>
                <a:cubicBezTo>
                  <a:pt x="793" y="3828"/>
                  <a:pt x="896" y="3943"/>
                  <a:pt x="1023" y="3943"/>
                </a:cubicBezTo>
                <a:lnTo>
                  <a:pt x="1034" y="3943"/>
                </a:lnTo>
                <a:cubicBezTo>
                  <a:pt x="1057" y="3943"/>
                  <a:pt x="1080" y="3943"/>
                  <a:pt x="1092" y="3931"/>
                </a:cubicBezTo>
                <a:cubicBezTo>
                  <a:pt x="1112" y="3936"/>
                  <a:pt x="1133" y="3938"/>
                  <a:pt x="1152" y="3938"/>
                </a:cubicBezTo>
                <a:cubicBezTo>
                  <a:pt x="1230" y="3938"/>
                  <a:pt x="1298" y="3902"/>
                  <a:pt x="1344" y="3828"/>
                </a:cubicBezTo>
                <a:lnTo>
                  <a:pt x="1792" y="3024"/>
                </a:lnTo>
                <a:lnTo>
                  <a:pt x="3089" y="3472"/>
                </a:lnTo>
                <a:cubicBezTo>
                  <a:pt x="3116" y="3481"/>
                  <a:pt x="3142" y="3485"/>
                  <a:pt x="3168" y="3485"/>
                </a:cubicBezTo>
                <a:cubicBezTo>
                  <a:pt x="3242" y="3485"/>
                  <a:pt x="3311" y="3448"/>
                  <a:pt x="3353" y="3380"/>
                </a:cubicBezTo>
                <a:cubicBezTo>
                  <a:pt x="3411" y="3300"/>
                  <a:pt x="3411" y="3185"/>
                  <a:pt x="3342" y="3116"/>
                </a:cubicBezTo>
                <a:cubicBezTo>
                  <a:pt x="3032" y="2714"/>
                  <a:pt x="2710" y="2324"/>
                  <a:pt x="2401" y="1922"/>
                </a:cubicBezTo>
                <a:lnTo>
                  <a:pt x="2848" y="1119"/>
                </a:lnTo>
                <a:cubicBezTo>
                  <a:pt x="2894" y="1038"/>
                  <a:pt x="2883" y="923"/>
                  <a:pt x="2814" y="854"/>
                </a:cubicBezTo>
                <a:cubicBezTo>
                  <a:pt x="2769" y="810"/>
                  <a:pt x="2706" y="784"/>
                  <a:pt x="2644" y="784"/>
                </a:cubicBezTo>
                <a:cubicBezTo>
                  <a:pt x="2611" y="784"/>
                  <a:pt x="2578" y="792"/>
                  <a:pt x="2549" y="808"/>
                </a:cubicBezTo>
                <a:lnTo>
                  <a:pt x="1837" y="1175"/>
                </a:lnTo>
                <a:cubicBezTo>
                  <a:pt x="1574" y="808"/>
                  <a:pt x="1298" y="453"/>
                  <a:pt x="1046" y="96"/>
                </a:cubicBezTo>
                <a:cubicBezTo>
                  <a:pt x="997" y="31"/>
                  <a:pt x="931" y="1"/>
                  <a:pt x="86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 txBox="1"/>
          <p:nvPr>
            <p:ph type="ctrTitle"/>
          </p:nvPr>
        </p:nvSpPr>
        <p:spPr>
          <a:xfrm>
            <a:off x="706050" y="1083783"/>
            <a:ext cx="4930800" cy="22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Online Grocery Store Portal: </a:t>
            </a:r>
            <a:r>
              <a:rPr lang="en">
                <a:solidFill>
                  <a:schemeClr val="accent1"/>
                </a:solidFill>
              </a:rPr>
              <a:t>Rowdy</a:t>
            </a:r>
            <a:r>
              <a:rPr lang="en"/>
              <a:t> </a:t>
            </a:r>
            <a:r>
              <a:rPr lang="en">
                <a:solidFill>
                  <a:schemeClr val="dk2"/>
                </a:solidFill>
              </a:rPr>
              <a:t>Pantry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8" name="Google Shape;158;p26"/>
          <p:cNvSpPr txBox="1"/>
          <p:nvPr>
            <p:ph idx="1" type="subTitle"/>
          </p:nvPr>
        </p:nvSpPr>
        <p:spPr>
          <a:xfrm>
            <a:off x="706050" y="3520975"/>
            <a:ext cx="4418700" cy="35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7 - Madison, Leigh, Ire, Georgie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696500" y="4016662"/>
            <a:ext cx="23055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7"/>
          <p:cNvSpPr/>
          <p:nvPr/>
        </p:nvSpPr>
        <p:spPr>
          <a:xfrm>
            <a:off x="3484600" y="4016662"/>
            <a:ext cx="23055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6118550" y="4016662"/>
            <a:ext cx="23055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/>
          <p:nvPr/>
        </p:nvSpPr>
        <p:spPr>
          <a:xfrm>
            <a:off x="2069623" y="2128787"/>
            <a:ext cx="23055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7"/>
          <p:cNvSpPr/>
          <p:nvPr/>
        </p:nvSpPr>
        <p:spPr>
          <a:xfrm>
            <a:off x="4768875" y="2128787"/>
            <a:ext cx="23055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 txBox="1"/>
          <p:nvPr>
            <p:ph idx="18" type="title"/>
          </p:nvPr>
        </p:nvSpPr>
        <p:spPr>
          <a:xfrm>
            <a:off x="720000" y="39993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9" name="Google Shape;169;p27"/>
          <p:cNvSpPr txBox="1"/>
          <p:nvPr>
            <p:ph idx="5" type="subTitle"/>
          </p:nvPr>
        </p:nvSpPr>
        <p:spPr>
          <a:xfrm>
            <a:off x="720000" y="406376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class diagram, and object state diagrams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70" name="Google Shape;170;p27"/>
          <p:cNvSpPr txBox="1"/>
          <p:nvPr>
            <p:ph type="title"/>
          </p:nvPr>
        </p:nvSpPr>
        <p:spPr>
          <a:xfrm>
            <a:off x="2069623" y="1716175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171" name="Google Shape;171;p27"/>
          <p:cNvSpPr txBox="1"/>
          <p:nvPr>
            <p:ph idx="1" type="subTitle"/>
          </p:nvPr>
        </p:nvSpPr>
        <p:spPr>
          <a:xfrm>
            <a:off x="2069623" y="217316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statement, portal features, and key objectives</a:t>
            </a:r>
            <a:endParaRPr/>
          </a:p>
        </p:txBody>
      </p:sp>
      <p:sp>
        <p:nvSpPr>
          <p:cNvPr id="172" name="Google Shape;172;p27"/>
          <p:cNvSpPr txBox="1"/>
          <p:nvPr>
            <p:ph idx="2" type="title"/>
          </p:nvPr>
        </p:nvSpPr>
        <p:spPr>
          <a:xfrm>
            <a:off x="4768884" y="1716175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173" name="Google Shape;173;p27"/>
          <p:cNvSpPr txBox="1"/>
          <p:nvPr>
            <p:ph idx="3" type="subTitle"/>
          </p:nvPr>
        </p:nvSpPr>
        <p:spPr>
          <a:xfrm>
            <a:off x="4768884" y="217316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Testable user stories and test case specifications</a:t>
            </a:r>
            <a:endParaRPr/>
          </a:p>
        </p:txBody>
      </p:sp>
      <p:sp>
        <p:nvSpPr>
          <p:cNvPr id="174" name="Google Shape;174;p27"/>
          <p:cNvSpPr txBox="1"/>
          <p:nvPr>
            <p:ph idx="4" type="title"/>
          </p:nvPr>
        </p:nvSpPr>
        <p:spPr>
          <a:xfrm>
            <a:off x="720000" y="3606800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175" name="Google Shape;175;p27"/>
          <p:cNvSpPr txBox="1"/>
          <p:nvPr>
            <p:ph idx="6" type="title"/>
          </p:nvPr>
        </p:nvSpPr>
        <p:spPr>
          <a:xfrm>
            <a:off x="3484595" y="3606800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&amp; ISSUES</a:t>
            </a:r>
            <a:endParaRPr/>
          </a:p>
        </p:txBody>
      </p:sp>
      <p:sp>
        <p:nvSpPr>
          <p:cNvPr id="176" name="Google Shape;176;p27"/>
          <p:cNvSpPr txBox="1"/>
          <p:nvPr>
            <p:ph idx="7" type="subTitle"/>
          </p:nvPr>
        </p:nvSpPr>
        <p:spPr>
          <a:xfrm>
            <a:off x="3484595" y="405696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walkthrough video, challenges encountered</a:t>
            </a:r>
            <a:endParaRPr/>
          </a:p>
        </p:txBody>
      </p:sp>
      <p:sp>
        <p:nvSpPr>
          <p:cNvPr id="177" name="Google Shape;177;p27"/>
          <p:cNvSpPr txBox="1"/>
          <p:nvPr>
            <p:ph idx="8" type="title"/>
          </p:nvPr>
        </p:nvSpPr>
        <p:spPr>
          <a:xfrm>
            <a:off x="6118547" y="3606800"/>
            <a:ext cx="2305500" cy="32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78" name="Google Shape;178;p27"/>
          <p:cNvSpPr txBox="1"/>
          <p:nvPr>
            <p:ph idx="9" type="subTitle"/>
          </p:nvPr>
        </p:nvSpPr>
        <p:spPr>
          <a:xfrm>
            <a:off x="6118547" y="4063760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eam member reflections and lessons learned</a:t>
            </a:r>
            <a:endParaRPr/>
          </a:p>
        </p:txBody>
      </p:sp>
      <p:sp>
        <p:nvSpPr>
          <p:cNvPr id="179" name="Google Shape;179;p27"/>
          <p:cNvSpPr txBox="1"/>
          <p:nvPr>
            <p:ph idx="13" type="title"/>
          </p:nvPr>
        </p:nvSpPr>
        <p:spPr>
          <a:xfrm>
            <a:off x="2855023" y="1243044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80" name="Google Shape;180;p27"/>
          <p:cNvSpPr txBox="1"/>
          <p:nvPr>
            <p:ph idx="14" type="title"/>
          </p:nvPr>
        </p:nvSpPr>
        <p:spPr>
          <a:xfrm>
            <a:off x="1505400" y="313365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81" name="Google Shape;181;p27"/>
          <p:cNvSpPr txBox="1"/>
          <p:nvPr>
            <p:ph idx="15" type="title"/>
          </p:nvPr>
        </p:nvSpPr>
        <p:spPr>
          <a:xfrm>
            <a:off x="5554284" y="1243044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2" name="Google Shape;182;p27"/>
          <p:cNvSpPr txBox="1"/>
          <p:nvPr>
            <p:ph idx="16" type="title"/>
          </p:nvPr>
        </p:nvSpPr>
        <p:spPr>
          <a:xfrm>
            <a:off x="4269995" y="313365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83" name="Google Shape;183;p27"/>
          <p:cNvSpPr txBox="1"/>
          <p:nvPr>
            <p:ph idx="17" type="title"/>
          </p:nvPr>
        </p:nvSpPr>
        <p:spPr>
          <a:xfrm>
            <a:off x="6903947" y="3133653"/>
            <a:ext cx="7347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84" name="Google Shape;184;p27"/>
          <p:cNvGrpSpPr/>
          <p:nvPr/>
        </p:nvGrpSpPr>
        <p:grpSpPr>
          <a:xfrm>
            <a:off x="5507775" y="1095738"/>
            <a:ext cx="827689" cy="442085"/>
            <a:chOff x="2821988" y="943338"/>
            <a:chExt cx="827689" cy="442085"/>
          </a:xfrm>
        </p:grpSpPr>
        <p:grpSp>
          <p:nvGrpSpPr>
            <p:cNvPr id="185" name="Google Shape;185;p27"/>
            <p:cNvGrpSpPr/>
            <p:nvPr/>
          </p:nvGrpSpPr>
          <p:grpSpPr>
            <a:xfrm>
              <a:off x="2898499" y="943338"/>
              <a:ext cx="126992" cy="147952"/>
              <a:chOff x="3996349" y="1245688"/>
              <a:chExt cx="126992" cy="147952"/>
            </a:xfrm>
          </p:grpSpPr>
          <p:sp>
            <p:nvSpPr>
              <p:cNvPr id="186" name="Google Shape;186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" name="Google Shape;190;p27"/>
            <p:cNvGrpSpPr/>
            <p:nvPr/>
          </p:nvGrpSpPr>
          <p:grpSpPr>
            <a:xfrm>
              <a:off x="3532551" y="1243464"/>
              <a:ext cx="117126" cy="141958"/>
              <a:chOff x="4189576" y="1503027"/>
              <a:chExt cx="117126" cy="141958"/>
            </a:xfrm>
          </p:grpSpPr>
          <p:sp>
            <p:nvSpPr>
              <p:cNvPr id="191" name="Google Shape;191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5" name="Google Shape;195;p27"/>
            <p:cNvSpPr/>
            <p:nvPr/>
          </p:nvSpPr>
          <p:spPr>
            <a:xfrm>
              <a:off x="2821988" y="11379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27"/>
          <p:cNvGrpSpPr/>
          <p:nvPr/>
        </p:nvGrpSpPr>
        <p:grpSpPr>
          <a:xfrm>
            <a:off x="4223500" y="3005213"/>
            <a:ext cx="827689" cy="442085"/>
            <a:chOff x="2821988" y="943338"/>
            <a:chExt cx="827689" cy="442085"/>
          </a:xfrm>
        </p:grpSpPr>
        <p:grpSp>
          <p:nvGrpSpPr>
            <p:cNvPr id="197" name="Google Shape;197;p27"/>
            <p:cNvGrpSpPr/>
            <p:nvPr/>
          </p:nvGrpSpPr>
          <p:grpSpPr>
            <a:xfrm>
              <a:off x="2898499" y="943338"/>
              <a:ext cx="126992" cy="147952"/>
              <a:chOff x="3996349" y="1245688"/>
              <a:chExt cx="126992" cy="147952"/>
            </a:xfrm>
          </p:grpSpPr>
          <p:sp>
            <p:nvSpPr>
              <p:cNvPr id="198" name="Google Shape;198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" name="Google Shape;202;p27"/>
            <p:cNvGrpSpPr/>
            <p:nvPr/>
          </p:nvGrpSpPr>
          <p:grpSpPr>
            <a:xfrm>
              <a:off x="3532551" y="1243464"/>
              <a:ext cx="117126" cy="141958"/>
              <a:chOff x="4189576" y="1503027"/>
              <a:chExt cx="117126" cy="141958"/>
            </a:xfrm>
          </p:grpSpPr>
          <p:sp>
            <p:nvSpPr>
              <p:cNvPr id="203" name="Google Shape;203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7" name="Google Shape;207;p27"/>
            <p:cNvSpPr/>
            <p:nvPr/>
          </p:nvSpPr>
          <p:spPr>
            <a:xfrm>
              <a:off x="2821988" y="11379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27"/>
          <p:cNvGrpSpPr/>
          <p:nvPr/>
        </p:nvGrpSpPr>
        <p:grpSpPr>
          <a:xfrm>
            <a:off x="6857450" y="3005213"/>
            <a:ext cx="827689" cy="442085"/>
            <a:chOff x="2821988" y="943338"/>
            <a:chExt cx="827689" cy="442085"/>
          </a:xfrm>
        </p:grpSpPr>
        <p:grpSp>
          <p:nvGrpSpPr>
            <p:cNvPr id="209" name="Google Shape;209;p27"/>
            <p:cNvGrpSpPr/>
            <p:nvPr/>
          </p:nvGrpSpPr>
          <p:grpSpPr>
            <a:xfrm>
              <a:off x="2898499" y="943338"/>
              <a:ext cx="126992" cy="147952"/>
              <a:chOff x="3996349" y="1245688"/>
              <a:chExt cx="126992" cy="147952"/>
            </a:xfrm>
          </p:grpSpPr>
          <p:sp>
            <p:nvSpPr>
              <p:cNvPr id="210" name="Google Shape;210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27"/>
            <p:cNvGrpSpPr/>
            <p:nvPr/>
          </p:nvGrpSpPr>
          <p:grpSpPr>
            <a:xfrm>
              <a:off x="3532551" y="1243464"/>
              <a:ext cx="117126" cy="141958"/>
              <a:chOff x="4189576" y="1503027"/>
              <a:chExt cx="117126" cy="141958"/>
            </a:xfrm>
          </p:grpSpPr>
          <p:sp>
            <p:nvSpPr>
              <p:cNvPr id="215" name="Google Shape;215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9" name="Google Shape;219;p27"/>
            <p:cNvSpPr/>
            <p:nvPr/>
          </p:nvSpPr>
          <p:spPr>
            <a:xfrm>
              <a:off x="2821988" y="11379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" name="Google Shape;220;p27"/>
          <p:cNvGrpSpPr/>
          <p:nvPr/>
        </p:nvGrpSpPr>
        <p:grpSpPr>
          <a:xfrm>
            <a:off x="1435400" y="3005213"/>
            <a:ext cx="827689" cy="442085"/>
            <a:chOff x="2821988" y="943338"/>
            <a:chExt cx="827689" cy="442085"/>
          </a:xfrm>
        </p:grpSpPr>
        <p:grpSp>
          <p:nvGrpSpPr>
            <p:cNvPr id="221" name="Google Shape;221;p27"/>
            <p:cNvGrpSpPr/>
            <p:nvPr/>
          </p:nvGrpSpPr>
          <p:grpSpPr>
            <a:xfrm>
              <a:off x="2898499" y="943338"/>
              <a:ext cx="126992" cy="147952"/>
              <a:chOff x="3996349" y="1245688"/>
              <a:chExt cx="126992" cy="147952"/>
            </a:xfrm>
          </p:grpSpPr>
          <p:sp>
            <p:nvSpPr>
              <p:cNvPr id="222" name="Google Shape;222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7"/>
              <p:cNvSpPr/>
              <p:nvPr/>
            </p:nvSpPr>
            <p:spPr>
              <a:xfrm>
                <a:off x="3996349" y="1245688"/>
                <a:ext cx="126992" cy="147952"/>
              </a:xfrm>
              <a:custGeom>
                <a:rect b="b" l="l" r="r" t="t"/>
                <a:pathLst>
                  <a:path extrusionOk="0" h="3974" w="3411">
                    <a:moveTo>
                      <a:pt x="161" y="2480"/>
                    </a:moveTo>
                    <a:lnTo>
                      <a:pt x="827" y="2710"/>
                    </a:lnTo>
                    <a:cubicBezTo>
                      <a:pt x="827" y="3043"/>
                      <a:pt x="816" y="3388"/>
                      <a:pt x="804" y="3732"/>
                    </a:cubicBezTo>
                    <a:cubicBezTo>
                      <a:pt x="793" y="3847"/>
                      <a:pt x="896" y="3962"/>
                      <a:pt x="1023" y="3962"/>
                    </a:cubicBezTo>
                    <a:lnTo>
                      <a:pt x="1034" y="3962"/>
                    </a:lnTo>
                    <a:cubicBezTo>
                      <a:pt x="1057" y="3962"/>
                      <a:pt x="1080" y="3962"/>
                      <a:pt x="1092" y="3950"/>
                    </a:cubicBezTo>
                    <a:cubicBezTo>
                      <a:pt x="1195" y="3973"/>
                      <a:pt x="1286" y="3939"/>
                      <a:pt x="1344" y="3847"/>
                    </a:cubicBezTo>
                    <a:lnTo>
                      <a:pt x="1792" y="3043"/>
                    </a:lnTo>
                    <a:lnTo>
                      <a:pt x="3089" y="3491"/>
                    </a:lnTo>
                    <a:cubicBezTo>
                      <a:pt x="3192" y="3526"/>
                      <a:pt x="3296" y="3491"/>
                      <a:pt x="3353" y="3399"/>
                    </a:cubicBezTo>
                    <a:cubicBezTo>
                      <a:pt x="3411" y="3319"/>
                      <a:pt x="3411" y="3204"/>
                      <a:pt x="3342" y="3135"/>
                    </a:cubicBezTo>
                    <a:cubicBezTo>
                      <a:pt x="3032" y="2733"/>
                      <a:pt x="2710" y="2343"/>
                      <a:pt x="2401" y="1941"/>
                    </a:cubicBezTo>
                    <a:lnTo>
                      <a:pt x="2848" y="1138"/>
                    </a:lnTo>
                    <a:cubicBezTo>
                      <a:pt x="2894" y="1057"/>
                      <a:pt x="2883" y="942"/>
                      <a:pt x="2814" y="873"/>
                    </a:cubicBezTo>
                    <a:cubicBezTo>
                      <a:pt x="2745" y="804"/>
                      <a:pt x="2630" y="781"/>
                      <a:pt x="2549" y="827"/>
                    </a:cubicBezTo>
                    <a:lnTo>
                      <a:pt x="1837" y="1194"/>
                    </a:lnTo>
                    <a:cubicBezTo>
                      <a:pt x="1574" y="827"/>
                      <a:pt x="1298" y="472"/>
                      <a:pt x="1046" y="115"/>
                    </a:cubicBezTo>
                    <a:cubicBezTo>
                      <a:pt x="977" y="23"/>
                      <a:pt x="873" y="0"/>
                      <a:pt x="770" y="35"/>
                    </a:cubicBezTo>
                    <a:cubicBezTo>
                      <a:pt x="678" y="69"/>
                      <a:pt x="620" y="173"/>
                      <a:pt x="632" y="276"/>
                    </a:cubicBezTo>
                    <a:cubicBezTo>
                      <a:pt x="701" y="758"/>
                      <a:pt x="758" y="1240"/>
                      <a:pt x="793" y="1723"/>
                    </a:cubicBezTo>
                    <a:lnTo>
                      <a:pt x="127" y="2067"/>
                    </a:lnTo>
                    <a:cubicBezTo>
                      <a:pt x="46" y="2102"/>
                      <a:pt x="0" y="2194"/>
                      <a:pt x="12" y="2286"/>
                    </a:cubicBezTo>
                    <a:cubicBezTo>
                      <a:pt x="12" y="2378"/>
                      <a:pt x="69" y="2446"/>
                      <a:pt x="161" y="2480"/>
                    </a:cubicBezTo>
                    <a:close/>
                    <a:moveTo>
                      <a:pt x="1275" y="3021"/>
                    </a:moveTo>
                    <a:lnTo>
                      <a:pt x="1275" y="2860"/>
                    </a:lnTo>
                    <a:lnTo>
                      <a:pt x="1355" y="2894"/>
                    </a:lnTo>
                    <a:close/>
                    <a:moveTo>
                      <a:pt x="2159" y="2366"/>
                    </a:moveTo>
                    <a:cubicBezTo>
                      <a:pt x="2274" y="2515"/>
                      <a:pt x="2389" y="2664"/>
                      <a:pt x="2503" y="2802"/>
                    </a:cubicBezTo>
                    <a:lnTo>
                      <a:pt x="2010" y="2641"/>
                    </a:lnTo>
                    <a:close/>
                    <a:moveTo>
                      <a:pt x="1860" y="1975"/>
                    </a:moveTo>
                    <a:lnTo>
                      <a:pt x="1574" y="2480"/>
                    </a:lnTo>
                    <a:lnTo>
                      <a:pt x="1275" y="2378"/>
                    </a:lnTo>
                    <a:cubicBezTo>
                      <a:pt x="1263" y="2251"/>
                      <a:pt x="1263" y="2125"/>
                      <a:pt x="1263" y="1998"/>
                    </a:cubicBezTo>
                    <a:lnTo>
                      <a:pt x="1700" y="1769"/>
                    </a:lnTo>
                    <a:cubicBezTo>
                      <a:pt x="1758" y="1837"/>
                      <a:pt x="1815" y="1906"/>
                      <a:pt x="1860" y="1975"/>
                    </a:cubicBezTo>
                    <a:close/>
                    <a:moveTo>
                      <a:pt x="1424" y="1401"/>
                    </a:moveTo>
                    <a:lnTo>
                      <a:pt x="1229" y="1505"/>
                    </a:lnTo>
                    <a:cubicBezTo>
                      <a:pt x="1217" y="1367"/>
                      <a:pt x="1206" y="1217"/>
                      <a:pt x="1195" y="1080"/>
                    </a:cubicBezTo>
                    <a:cubicBezTo>
                      <a:pt x="1263" y="1194"/>
                      <a:pt x="1344" y="1298"/>
                      <a:pt x="1424" y="140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7"/>
              <p:cNvSpPr/>
              <p:nvPr/>
            </p:nvSpPr>
            <p:spPr>
              <a:xfrm>
                <a:off x="3996349" y="1246395"/>
                <a:ext cx="126992" cy="146798"/>
              </a:xfrm>
              <a:custGeom>
                <a:rect b="b" l="l" r="r" t="t"/>
                <a:pathLst>
                  <a:path extrusionOk="0" h="3943" w="3411">
                    <a:moveTo>
                      <a:pt x="1195" y="1061"/>
                    </a:moveTo>
                    <a:lnTo>
                      <a:pt x="1195" y="1061"/>
                    </a:lnTo>
                    <a:cubicBezTo>
                      <a:pt x="1263" y="1175"/>
                      <a:pt x="1344" y="1279"/>
                      <a:pt x="1424" y="1382"/>
                    </a:cubicBezTo>
                    <a:lnTo>
                      <a:pt x="1229" y="1486"/>
                    </a:lnTo>
                    <a:cubicBezTo>
                      <a:pt x="1217" y="1348"/>
                      <a:pt x="1206" y="1198"/>
                      <a:pt x="1195" y="1061"/>
                    </a:cubicBezTo>
                    <a:close/>
                    <a:moveTo>
                      <a:pt x="1700" y="1750"/>
                    </a:moveTo>
                    <a:cubicBezTo>
                      <a:pt x="1758" y="1818"/>
                      <a:pt x="1815" y="1887"/>
                      <a:pt x="1860" y="1956"/>
                    </a:cubicBezTo>
                    <a:lnTo>
                      <a:pt x="1574" y="2461"/>
                    </a:lnTo>
                    <a:lnTo>
                      <a:pt x="1275" y="2359"/>
                    </a:lnTo>
                    <a:cubicBezTo>
                      <a:pt x="1263" y="2232"/>
                      <a:pt x="1263" y="2106"/>
                      <a:pt x="1263" y="1979"/>
                    </a:cubicBezTo>
                    <a:lnTo>
                      <a:pt x="1700" y="1750"/>
                    </a:lnTo>
                    <a:close/>
                    <a:moveTo>
                      <a:pt x="2159" y="2347"/>
                    </a:moveTo>
                    <a:cubicBezTo>
                      <a:pt x="2274" y="2496"/>
                      <a:pt x="2389" y="2645"/>
                      <a:pt x="2503" y="2783"/>
                    </a:cubicBezTo>
                    <a:lnTo>
                      <a:pt x="2010" y="2622"/>
                    </a:lnTo>
                    <a:lnTo>
                      <a:pt x="2159" y="2347"/>
                    </a:lnTo>
                    <a:close/>
                    <a:moveTo>
                      <a:pt x="1275" y="2841"/>
                    </a:moveTo>
                    <a:lnTo>
                      <a:pt x="1355" y="2875"/>
                    </a:lnTo>
                    <a:lnTo>
                      <a:pt x="1275" y="3002"/>
                    </a:lnTo>
                    <a:lnTo>
                      <a:pt x="1275" y="2841"/>
                    </a:lnTo>
                    <a:close/>
                    <a:moveTo>
                      <a:pt x="860" y="1"/>
                    </a:moveTo>
                    <a:cubicBezTo>
                      <a:pt x="831" y="1"/>
                      <a:pt x="800" y="6"/>
                      <a:pt x="770" y="16"/>
                    </a:cubicBezTo>
                    <a:cubicBezTo>
                      <a:pt x="678" y="50"/>
                      <a:pt x="620" y="154"/>
                      <a:pt x="632" y="257"/>
                    </a:cubicBezTo>
                    <a:cubicBezTo>
                      <a:pt x="701" y="739"/>
                      <a:pt x="758" y="1221"/>
                      <a:pt x="793" y="1704"/>
                    </a:cubicBezTo>
                    <a:lnTo>
                      <a:pt x="127" y="2048"/>
                    </a:lnTo>
                    <a:cubicBezTo>
                      <a:pt x="46" y="2083"/>
                      <a:pt x="0" y="2175"/>
                      <a:pt x="12" y="2267"/>
                    </a:cubicBezTo>
                    <a:cubicBezTo>
                      <a:pt x="12" y="2359"/>
                      <a:pt x="69" y="2427"/>
                      <a:pt x="161" y="2461"/>
                    </a:cubicBezTo>
                    <a:lnTo>
                      <a:pt x="827" y="2691"/>
                    </a:lnTo>
                    <a:cubicBezTo>
                      <a:pt x="827" y="3024"/>
                      <a:pt x="816" y="3369"/>
                      <a:pt x="804" y="3713"/>
                    </a:cubicBezTo>
                    <a:cubicBezTo>
                      <a:pt x="793" y="3828"/>
                      <a:pt x="896" y="3943"/>
                      <a:pt x="1023" y="3943"/>
                    </a:cubicBezTo>
                    <a:lnTo>
                      <a:pt x="1034" y="3943"/>
                    </a:lnTo>
                    <a:cubicBezTo>
                      <a:pt x="1057" y="3943"/>
                      <a:pt x="1080" y="3943"/>
                      <a:pt x="1092" y="3931"/>
                    </a:cubicBezTo>
                    <a:cubicBezTo>
                      <a:pt x="1112" y="3936"/>
                      <a:pt x="1133" y="3938"/>
                      <a:pt x="1152" y="3938"/>
                    </a:cubicBezTo>
                    <a:cubicBezTo>
                      <a:pt x="1230" y="3938"/>
                      <a:pt x="1298" y="3902"/>
                      <a:pt x="1344" y="3828"/>
                    </a:cubicBezTo>
                    <a:lnTo>
                      <a:pt x="1792" y="3024"/>
                    </a:lnTo>
                    <a:lnTo>
                      <a:pt x="3089" y="3472"/>
                    </a:lnTo>
                    <a:cubicBezTo>
                      <a:pt x="3116" y="3481"/>
                      <a:pt x="3142" y="3485"/>
                      <a:pt x="3168" y="3485"/>
                    </a:cubicBezTo>
                    <a:cubicBezTo>
                      <a:pt x="3242" y="3485"/>
                      <a:pt x="3311" y="3448"/>
                      <a:pt x="3353" y="3380"/>
                    </a:cubicBezTo>
                    <a:cubicBezTo>
                      <a:pt x="3411" y="3300"/>
                      <a:pt x="3411" y="3185"/>
                      <a:pt x="3342" y="3116"/>
                    </a:cubicBezTo>
                    <a:cubicBezTo>
                      <a:pt x="3032" y="2714"/>
                      <a:pt x="2710" y="2324"/>
                      <a:pt x="2401" y="1922"/>
                    </a:cubicBezTo>
                    <a:lnTo>
                      <a:pt x="2848" y="1119"/>
                    </a:lnTo>
                    <a:cubicBezTo>
                      <a:pt x="2894" y="1038"/>
                      <a:pt x="2883" y="923"/>
                      <a:pt x="2814" y="854"/>
                    </a:cubicBezTo>
                    <a:cubicBezTo>
                      <a:pt x="2769" y="810"/>
                      <a:pt x="2706" y="784"/>
                      <a:pt x="2644" y="784"/>
                    </a:cubicBezTo>
                    <a:cubicBezTo>
                      <a:pt x="2611" y="784"/>
                      <a:pt x="2578" y="792"/>
                      <a:pt x="2549" y="808"/>
                    </a:cubicBezTo>
                    <a:lnTo>
                      <a:pt x="1837" y="1175"/>
                    </a:lnTo>
                    <a:cubicBezTo>
                      <a:pt x="1574" y="808"/>
                      <a:pt x="1298" y="453"/>
                      <a:pt x="1046" y="96"/>
                    </a:cubicBezTo>
                    <a:cubicBezTo>
                      <a:pt x="997" y="31"/>
                      <a:pt x="931" y="1"/>
                      <a:pt x="8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" name="Google Shape;226;p27"/>
            <p:cNvGrpSpPr/>
            <p:nvPr/>
          </p:nvGrpSpPr>
          <p:grpSpPr>
            <a:xfrm>
              <a:off x="3532551" y="1243464"/>
              <a:ext cx="117126" cy="141958"/>
              <a:chOff x="4189576" y="1503027"/>
              <a:chExt cx="117126" cy="141958"/>
            </a:xfrm>
          </p:grpSpPr>
          <p:sp>
            <p:nvSpPr>
              <p:cNvPr id="227" name="Google Shape;227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7"/>
              <p:cNvSpPr/>
              <p:nvPr/>
            </p:nvSpPr>
            <p:spPr>
              <a:xfrm>
                <a:off x="4189576" y="1503027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7"/>
              <p:cNvSpPr/>
              <p:nvPr/>
            </p:nvSpPr>
            <p:spPr>
              <a:xfrm>
                <a:off x="4189576" y="1503883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1" name="Google Shape;231;p27"/>
            <p:cNvSpPr/>
            <p:nvPr/>
          </p:nvSpPr>
          <p:spPr>
            <a:xfrm>
              <a:off x="2821988" y="11379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p27"/>
          <p:cNvGrpSpPr/>
          <p:nvPr/>
        </p:nvGrpSpPr>
        <p:grpSpPr>
          <a:xfrm>
            <a:off x="2829565" y="1095738"/>
            <a:ext cx="827689" cy="441266"/>
            <a:chOff x="2873875" y="1095738"/>
            <a:chExt cx="827689" cy="441266"/>
          </a:xfrm>
        </p:grpSpPr>
        <p:sp>
          <p:nvSpPr>
            <p:cNvPr id="233" name="Google Shape;233;p27"/>
            <p:cNvSpPr/>
            <p:nvPr/>
          </p:nvSpPr>
          <p:spPr>
            <a:xfrm>
              <a:off x="2950386" y="1095738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7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7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8"/>
          <p:cNvPicPr preferRelativeResize="0"/>
          <p:nvPr/>
        </p:nvPicPr>
        <p:blipFill rotWithShape="1">
          <a:blip r:embed="rId3">
            <a:alphaModFix/>
          </a:blip>
          <a:srcRect b="2955" l="0" r="0" t="2945"/>
          <a:stretch/>
        </p:blipFill>
        <p:spPr>
          <a:xfrm>
            <a:off x="5807175" y="1499900"/>
            <a:ext cx="2616799" cy="24624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1" name="Google Shape;241;p28"/>
          <p:cNvSpPr/>
          <p:nvPr/>
        </p:nvSpPr>
        <p:spPr>
          <a:xfrm>
            <a:off x="720024" y="3383325"/>
            <a:ext cx="46026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"/>
          <p:cNvSpPr txBox="1"/>
          <p:nvPr>
            <p:ph type="title"/>
          </p:nvPr>
        </p:nvSpPr>
        <p:spPr>
          <a:xfrm>
            <a:off x="720013" y="2369125"/>
            <a:ext cx="49449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243" name="Google Shape;243;p28"/>
          <p:cNvSpPr txBox="1"/>
          <p:nvPr>
            <p:ph idx="1" type="subTitle"/>
          </p:nvPr>
        </p:nvSpPr>
        <p:spPr>
          <a:xfrm>
            <a:off x="720025" y="3473175"/>
            <a:ext cx="4602600" cy="3993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statement, </a:t>
            </a:r>
            <a:r>
              <a:rPr lang="en"/>
              <a:t>portal features, </a:t>
            </a:r>
            <a:r>
              <a:rPr lang="en"/>
              <a:t>key objectives</a:t>
            </a:r>
            <a:endParaRPr/>
          </a:p>
        </p:txBody>
      </p:sp>
      <p:sp>
        <p:nvSpPr>
          <p:cNvPr id="244" name="Google Shape;244;p28"/>
          <p:cNvSpPr txBox="1"/>
          <p:nvPr>
            <p:ph idx="2" type="title"/>
          </p:nvPr>
        </p:nvSpPr>
        <p:spPr>
          <a:xfrm>
            <a:off x="720013" y="1402350"/>
            <a:ext cx="1859100" cy="841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245" name="Google Shape;245;p28"/>
          <p:cNvGrpSpPr/>
          <p:nvPr/>
        </p:nvGrpSpPr>
        <p:grpSpPr>
          <a:xfrm>
            <a:off x="3377481" y="2502528"/>
            <a:ext cx="299296" cy="301894"/>
            <a:chOff x="1171856" y="4093128"/>
            <a:chExt cx="299296" cy="301894"/>
          </a:xfrm>
        </p:grpSpPr>
        <p:grpSp>
          <p:nvGrpSpPr>
            <p:cNvPr id="246" name="Google Shape;246;p28"/>
            <p:cNvGrpSpPr/>
            <p:nvPr/>
          </p:nvGrpSpPr>
          <p:grpSpPr>
            <a:xfrm>
              <a:off x="1171856" y="4093128"/>
              <a:ext cx="146104" cy="123033"/>
              <a:chOff x="1171856" y="4093128"/>
              <a:chExt cx="146104" cy="123033"/>
            </a:xfrm>
          </p:grpSpPr>
          <p:sp>
            <p:nvSpPr>
              <p:cNvPr id="247" name="Google Shape;247;p28"/>
              <p:cNvSpPr/>
              <p:nvPr/>
            </p:nvSpPr>
            <p:spPr>
              <a:xfrm>
                <a:off x="1171856" y="4093128"/>
                <a:ext cx="146104" cy="123033"/>
              </a:xfrm>
              <a:custGeom>
                <a:rect b="b" l="l" r="r" t="t"/>
                <a:pathLst>
                  <a:path extrusionOk="0" h="3365" w="3996">
                    <a:moveTo>
                      <a:pt x="3973" y="2331"/>
                    </a:moveTo>
                    <a:cubicBezTo>
                      <a:pt x="3996" y="2240"/>
                      <a:pt x="3950" y="2136"/>
                      <a:pt x="3869" y="2079"/>
                    </a:cubicBezTo>
                    <a:lnTo>
                      <a:pt x="3077" y="1608"/>
                    </a:lnTo>
                    <a:lnTo>
                      <a:pt x="3559" y="322"/>
                    </a:lnTo>
                    <a:cubicBezTo>
                      <a:pt x="3605" y="230"/>
                      <a:pt x="3570" y="115"/>
                      <a:pt x="3490" y="58"/>
                    </a:cubicBezTo>
                    <a:cubicBezTo>
                      <a:pt x="3410" y="0"/>
                      <a:pt x="3295" y="0"/>
                      <a:pt x="3215" y="58"/>
                    </a:cubicBezTo>
                    <a:cubicBezTo>
                      <a:pt x="2813" y="357"/>
                      <a:pt x="2399" y="666"/>
                      <a:pt x="1986" y="954"/>
                    </a:cubicBezTo>
                    <a:lnTo>
                      <a:pt x="1205" y="494"/>
                    </a:lnTo>
                    <a:cubicBezTo>
                      <a:pt x="1125" y="436"/>
                      <a:pt x="1010" y="448"/>
                      <a:pt x="942" y="517"/>
                    </a:cubicBezTo>
                    <a:cubicBezTo>
                      <a:pt x="861" y="586"/>
                      <a:pt x="850" y="689"/>
                      <a:pt x="884" y="781"/>
                    </a:cubicBezTo>
                    <a:lnTo>
                      <a:pt x="1228" y="1505"/>
                    </a:lnTo>
                    <a:lnTo>
                      <a:pt x="126" y="2263"/>
                    </a:lnTo>
                    <a:cubicBezTo>
                      <a:pt x="34" y="2319"/>
                      <a:pt x="0" y="2434"/>
                      <a:pt x="34" y="2526"/>
                    </a:cubicBezTo>
                    <a:cubicBezTo>
                      <a:pt x="69" y="2630"/>
                      <a:pt x="172" y="2687"/>
                      <a:pt x="276" y="2676"/>
                    </a:cubicBezTo>
                    <a:cubicBezTo>
                      <a:pt x="758" y="2618"/>
                      <a:pt x="1240" y="2584"/>
                      <a:pt x="1733" y="2572"/>
                    </a:cubicBezTo>
                    <a:lnTo>
                      <a:pt x="2044" y="3238"/>
                    </a:lnTo>
                    <a:cubicBezTo>
                      <a:pt x="2090" y="3319"/>
                      <a:pt x="2170" y="3365"/>
                      <a:pt x="2262" y="3365"/>
                    </a:cubicBezTo>
                    <a:cubicBezTo>
                      <a:pt x="2353" y="3365"/>
                      <a:pt x="2434" y="3307"/>
                      <a:pt x="2468" y="3215"/>
                    </a:cubicBezTo>
                    <a:lnTo>
                      <a:pt x="2710" y="2561"/>
                    </a:lnTo>
                    <a:cubicBezTo>
                      <a:pt x="3054" y="2572"/>
                      <a:pt x="3387" y="2595"/>
                      <a:pt x="3731" y="2618"/>
                    </a:cubicBezTo>
                    <a:cubicBezTo>
                      <a:pt x="3858" y="2630"/>
                      <a:pt x="3961" y="2538"/>
                      <a:pt x="3973" y="2411"/>
                    </a:cubicBezTo>
                    <a:lnTo>
                      <a:pt x="3973" y="24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8"/>
              <p:cNvSpPr/>
              <p:nvPr/>
            </p:nvSpPr>
            <p:spPr>
              <a:xfrm>
                <a:off x="1171856" y="4093639"/>
                <a:ext cx="146104" cy="122521"/>
              </a:xfrm>
              <a:custGeom>
                <a:rect b="b" l="l" r="r" t="t"/>
                <a:pathLst>
                  <a:path extrusionOk="0" h="3351" w="3996">
                    <a:moveTo>
                      <a:pt x="2859" y="871"/>
                    </a:moveTo>
                    <a:lnTo>
                      <a:pt x="2675" y="1353"/>
                    </a:lnTo>
                    <a:lnTo>
                      <a:pt x="2411" y="1203"/>
                    </a:lnTo>
                    <a:cubicBezTo>
                      <a:pt x="2560" y="1088"/>
                      <a:pt x="2710" y="986"/>
                      <a:pt x="2859" y="871"/>
                    </a:cubicBezTo>
                    <a:close/>
                    <a:moveTo>
                      <a:pt x="2009" y="1491"/>
                    </a:moveTo>
                    <a:lnTo>
                      <a:pt x="2514" y="1789"/>
                    </a:lnTo>
                    <a:lnTo>
                      <a:pt x="2399" y="2088"/>
                    </a:lnTo>
                    <a:lnTo>
                      <a:pt x="2021" y="2088"/>
                    </a:lnTo>
                    <a:lnTo>
                      <a:pt x="1802" y="1640"/>
                    </a:lnTo>
                    <a:cubicBezTo>
                      <a:pt x="1871" y="1594"/>
                      <a:pt x="1940" y="1537"/>
                      <a:pt x="2009" y="1491"/>
                    </a:cubicBezTo>
                    <a:close/>
                    <a:moveTo>
                      <a:pt x="2904" y="2030"/>
                    </a:moveTo>
                    <a:lnTo>
                      <a:pt x="3042" y="2111"/>
                    </a:lnTo>
                    <a:cubicBezTo>
                      <a:pt x="2985" y="2099"/>
                      <a:pt x="2939" y="2099"/>
                      <a:pt x="2882" y="2099"/>
                    </a:cubicBezTo>
                    <a:lnTo>
                      <a:pt x="2904" y="2030"/>
                    </a:lnTo>
                    <a:close/>
                    <a:moveTo>
                      <a:pt x="1424" y="1904"/>
                    </a:moveTo>
                    <a:lnTo>
                      <a:pt x="1516" y="2111"/>
                    </a:lnTo>
                    <a:cubicBezTo>
                      <a:pt x="1378" y="2111"/>
                      <a:pt x="1240" y="2122"/>
                      <a:pt x="1102" y="2134"/>
                    </a:cubicBezTo>
                    <a:cubicBezTo>
                      <a:pt x="1205" y="2053"/>
                      <a:pt x="1320" y="1984"/>
                      <a:pt x="1424" y="1904"/>
                    </a:cubicBezTo>
                    <a:close/>
                    <a:moveTo>
                      <a:pt x="3352" y="1"/>
                    </a:moveTo>
                    <a:cubicBezTo>
                      <a:pt x="3304" y="1"/>
                      <a:pt x="3255" y="15"/>
                      <a:pt x="3215" y="44"/>
                    </a:cubicBezTo>
                    <a:cubicBezTo>
                      <a:pt x="2813" y="343"/>
                      <a:pt x="2399" y="652"/>
                      <a:pt x="1986" y="940"/>
                    </a:cubicBezTo>
                    <a:lnTo>
                      <a:pt x="1205" y="480"/>
                    </a:lnTo>
                    <a:cubicBezTo>
                      <a:pt x="1171" y="455"/>
                      <a:pt x="1130" y="443"/>
                      <a:pt x="1089" y="443"/>
                    </a:cubicBezTo>
                    <a:cubicBezTo>
                      <a:pt x="1035" y="443"/>
                      <a:pt x="981" y="464"/>
                      <a:pt x="942" y="503"/>
                    </a:cubicBezTo>
                    <a:cubicBezTo>
                      <a:pt x="861" y="572"/>
                      <a:pt x="850" y="675"/>
                      <a:pt x="884" y="767"/>
                    </a:cubicBezTo>
                    <a:lnTo>
                      <a:pt x="1228" y="1491"/>
                    </a:lnTo>
                    <a:lnTo>
                      <a:pt x="126" y="2249"/>
                    </a:lnTo>
                    <a:cubicBezTo>
                      <a:pt x="34" y="2305"/>
                      <a:pt x="0" y="2420"/>
                      <a:pt x="34" y="2512"/>
                    </a:cubicBezTo>
                    <a:cubicBezTo>
                      <a:pt x="66" y="2607"/>
                      <a:pt x="155" y="2663"/>
                      <a:pt x="250" y="2663"/>
                    </a:cubicBezTo>
                    <a:cubicBezTo>
                      <a:pt x="259" y="2663"/>
                      <a:pt x="267" y="2663"/>
                      <a:pt x="276" y="2662"/>
                    </a:cubicBezTo>
                    <a:cubicBezTo>
                      <a:pt x="758" y="2604"/>
                      <a:pt x="1240" y="2570"/>
                      <a:pt x="1733" y="2558"/>
                    </a:cubicBezTo>
                    <a:lnTo>
                      <a:pt x="2044" y="3224"/>
                    </a:lnTo>
                    <a:cubicBezTo>
                      <a:pt x="2090" y="3305"/>
                      <a:pt x="2170" y="3351"/>
                      <a:pt x="2262" y="3351"/>
                    </a:cubicBezTo>
                    <a:cubicBezTo>
                      <a:pt x="2353" y="3351"/>
                      <a:pt x="2434" y="3293"/>
                      <a:pt x="2468" y="3201"/>
                    </a:cubicBezTo>
                    <a:lnTo>
                      <a:pt x="2710" y="2547"/>
                    </a:lnTo>
                    <a:cubicBezTo>
                      <a:pt x="3054" y="2558"/>
                      <a:pt x="3387" y="2581"/>
                      <a:pt x="3731" y="2604"/>
                    </a:cubicBezTo>
                    <a:cubicBezTo>
                      <a:pt x="3739" y="2605"/>
                      <a:pt x="3746" y="2605"/>
                      <a:pt x="3753" y="2605"/>
                    </a:cubicBezTo>
                    <a:cubicBezTo>
                      <a:pt x="3870" y="2605"/>
                      <a:pt x="3961" y="2517"/>
                      <a:pt x="3973" y="2397"/>
                    </a:cubicBezTo>
                    <a:lnTo>
                      <a:pt x="3973" y="2386"/>
                    </a:lnTo>
                    <a:lnTo>
                      <a:pt x="3973" y="2317"/>
                    </a:lnTo>
                    <a:cubicBezTo>
                      <a:pt x="3996" y="2226"/>
                      <a:pt x="3950" y="2122"/>
                      <a:pt x="3869" y="2065"/>
                    </a:cubicBezTo>
                    <a:lnTo>
                      <a:pt x="3077" y="1594"/>
                    </a:lnTo>
                    <a:lnTo>
                      <a:pt x="3559" y="308"/>
                    </a:lnTo>
                    <a:cubicBezTo>
                      <a:pt x="3605" y="216"/>
                      <a:pt x="3570" y="101"/>
                      <a:pt x="3490" y="44"/>
                    </a:cubicBezTo>
                    <a:cubicBezTo>
                      <a:pt x="3450" y="15"/>
                      <a:pt x="3401" y="1"/>
                      <a:pt x="3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9" name="Google Shape;249;p28"/>
            <p:cNvSpPr/>
            <p:nvPr/>
          </p:nvSpPr>
          <p:spPr>
            <a:xfrm>
              <a:off x="1392213" y="4320617"/>
              <a:ext cx="78938" cy="74405"/>
            </a:xfrm>
            <a:custGeom>
              <a:rect b="b" l="l" r="r" t="t"/>
              <a:pathLst>
                <a:path extrusionOk="0" h="2035" w="2159">
                  <a:moveTo>
                    <a:pt x="878" y="1"/>
                  </a:moveTo>
                  <a:cubicBezTo>
                    <a:pt x="846" y="1"/>
                    <a:pt x="813" y="8"/>
                    <a:pt x="781" y="24"/>
                  </a:cubicBezTo>
                  <a:cubicBezTo>
                    <a:pt x="689" y="59"/>
                    <a:pt x="643" y="162"/>
                    <a:pt x="655" y="254"/>
                  </a:cubicBezTo>
                  <a:lnTo>
                    <a:pt x="689" y="598"/>
                  </a:lnTo>
                  <a:cubicBezTo>
                    <a:pt x="518" y="656"/>
                    <a:pt x="345" y="702"/>
                    <a:pt x="173" y="748"/>
                  </a:cubicBezTo>
                  <a:cubicBezTo>
                    <a:pt x="69" y="782"/>
                    <a:pt x="0" y="874"/>
                    <a:pt x="12" y="989"/>
                  </a:cubicBezTo>
                  <a:cubicBezTo>
                    <a:pt x="12" y="1103"/>
                    <a:pt x="104" y="1184"/>
                    <a:pt x="219" y="1195"/>
                  </a:cubicBezTo>
                  <a:cubicBezTo>
                    <a:pt x="391" y="1218"/>
                    <a:pt x="575" y="1241"/>
                    <a:pt x="758" y="1276"/>
                  </a:cubicBezTo>
                  <a:lnTo>
                    <a:pt x="816" y="1838"/>
                  </a:lnTo>
                  <a:cubicBezTo>
                    <a:pt x="826" y="1947"/>
                    <a:pt x="930" y="2035"/>
                    <a:pt x="1048" y="2035"/>
                  </a:cubicBezTo>
                  <a:cubicBezTo>
                    <a:pt x="1055" y="2035"/>
                    <a:pt x="1062" y="2034"/>
                    <a:pt x="1069" y="2034"/>
                  </a:cubicBezTo>
                  <a:cubicBezTo>
                    <a:pt x="1195" y="2022"/>
                    <a:pt x="1275" y="1919"/>
                    <a:pt x="1275" y="1792"/>
                  </a:cubicBezTo>
                  <a:cubicBezTo>
                    <a:pt x="1263" y="1666"/>
                    <a:pt x="1275" y="1540"/>
                    <a:pt x="1321" y="1402"/>
                  </a:cubicBezTo>
                  <a:cubicBezTo>
                    <a:pt x="1505" y="1448"/>
                    <a:pt x="1677" y="1506"/>
                    <a:pt x="1849" y="1575"/>
                  </a:cubicBezTo>
                  <a:cubicBezTo>
                    <a:pt x="1878" y="1585"/>
                    <a:pt x="1907" y="1590"/>
                    <a:pt x="1936" y="1590"/>
                  </a:cubicBezTo>
                  <a:cubicBezTo>
                    <a:pt x="2029" y="1590"/>
                    <a:pt x="2113" y="1534"/>
                    <a:pt x="2148" y="1437"/>
                  </a:cubicBezTo>
                  <a:cubicBezTo>
                    <a:pt x="2159" y="1414"/>
                    <a:pt x="2159" y="1391"/>
                    <a:pt x="2159" y="1368"/>
                  </a:cubicBezTo>
                  <a:cubicBezTo>
                    <a:pt x="2159" y="1276"/>
                    <a:pt x="2102" y="1184"/>
                    <a:pt x="2010" y="1149"/>
                  </a:cubicBezTo>
                  <a:cubicBezTo>
                    <a:pt x="2010" y="1149"/>
                    <a:pt x="1998" y="1149"/>
                    <a:pt x="1998" y="1138"/>
                  </a:cubicBezTo>
                  <a:lnTo>
                    <a:pt x="1987" y="1138"/>
                  </a:lnTo>
                  <a:cubicBezTo>
                    <a:pt x="1883" y="1023"/>
                    <a:pt x="1792" y="909"/>
                    <a:pt x="1689" y="794"/>
                  </a:cubicBezTo>
                  <a:cubicBezTo>
                    <a:pt x="1781" y="690"/>
                    <a:pt x="1872" y="587"/>
                    <a:pt x="1987" y="483"/>
                  </a:cubicBezTo>
                  <a:cubicBezTo>
                    <a:pt x="2067" y="403"/>
                    <a:pt x="2079" y="277"/>
                    <a:pt x="2010" y="174"/>
                  </a:cubicBezTo>
                  <a:cubicBezTo>
                    <a:pt x="1966" y="116"/>
                    <a:pt x="1899" y="85"/>
                    <a:pt x="1833" y="85"/>
                  </a:cubicBezTo>
                  <a:cubicBezTo>
                    <a:pt x="1794" y="85"/>
                    <a:pt x="1756" y="95"/>
                    <a:pt x="1723" y="116"/>
                  </a:cubicBezTo>
                  <a:cubicBezTo>
                    <a:pt x="1574" y="197"/>
                    <a:pt x="1436" y="277"/>
                    <a:pt x="1286" y="346"/>
                  </a:cubicBezTo>
                  <a:cubicBezTo>
                    <a:pt x="1206" y="254"/>
                    <a:pt x="1126" y="162"/>
                    <a:pt x="1046" y="82"/>
                  </a:cubicBezTo>
                  <a:cubicBezTo>
                    <a:pt x="1000" y="29"/>
                    <a:pt x="940" y="1"/>
                    <a:pt x="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28"/>
          <p:cNvGrpSpPr/>
          <p:nvPr/>
        </p:nvGrpSpPr>
        <p:grpSpPr>
          <a:xfrm>
            <a:off x="1154112" y="4314188"/>
            <a:ext cx="392968" cy="290451"/>
            <a:chOff x="-1078188" y="2374200"/>
            <a:chExt cx="392968" cy="290451"/>
          </a:xfrm>
        </p:grpSpPr>
        <p:grpSp>
          <p:nvGrpSpPr>
            <p:cNvPr id="251" name="Google Shape;251;p28"/>
            <p:cNvGrpSpPr/>
            <p:nvPr/>
          </p:nvGrpSpPr>
          <p:grpSpPr>
            <a:xfrm>
              <a:off x="-809971" y="2374200"/>
              <a:ext cx="124751" cy="144349"/>
              <a:chOff x="-809971" y="2374200"/>
              <a:chExt cx="124751" cy="144349"/>
            </a:xfrm>
          </p:grpSpPr>
          <p:sp>
            <p:nvSpPr>
              <p:cNvPr id="252" name="Google Shape;252;p28"/>
              <p:cNvSpPr/>
              <p:nvPr/>
            </p:nvSpPr>
            <p:spPr>
              <a:xfrm>
                <a:off x="-809971" y="2374310"/>
                <a:ext cx="124313" cy="144239"/>
              </a:xfrm>
              <a:custGeom>
                <a:rect b="b" l="l" r="r" t="t"/>
                <a:pathLst>
                  <a:path extrusionOk="0" h="3945" w="3400">
                    <a:moveTo>
                      <a:pt x="860" y="1"/>
                    </a:moveTo>
                    <a:cubicBezTo>
                      <a:pt x="830" y="1"/>
                      <a:pt x="799" y="6"/>
                      <a:pt x="770" y="18"/>
                    </a:cubicBezTo>
                    <a:cubicBezTo>
                      <a:pt x="712" y="41"/>
                      <a:pt x="678" y="75"/>
                      <a:pt x="656" y="133"/>
                    </a:cubicBezTo>
                    <a:cubicBezTo>
                      <a:pt x="644" y="144"/>
                      <a:pt x="633" y="167"/>
                      <a:pt x="633" y="179"/>
                    </a:cubicBezTo>
                    <a:lnTo>
                      <a:pt x="633" y="225"/>
                    </a:lnTo>
                    <a:lnTo>
                      <a:pt x="633" y="259"/>
                    </a:lnTo>
                    <a:cubicBezTo>
                      <a:pt x="633" y="282"/>
                      <a:pt x="633" y="293"/>
                      <a:pt x="644" y="316"/>
                    </a:cubicBezTo>
                    <a:cubicBezTo>
                      <a:pt x="690" y="649"/>
                      <a:pt x="724" y="982"/>
                      <a:pt x="758" y="1327"/>
                    </a:cubicBezTo>
                    <a:cubicBezTo>
                      <a:pt x="770" y="1453"/>
                      <a:pt x="781" y="1579"/>
                      <a:pt x="781" y="1705"/>
                    </a:cubicBezTo>
                    <a:lnTo>
                      <a:pt x="196" y="2016"/>
                    </a:lnTo>
                    <a:lnTo>
                      <a:pt x="127" y="2050"/>
                    </a:lnTo>
                    <a:cubicBezTo>
                      <a:pt x="47" y="2085"/>
                      <a:pt x="1" y="2176"/>
                      <a:pt x="1" y="2268"/>
                    </a:cubicBezTo>
                    <a:cubicBezTo>
                      <a:pt x="13" y="2325"/>
                      <a:pt x="47" y="2394"/>
                      <a:pt x="92" y="2429"/>
                    </a:cubicBezTo>
                    <a:lnTo>
                      <a:pt x="161" y="2463"/>
                    </a:lnTo>
                    <a:lnTo>
                      <a:pt x="816" y="2693"/>
                    </a:lnTo>
                    <a:lnTo>
                      <a:pt x="816" y="2819"/>
                    </a:lnTo>
                    <a:cubicBezTo>
                      <a:pt x="827" y="2991"/>
                      <a:pt x="816" y="3164"/>
                      <a:pt x="816" y="3336"/>
                    </a:cubicBezTo>
                    <a:cubicBezTo>
                      <a:pt x="816" y="3462"/>
                      <a:pt x="804" y="3588"/>
                      <a:pt x="804" y="3703"/>
                    </a:cubicBezTo>
                    <a:cubicBezTo>
                      <a:pt x="793" y="3761"/>
                      <a:pt x="816" y="3807"/>
                      <a:pt x="839" y="3841"/>
                    </a:cubicBezTo>
                    <a:cubicBezTo>
                      <a:pt x="850" y="3864"/>
                      <a:pt x="862" y="3876"/>
                      <a:pt x="873" y="3887"/>
                    </a:cubicBezTo>
                    <a:cubicBezTo>
                      <a:pt x="885" y="3899"/>
                      <a:pt x="896" y="3910"/>
                      <a:pt x="908" y="3910"/>
                    </a:cubicBezTo>
                    <a:cubicBezTo>
                      <a:pt x="942" y="3933"/>
                      <a:pt x="977" y="3945"/>
                      <a:pt x="1011" y="3945"/>
                    </a:cubicBezTo>
                    <a:lnTo>
                      <a:pt x="1023" y="3945"/>
                    </a:lnTo>
                    <a:cubicBezTo>
                      <a:pt x="1046" y="3945"/>
                      <a:pt x="1069" y="3945"/>
                      <a:pt x="1092" y="3933"/>
                    </a:cubicBezTo>
                    <a:cubicBezTo>
                      <a:pt x="1116" y="3938"/>
                      <a:pt x="1138" y="3941"/>
                      <a:pt x="1158" y="3941"/>
                    </a:cubicBezTo>
                    <a:cubicBezTo>
                      <a:pt x="1187" y="3941"/>
                      <a:pt x="1214" y="3935"/>
                      <a:pt x="1241" y="3922"/>
                    </a:cubicBezTo>
                    <a:lnTo>
                      <a:pt x="1253" y="3910"/>
                    </a:lnTo>
                    <a:cubicBezTo>
                      <a:pt x="1264" y="3910"/>
                      <a:pt x="1276" y="3899"/>
                      <a:pt x="1276" y="3899"/>
                    </a:cubicBezTo>
                    <a:lnTo>
                      <a:pt x="1344" y="3830"/>
                    </a:lnTo>
                    <a:lnTo>
                      <a:pt x="1585" y="3371"/>
                    </a:lnTo>
                    <a:lnTo>
                      <a:pt x="1792" y="3026"/>
                    </a:lnTo>
                    <a:lnTo>
                      <a:pt x="3078" y="3462"/>
                    </a:lnTo>
                    <a:lnTo>
                      <a:pt x="3090" y="3473"/>
                    </a:lnTo>
                    <a:cubicBezTo>
                      <a:pt x="3108" y="3478"/>
                      <a:pt x="3128" y="3480"/>
                      <a:pt x="3148" y="3480"/>
                    </a:cubicBezTo>
                    <a:cubicBezTo>
                      <a:pt x="3226" y="3480"/>
                      <a:pt x="3308" y="3446"/>
                      <a:pt x="3353" y="3382"/>
                    </a:cubicBezTo>
                    <a:cubicBezTo>
                      <a:pt x="3365" y="3359"/>
                      <a:pt x="3376" y="3336"/>
                      <a:pt x="3376" y="3313"/>
                    </a:cubicBezTo>
                    <a:cubicBezTo>
                      <a:pt x="3399" y="3256"/>
                      <a:pt x="3388" y="3175"/>
                      <a:pt x="3342" y="3118"/>
                    </a:cubicBezTo>
                    <a:lnTo>
                      <a:pt x="3342" y="3106"/>
                    </a:lnTo>
                    <a:cubicBezTo>
                      <a:pt x="3284" y="3049"/>
                      <a:pt x="3238" y="2980"/>
                      <a:pt x="3181" y="2911"/>
                    </a:cubicBezTo>
                    <a:cubicBezTo>
                      <a:pt x="3147" y="2865"/>
                      <a:pt x="3101" y="2819"/>
                      <a:pt x="3067" y="2762"/>
                    </a:cubicBezTo>
                    <a:cubicBezTo>
                      <a:pt x="2837" y="2486"/>
                      <a:pt x="2618" y="2199"/>
                      <a:pt x="2401" y="1912"/>
                    </a:cubicBezTo>
                    <a:lnTo>
                      <a:pt x="2435" y="1855"/>
                    </a:lnTo>
                    <a:lnTo>
                      <a:pt x="2848" y="1120"/>
                    </a:lnTo>
                    <a:cubicBezTo>
                      <a:pt x="2860" y="1085"/>
                      <a:pt x="2871" y="1051"/>
                      <a:pt x="2871" y="1016"/>
                    </a:cubicBezTo>
                    <a:lnTo>
                      <a:pt x="2871" y="959"/>
                    </a:lnTo>
                    <a:cubicBezTo>
                      <a:pt x="2860" y="925"/>
                      <a:pt x="2837" y="891"/>
                      <a:pt x="2814" y="856"/>
                    </a:cubicBezTo>
                    <a:cubicBezTo>
                      <a:pt x="2802" y="845"/>
                      <a:pt x="2779" y="833"/>
                      <a:pt x="2768" y="822"/>
                    </a:cubicBezTo>
                    <a:cubicBezTo>
                      <a:pt x="2733" y="799"/>
                      <a:pt x="2676" y="787"/>
                      <a:pt x="2630" y="787"/>
                    </a:cubicBezTo>
                    <a:lnTo>
                      <a:pt x="2584" y="787"/>
                    </a:lnTo>
                    <a:cubicBezTo>
                      <a:pt x="2572" y="799"/>
                      <a:pt x="2561" y="799"/>
                      <a:pt x="2538" y="810"/>
                    </a:cubicBezTo>
                    <a:lnTo>
                      <a:pt x="1838" y="1177"/>
                    </a:lnTo>
                    <a:cubicBezTo>
                      <a:pt x="1792" y="1120"/>
                      <a:pt x="1758" y="1062"/>
                      <a:pt x="1712" y="1005"/>
                    </a:cubicBezTo>
                    <a:cubicBezTo>
                      <a:pt x="1585" y="833"/>
                      <a:pt x="1447" y="649"/>
                      <a:pt x="1321" y="477"/>
                    </a:cubicBezTo>
                    <a:lnTo>
                      <a:pt x="1046" y="98"/>
                    </a:lnTo>
                    <a:cubicBezTo>
                      <a:pt x="1011" y="64"/>
                      <a:pt x="988" y="29"/>
                      <a:pt x="942" y="18"/>
                    </a:cubicBezTo>
                    <a:cubicBezTo>
                      <a:pt x="919" y="6"/>
                      <a:pt x="890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8"/>
              <p:cNvSpPr/>
              <p:nvPr/>
            </p:nvSpPr>
            <p:spPr>
              <a:xfrm>
                <a:off x="-809971" y="2374200"/>
                <a:ext cx="124751" cy="144349"/>
              </a:xfrm>
              <a:custGeom>
                <a:rect b="b" l="l" r="r" t="t"/>
                <a:pathLst>
                  <a:path extrusionOk="0" h="3948" w="3412">
                    <a:moveTo>
                      <a:pt x="1184" y="1065"/>
                    </a:moveTo>
                    <a:lnTo>
                      <a:pt x="1184" y="1065"/>
                    </a:lnTo>
                    <a:cubicBezTo>
                      <a:pt x="1264" y="1169"/>
                      <a:pt x="1344" y="1284"/>
                      <a:pt x="1424" y="1387"/>
                    </a:cubicBezTo>
                    <a:lnTo>
                      <a:pt x="1230" y="1491"/>
                    </a:lnTo>
                    <a:cubicBezTo>
                      <a:pt x="1218" y="1353"/>
                      <a:pt x="1207" y="1203"/>
                      <a:pt x="1184" y="1065"/>
                    </a:cubicBezTo>
                    <a:close/>
                    <a:moveTo>
                      <a:pt x="1700" y="1754"/>
                    </a:moveTo>
                    <a:cubicBezTo>
                      <a:pt x="1758" y="1823"/>
                      <a:pt x="1804" y="1892"/>
                      <a:pt x="1861" y="1961"/>
                    </a:cubicBezTo>
                    <a:lnTo>
                      <a:pt x="1574" y="2466"/>
                    </a:lnTo>
                    <a:lnTo>
                      <a:pt x="1276" y="2363"/>
                    </a:lnTo>
                    <a:cubicBezTo>
                      <a:pt x="1264" y="2236"/>
                      <a:pt x="1264" y="2111"/>
                      <a:pt x="1253" y="1984"/>
                    </a:cubicBezTo>
                    <a:lnTo>
                      <a:pt x="1700" y="1754"/>
                    </a:lnTo>
                    <a:close/>
                    <a:moveTo>
                      <a:pt x="2159" y="2351"/>
                    </a:moveTo>
                    <a:cubicBezTo>
                      <a:pt x="2274" y="2501"/>
                      <a:pt x="2389" y="2650"/>
                      <a:pt x="2504" y="2788"/>
                    </a:cubicBezTo>
                    <a:lnTo>
                      <a:pt x="2010" y="2627"/>
                    </a:lnTo>
                    <a:lnTo>
                      <a:pt x="2159" y="2351"/>
                    </a:lnTo>
                    <a:close/>
                    <a:moveTo>
                      <a:pt x="1276" y="2845"/>
                    </a:moveTo>
                    <a:lnTo>
                      <a:pt x="1355" y="2879"/>
                    </a:lnTo>
                    <a:lnTo>
                      <a:pt x="1276" y="3006"/>
                    </a:lnTo>
                    <a:lnTo>
                      <a:pt x="1276" y="2845"/>
                    </a:lnTo>
                    <a:close/>
                    <a:moveTo>
                      <a:pt x="857" y="1"/>
                    </a:moveTo>
                    <a:cubicBezTo>
                      <a:pt x="827" y="1"/>
                      <a:pt x="798" y="7"/>
                      <a:pt x="770" y="21"/>
                    </a:cubicBezTo>
                    <a:cubicBezTo>
                      <a:pt x="678" y="55"/>
                      <a:pt x="621" y="159"/>
                      <a:pt x="633" y="262"/>
                    </a:cubicBezTo>
                    <a:cubicBezTo>
                      <a:pt x="701" y="744"/>
                      <a:pt x="758" y="1226"/>
                      <a:pt x="781" y="1708"/>
                    </a:cubicBezTo>
                    <a:lnTo>
                      <a:pt x="127" y="2053"/>
                    </a:lnTo>
                    <a:cubicBezTo>
                      <a:pt x="47" y="2088"/>
                      <a:pt x="1" y="2179"/>
                      <a:pt x="1" y="2271"/>
                    </a:cubicBezTo>
                    <a:cubicBezTo>
                      <a:pt x="13" y="2363"/>
                      <a:pt x="70" y="2432"/>
                      <a:pt x="161" y="2466"/>
                    </a:cubicBezTo>
                    <a:lnTo>
                      <a:pt x="816" y="2696"/>
                    </a:lnTo>
                    <a:cubicBezTo>
                      <a:pt x="827" y="3029"/>
                      <a:pt x="816" y="3374"/>
                      <a:pt x="804" y="3706"/>
                    </a:cubicBezTo>
                    <a:cubicBezTo>
                      <a:pt x="793" y="3833"/>
                      <a:pt x="885" y="3948"/>
                      <a:pt x="1011" y="3948"/>
                    </a:cubicBezTo>
                    <a:lnTo>
                      <a:pt x="1023" y="3948"/>
                    </a:lnTo>
                    <a:cubicBezTo>
                      <a:pt x="1046" y="3948"/>
                      <a:pt x="1069" y="3948"/>
                      <a:pt x="1092" y="3936"/>
                    </a:cubicBezTo>
                    <a:cubicBezTo>
                      <a:pt x="1108" y="3940"/>
                      <a:pt x="1124" y="3942"/>
                      <a:pt x="1141" y="3942"/>
                    </a:cubicBezTo>
                    <a:cubicBezTo>
                      <a:pt x="1218" y="3942"/>
                      <a:pt x="1297" y="3899"/>
                      <a:pt x="1344" y="3833"/>
                    </a:cubicBezTo>
                    <a:lnTo>
                      <a:pt x="1792" y="3029"/>
                    </a:lnTo>
                    <a:lnTo>
                      <a:pt x="3090" y="3476"/>
                    </a:lnTo>
                    <a:cubicBezTo>
                      <a:pt x="3108" y="3481"/>
                      <a:pt x="3128" y="3483"/>
                      <a:pt x="3148" y="3483"/>
                    </a:cubicBezTo>
                    <a:cubicBezTo>
                      <a:pt x="3226" y="3483"/>
                      <a:pt x="3308" y="3449"/>
                      <a:pt x="3353" y="3385"/>
                    </a:cubicBezTo>
                    <a:cubicBezTo>
                      <a:pt x="3411" y="3305"/>
                      <a:pt x="3399" y="3190"/>
                      <a:pt x="3342" y="3109"/>
                    </a:cubicBezTo>
                    <a:cubicBezTo>
                      <a:pt x="3021" y="2719"/>
                      <a:pt x="2710" y="2317"/>
                      <a:pt x="2401" y="1915"/>
                    </a:cubicBezTo>
                    <a:lnTo>
                      <a:pt x="2848" y="1123"/>
                    </a:lnTo>
                    <a:cubicBezTo>
                      <a:pt x="2894" y="1042"/>
                      <a:pt x="2883" y="928"/>
                      <a:pt x="2814" y="859"/>
                    </a:cubicBezTo>
                    <a:cubicBezTo>
                      <a:pt x="2770" y="814"/>
                      <a:pt x="2706" y="789"/>
                      <a:pt x="2642" y="789"/>
                    </a:cubicBezTo>
                    <a:cubicBezTo>
                      <a:pt x="2606" y="789"/>
                      <a:pt x="2571" y="796"/>
                      <a:pt x="2538" y="813"/>
                    </a:cubicBezTo>
                    <a:lnTo>
                      <a:pt x="1838" y="1180"/>
                    </a:lnTo>
                    <a:cubicBezTo>
                      <a:pt x="1562" y="813"/>
                      <a:pt x="1298" y="457"/>
                      <a:pt x="1046" y="101"/>
                    </a:cubicBezTo>
                    <a:cubicBezTo>
                      <a:pt x="998" y="37"/>
                      <a:pt x="927" y="1"/>
                      <a:pt x="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28"/>
            <p:cNvGrpSpPr/>
            <p:nvPr/>
          </p:nvGrpSpPr>
          <p:grpSpPr>
            <a:xfrm>
              <a:off x="-1078188" y="2511746"/>
              <a:ext cx="104532" cy="152904"/>
              <a:chOff x="-1078188" y="2511746"/>
              <a:chExt cx="104532" cy="152904"/>
            </a:xfrm>
          </p:grpSpPr>
          <p:sp>
            <p:nvSpPr>
              <p:cNvPr id="255" name="Google Shape;255;p28"/>
              <p:cNvSpPr/>
              <p:nvPr/>
            </p:nvSpPr>
            <p:spPr>
              <a:xfrm>
                <a:off x="-1078188" y="2511783"/>
                <a:ext cx="103691" cy="152868"/>
              </a:xfrm>
              <a:custGeom>
                <a:rect b="b" l="l" r="r" t="t"/>
                <a:pathLst>
                  <a:path extrusionOk="0" h="4181" w="2836">
                    <a:moveTo>
                      <a:pt x="1263" y="1"/>
                    </a:moveTo>
                    <a:cubicBezTo>
                      <a:pt x="1149" y="12"/>
                      <a:pt x="1057" y="104"/>
                      <a:pt x="1057" y="219"/>
                    </a:cubicBezTo>
                    <a:cubicBezTo>
                      <a:pt x="1045" y="655"/>
                      <a:pt x="1022" y="1103"/>
                      <a:pt x="976" y="1539"/>
                    </a:cubicBezTo>
                    <a:cubicBezTo>
                      <a:pt x="976" y="1596"/>
                      <a:pt x="965" y="1654"/>
                      <a:pt x="953" y="1711"/>
                    </a:cubicBezTo>
                    <a:cubicBezTo>
                      <a:pt x="746" y="1769"/>
                      <a:pt x="529" y="1803"/>
                      <a:pt x="310" y="1826"/>
                    </a:cubicBezTo>
                    <a:lnTo>
                      <a:pt x="230" y="1826"/>
                    </a:lnTo>
                    <a:cubicBezTo>
                      <a:pt x="149" y="1838"/>
                      <a:pt x="69" y="1884"/>
                      <a:pt x="34" y="1964"/>
                    </a:cubicBezTo>
                    <a:cubicBezTo>
                      <a:pt x="34" y="1976"/>
                      <a:pt x="23" y="1999"/>
                      <a:pt x="23" y="2033"/>
                    </a:cubicBezTo>
                    <a:cubicBezTo>
                      <a:pt x="0" y="2136"/>
                      <a:pt x="69" y="2239"/>
                      <a:pt x="172" y="2274"/>
                    </a:cubicBezTo>
                    <a:cubicBezTo>
                      <a:pt x="345" y="2331"/>
                      <a:pt x="529" y="2400"/>
                      <a:pt x="700" y="2481"/>
                    </a:cubicBezTo>
                    <a:cubicBezTo>
                      <a:pt x="746" y="2492"/>
                      <a:pt x="792" y="2515"/>
                      <a:pt x="838" y="2538"/>
                    </a:cubicBezTo>
                    <a:cubicBezTo>
                      <a:pt x="804" y="2767"/>
                      <a:pt x="758" y="2986"/>
                      <a:pt x="712" y="3216"/>
                    </a:cubicBezTo>
                    <a:cubicBezTo>
                      <a:pt x="666" y="3433"/>
                      <a:pt x="620" y="3663"/>
                      <a:pt x="563" y="3882"/>
                    </a:cubicBezTo>
                    <a:cubicBezTo>
                      <a:pt x="552" y="3916"/>
                      <a:pt x="552" y="3951"/>
                      <a:pt x="552" y="3985"/>
                    </a:cubicBezTo>
                    <a:cubicBezTo>
                      <a:pt x="563" y="4042"/>
                      <a:pt x="608" y="4099"/>
                      <a:pt x="666" y="4134"/>
                    </a:cubicBezTo>
                    <a:cubicBezTo>
                      <a:pt x="677" y="4145"/>
                      <a:pt x="700" y="4157"/>
                      <a:pt x="723" y="4157"/>
                    </a:cubicBezTo>
                    <a:cubicBezTo>
                      <a:pt x="723" y="4168"/>
                      <a:pt x="735" y="4168"/>
                      <a:pt x="746" y="4168"/>
                    </a:cubicBezTo>
                    <a:lnTo>
                      <a:pt x="827" y="4168"/>
                    </a:lnTo>
                    <a:cubicBezTo>
                      <a:pt x="861" y="4180"/>
                      <a:pt x="884" y="4180"/>
                      <a:pt x="919" y="4180"/>
                    </a:cubicBezTo>
                    <a:lnTo>
                      <a:pt x="976" y="4180"/>
                    </a:lnTo>
                    <a:cubicBezTo>
                      <a:pt x="988" y="4168"/>
                      <a:pt x="988" y="4168"/>
                      <a:pt x="999" y="4168"/>
                    </a:cubicBezTo>
                    <a:cubicBezTo>
                      <a:pt x="1045" y="4157"/>
                      <a:pt x="1091" y="4111"/>
                      <a:pt x="1126" y="4065"/>
                    </a:cubicBezTo>
                    <a:cubicBezTo>
                      <a:pt x="1194" y="3928"/>
                      <a:pt x="1263" y="3790"/>
                      <a:pt x="1343" y="3652"/>
                    </a:cubicBezTo>
                    <a:cubicBezTo>
                      <a:pt x="1458" y="3456"/>
                      <a:pt x="1573" y="3262"/>
                      <a:pt x="1700" y="3066"/>
                    </a:cubicBezTo>
                    <a:cubicBezTo>
                      <a:pt x="1723" y="3043"/>
                      <a:pt x="1734" y="3020"/>
                      <a:pt x="1757" y="2986"/>
                    </a:cubicBezTo>
                    <a:cubicBezTo>
                      <a:pt x="1803" y="3020"/>
                      <a:pt x="1860" y="3043"/>
                      <a:pt x="1906" y="3078"/>
                    </a:cubicBezTo>
                    <a:cubicBezTo>
                      <a:pt x="1940" y="3101"/>
                      <a:pt x="1963" y="3112"/>
                      <a:pt x="1998" y="3135"/>
                    </a:cubicBezTo>
                    <a:cubicBezTo>
                      <a:pt x="2044" y="3170"/>
                      <a:pt x="2101" y="3193"/>
                      <a:pt x="2159" y="3227"/>
                    </a:cubicBezTo>
                    <a:cubicBezTo>
                      <a:pt x="2262" y="3296"/>
                      <a:pt x="2377" y="3376"/>
                      <a:pt x="2480" y="3445"/>
                    </a:cubicBezTo>
                    <a:cubicBezTo>
                      <a:pt x="2491" y="3445"/>
                      <a:pt x="2491" y="3456"/>
                      <a:pt x="2503" y="3456"/>
                    </a:cubicBezTo>
                    <a:cubicBezTo>
                      <a:pt x="2503" y="3456"/>
                      <a:pt x="2514" y="3468"/>
                      <a:pt x="2526" y="3468"/>
                    </a:cubicBezTo>
                    <a:lnTo>
                      <a:pt x="2537" y="3468"/>
                    </a:lnTo>
                    <a:cubicBezTo>
                      <a:pt x="2563" y="3479"/>
                      <a:pt x="2590" y="3484"/>
                      <a:pt x="2617" y="3484"/>
                    </a:cubicBezTo>
                    <a:cubicBezTo>
                      <a:pt x="2673" y="3484"/>
                      <a:pt x="2728" y="3461"/>
                      <a:pt x="2767" y="3422"/>
                    </a:cubicBezTo>
                    <a:cubicBezTo>
                      <a:pt x="2790" y="3399"/>
                      <a:pt x="2813" y="3365"/>
                      <a:pt x="2825" y="3331"/>
                    </a:cubicBezTo>
                    <a:cubicBezTo>
                      <a:pt x="2825" y="3319"/>
                      <a:pt x="2836" y="3296"/>
                      <a:pt x="2836" y="3285"/>
                    </a:cubicBezTo>
                    <a:cubicBezTo>
                      <a:pt x="2836" y="3227"/>
                      <a:pt x="2825" y="3170"/>
                      <a:pt x="2802" y="3135"/>
                    </a:cubicBezTo>
                    <a:cubicBezTo>
                      <a:pt x="2606" y="2848"/>
                      <a:pt x="2434" y="2561"/>
                      <a:pt x="2285" y="2274"/>
                    </a:cubicBezTo>
                    <a:cubicBezTo>
                      <a:pt x="2446" y="2079"/>
                      <a:pt x="2606" y="1884"/>
                      <a:pt x="2779" y="1711"/>
                    </a:cubicBezTo>
                    <a:cubicBezTo>
                      <a:pt x="2802" y="1677"/>
                      <a:pt x="2813" y="1654"/>
                      <a:pt x="2825" y="1619"/>
                    </a:cubicBezTo>
                    <a:cubicBezTo>
                      <a:pt x="2836" y="1585"/>
                      <a:pt x="2836" y="1539"/>
                      <a:pt x="2825" y="1505"/>
                    </a:cubicBezTo>
                    <a:cubicBezTo>
                      <a:pt x="2825" y="1471"/>
                      <a:pt x="2802" y="1436"/>
                      <a:pt x="2779" y="1402"/>
                    </a:cubicBezTo>
                    <a:cubicBezTo>
                      <a:pt x="2756" y="1379"/>
                      <a:pt x="2733" y="1356"/>
                      <a:pt x="2698" y="1344"/>
                    </a:cubicBezTo>
                    <a:cubicBezTo>
                      <a:pt x="2675" y="1333"/>
                      <a:pt x="2652" y="1321"/>
                      <a:pt x="2629" y="1321"/>
                    </a:cubicBezTo>
                    <a:cubicBezTo>
                      <a:pt x="2548" y="1294"/>
                      <a:pt x="2466" y="1282"/>
                      <a:pt x="2385" y="1282"/>
                    </a:cubicBezTo>
                    <a:cubicBezTo>
                      <a:pt x="2227" y="1282"/>
                      <a:pt x="2073" y="1325"/>
                      <a:pt x="1929" y="1379"/>
                    </a:cubicBezTo>
                    <a:cubicBezTo>
                      <a:pt x="1929" y="1390"/>
                      <a:pt x="1917" y="1390"/>
                      <a:pt x="1906" y="1390"/>
                    </a:cubicBezTo>
                    <a:cubicBezTo>
                      <a:pt x="1906" y="1390"/>
                      <a:pt x="1894" y="1402"/>
                      <a:pt x="1883" y="1402"/>
                    </a:cubicBezTo>
                    <a:cubicBezTo>
                      <a:pt x="1746" y="1057"/>
                      <a:pt x="1631" y="690"/>
                      <a:pt x="1539" y="333"/>
                    </a:cubicBezTo>
                    <a:cubicBezTo>
                      <a:pt x="1527" y="276"/>
                      <a:pt x="1516" y="219"/>
                      <a:pt x="1504" y="173"/>
                    </a:cubicBezTo>
                    <a:cubicBezTo>
                      <a:pt x="1504" y="162"/>
                      <a:pt x="1493" y="150"/>
                      <a:pt x="1493" y="127"/>
                    </a:cubicBezTo>
                    <a:lnTo>
                      <a:pt x="1481" y="116"/>
                    </a:lnTo>
                    <a:cubicBezTo>
                      <a:pt x="1447" y="47"/>
                      <a:pt x="1378" y="1"/>
                      <a:pt x="13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8"/>
              <p:cNvSpPr/>
              <p:nvPr/>
            </p:nvSpPr>
            <p:spPr>
              <a:xfrm>
                <a:off x="-1078188" y="2511746"/>
                <a:ext cx="104532" cy="152904"/>
              </a:xfrm>
              <a:custGeom>
                <a:rect b="b" l="l" r="r" t="t"/>
                <a:pathLst>
                  <a:path extrusionOk="0" h="4182" w="2859">
                    <a:moveTo>
                      <a:pt x="1435" y="1506"/>
                    </a:moveTo>
                    <a:cubicBezTo>
                      <a:pt x="1447" y="1528"/>
                      <a:pt x="1458" y="1551"/>
                      <a:pt x="1458" y="1563"/>
                    </a:cubicBezTo>
                    <a:cubicBezTo>
                      <a:pt x="1447" y="1574"/>
                      <a:pt x="1435" y="1574"/>
                      <a:pt x="1435" y="1574"/>
                    </a:cubicBezTo>
                    <a:lnTo>
                      <a:pt x="1435" y="1506"/>
                    </a:lnTo>
                    <a:close/>
                    <a:moveTo>
                      <a:pt x="1642" y="1988"/>
                    </a:moveTo>
                    <a:cubicBezTo>
                      <a:pt x="1677" y="2069"/>
                      <a:pt x="1711" y="2148"/>
                      <a:pt x="1746" y="2217"/>
                    </a:cubicBezTo>
                    <a:cubicBezTo>
                      <a:pt x="1700" y="2275"/>
                      <a:pt x="1654" y="2344"/>
                      <a:pt x="1619" y="2401"/>
                    </a:cubicBezTo>
                    <a:lnTo>
                      <a:pt x="1343" y="2263"/>
                    </a:lnTo>
                    <a:cubicBezTo>
                      <a:pt x="1355" y="2206"/>
                      <a:pt x="1366" y="2137"/>
                      <a:pt x="1366" y="2080"/>
                    </a:cubicBezTo>
                    <a:cubicBezTo>
                      <a:pt x="1458" y="2046"/>
                      <a:pt x="1550" y="2023"/>
                      <a:pt x="1642" y="1988"/>
                    </a:cubicBezTo>
                    <a:close/>
                    <a:moveTo>
                      <a:pt x="1274" y="2734"/>
                    </a:moveTo>
                    <a:cubicBezTo>
                      <a:pt x="1297" y="2746"/>
                      <a:pt x="1320" y="2757"/>
                      <a:pt x="1355" y="2780"/>
                    </a:cubicBezTo>
                    <a:cubicBezTo>
                      <a:pt x="1309" y="2837"/>
                      <a:pt x="1274" y="2895"/>
                      <a:pt x="1228" y="2964"/>
                    </a:cubicBezTo>
                    <a:cubicBezTo>
                      <a:pt x="1240" y="2883"/>
                      <a:pt x="1263" y="2814"/>
                      <a:pt x="1274" y="2734"/>
                    </a:cubicBezTo>
                    <a:close/>
                    <a:moveTo>
                      <a:pt x="1289" y="1"/>
                    </a:moveTo>
                    <a:cubicBezTo>
                      <a:pt x="1281" y="1"/>
                      <a:pt x="1272" y="1"/>
                      <a:pt x="1263" y="2"/>
                    </a:cubicBezTo>
                    <a:cubicBezTo>
                      <a:pt x="1149" y="13"/>
                      <a:pt x="1057" y="105"/>
                      <a:pt x="1057" y="220"/>
                    </a:cubicBezTo>
                    <a:cubicBezTo>
                      <a:pt x="1045" y="725"/>
                      <a:pt x="1011" y="1219"/>
                      <a:pt x="953" y="1712"/>
                    </a:cubicBezTo>
                    <a:cubicBezTo>
                      <a:pt x="723" y="1770"/>
                      <a:pt x="471" y="1816"/>
                      <a:pt x="230" y="1827"/>
                    </a:cubicBezTo>
                    <a:cubicBezTo>
                      <a:pt x="115" y="1839"/>
                      <a:pt x="34" y="1919"/>
                      <a:pt x="23" y="2034"/>
                    </a:cubicBezTo>
                    <a:cubicBezTo>
                      <a:pt x="0" y="2137"/>
                      <a:pt x="69" y="2240"/>
                      <a:pt x="172" y="2275"/>
                    </a:cubicBezTo>
                    <a:cubicBezTo>
                      <a:pt x="402" y="2355"/>
                      <a:pt x="620" y="2436"/>
                      <a:pt x="838" y="2539"/>
                    </a:cubicBezTo>
                    <a:cubicBezTo>
                      <a:pt x="769" y="2987"/>
                      <a:pt x="677" y="3446"/>
                      <a:pt x="563" y="3883"/>
                    </a:cubicBezTo>
                    <a:cubicBezTo>
                      <a:pt x="529" y="4008"/>
                      <a:pt x="597" y="4135"/>
                      <a:pt x="723" y="4158"/>
                    </a:cubicBezTo>
                    <a:cubicBezTo>
                      <a:pt x="758" y="4169"/>
                      <a:pt x="792" y="4169"/>
                      <a:pt x="827" y="4169"/>
                    </a:cubicBezTo>
                    <a:cubicBezTo>
                      <a:pt x="861" y="4181"/>
                      <a:pt x="884" y="4181"/>
                      <a:pt x="919" y="4181"/>
                    </a:cubicBezTo>
                    <a:cubicBezTo>
                      <a:pt x="999" y="4181"/>
                      <a:pt x="1080" y="4135"/>
                      <a:pt x="1126" y="4066"/>
                    </a:cubicBezTo>
                    <a:cubicBezTo>
                      <a:pt x="1309" y="3687"/>
                      <a:pt x="1527" y="3332"/>
                      <a:pt x="1757" y="2987"/>
                    </a:cubicBezTo>
                    <a:cubicBezTo>
                      <a:pt x="1998" y="3136"/>
                      <a:pt x="2251" y="3286"/>
                      <a:pt x="2480" y="3446"/>
                    </a:cubicBezTo>
                    <a:cubicBezTo>
                      <a:pt x="2520" y="3471"/>
                      <a:pt x="2566" y="3483"/>
                      <a:pt x="2611" y="3483"/>
                    </a:cubicBezTo>
                    <a:cubicBezTo>
                      <a:pt x="2671" y="3483"/>
                      <a:pt x="2728" y="3462"/>
                      <a:pt x="2767" y="3423"/>
                    </a:cubicBezTo>
                    <a:cubicBezTo>
                      <a:pt x="2848" y="3343"/>
                      <a:pt x="2859" y="3217"/>
                      <a:pt x="2802" y="3136"/>
                    </a:cubicBezTo>
                    <a:cubicBezTo>
                      <a:pt x="2606" y="2849"/>
                      <a:pt x="2434" y="2562"/>
                      <a:pt x="2285" y="2275"/>
                    </a:cubicBezTo>
                    <a:cubicBezTo>
                      <a:pt x="2446" y="2080"/>
                      <a:pt x="2606" y="1885"/>
                      <a:pt x="2779" y="1712"/>
                    </a:cubicBezTo>
                    <a:cubicBezTo>
                      <a:pt x="2825" y="1655"/>
                      <a:pt x="2848" y="1574"/>
                      <a:pt x="2825" y="1506"/>
                    </a:cubicBezTo>
                    <a:cubicBezTo>
                      <a:pt x="2813" y="1437"/>
                      <a:pt x="2767" y="1368"/>
                      <a:pt x="2698" y="1345"/>
                    </a:cubicBezTo>
                    <a:cubicBezTo>
                      <a:pt x="2593" y="1303"/>
                      <a:pt x="2489" y="1285"/>
                      <a:pt x="2388" y="1285"/>
                    </a:cubicBezTo>
                    <a:cubicBezTo>
                      <a:pt x="2212" y="1285"/>
                      <a:pt x="2043" y="1337"/>
                      <a:pt x="1883" y="1403"/>
                    </a:cubicBezTo>
                    <a:cubicBezTo>
                      <a:pt x="1734" y="1000"/>
                      <a:pt x="1608" y="599"/>
                      <a:pt x="1504" y="174"/>
                    </a:cubicBezTo>
                    <a:cubicBezTo>
                      <a:pt x="1483" y="67"/>
                      <a:pt x="1393" y="1"/>
                      <a:pt x="1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7" name="Google Shape;257;p28"/>
          <p:cNvGrpSpPr/>
          <p:nvPr/>
        </p:nvGrpSpPr>
        <p:grpSpPr>
          <a:xfrm>
            <a:off x="2029738" y="1142688"/>
            <a:ext cx="486864" cy="399297"/>
            <a:chOff x="1036100" y="2778525"/>
            <a:chExt cx="486864" cy="399297"/>
          </a:xfrm>
        </p:grpSpPr>
        <p:sp>
          <p:nvSpPr>
            <p:cNvPr id="258" name="Google Shape;258;p28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8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8"/>
            <p:cNvSpPr/>
            <p:nvPr/>
          </p:nvSpPr>
          <p:spPr>
            <a:xfrm>
              <a:off x="1212611" y="2779232"/>
              <a:ext cx="126992" cy="146798"/>
            </a:xfrm>
            <a:custGeom>
              <a:rect b="b" l="l" r="r" t="t"/>
              <a:pathLst>
                <a:path extrusionOk="0" h="3943" w="3411">
                  <a:moveTo>
                    <a:pt x="1195" y="1061"/>
                  </a:moveTo>
                  <a:lnTo>
                    <a:pt x="1195" y="1061"/>
                  </a:lnTo>
                  <a:cubicBezTo>
                    <a:pt x="1263" y="1175"/>
                    <a:pt x="1344" y="1279"/>
                    <a:pt x="1424" y="1382"/>
                  </a:cubicBezTo>
                  <a:lnTo>
                    <a:pt x="1229" y="1486"/>
                  </a:lnTo>
                  <a:cubicBezTo>
                    <a:pt x="1217" y="1348"/>
                    <a:pt x="1206" y="1198"/>
                    <a:pt x="1195" y="1061"/>
                  </a:cubicBezTo>
                  <a:close/>
                  <a:moveTo>
                    <a:pt x="1700" y="1750"/>
                  </a:moveTo>
                  <a:cubicBezTo>
                    <a:pt x="1758" y="1818"/>
                    <a:pt x="1815" y="1887"/>
                    <a:pt x="1860" y="1956"/>
                  </a:cubicBezTo>
                  <a:lnTo>
                    <a:pt x="1574" y="2461"/>
                  </a:lnTo>
                  <a:lnTo>
                    <a:pt x="1275" y="2359"/>
                  </a:lnTo>
                  <a:cubicBezTo>
                    <a:pt x="1263" y="2232"/>
                    <a:pt x="1263" y="2106"/>
                    <a:pt x="1263" y="1979"/>
                  </a:cubicBezTo>
                  <a:lnTo>
                    <a:pt x="1700" y="1750"/>
                  </a:lnTo>
                  <a:close/>
                  <a:moveTo>
                    <a:pt x="2159" y="2347"/>
                  </a:moveTo>
                  <a:cubicBezTo>
                    <a:pt x="2274" y="2496"/>
                    <a:pt x="2389" y="2645"/>
                    <a:pt x="2503" y="2783"/>
                  </a:cubicBezTo>
                  <a:lnTo>
                    <a:pt x="2010" y="2622"/>
                  </a:lnTo>
                  <a:lnTo>
                    <a:pt x="2159" y="2347"/>
                  </a:lnTo>
                  <a:close/>
                  <a:moveTo>
                    <a:pt x="1275" y="2841"/>
                  </a:moveTo>
                  <a:lnTo>
                    <a:pt x="1355" y="2875"/>
                  </a:lnTo>
                  <a:lnTo>
                    <a:pt x="1275" y="3002"/>
                  </a:lnTo>
                  <a:lnTo>
                    <a:pt x="1275" y="2841"/>
                  </a:lnTo>
                  <a:close/>
                  <a:moveTo>
                    <a:pt x="860" y="1"/>
                  </a:moveTo>
                  <a:cubicBezTo>
                    <a:pt x="831" y="1"/>
                    <a:pt x="800" y="6"/>
                    <a:pt x="770" y="16"/>
                  </a:cubicBezTo>
                  <a:cubicBezTo>
                    <a:pt x="678" y="50"/>
                    <a:pt x="620" y="154"/>
                    <a:pt x="632" y="257"/>
                  </a:cubicBezTo>
                  <a:cubicBezTo>
                    <a:pt x="701" y="739"/>
                    <a:pt x="758" y="1221"/>
                    <a:pt x="793" y="1704"/>
                  </a:cubicBezTo>
                  <a:lnTo>
                    <a:pt x="127" y="2048"/>
                  </a:lnTo>
                  <a:cubicBezTo>
                    <a:pt x="46" y="2083"/>
                    <a:pt x="0" y="2175"/>
                    <a:pt x="12" y="2267"/>
                  </a:cubicBezTo>
                  <a:cubicBezTo>
                    <a:pt x="12" y="2359"/>
                    <a:pt x="69" y="2427"/>
                    <a:pt x="161" y="2461"/>
                  </a:cubicBezTo>
                  <a:lnTo>
                    <a:pt x="827" y="2691"/>
                  </a:lnTo>
                  <a:cubicBezTo>
                    <a:pt x="827" y="3024"/>
                    <a:pt x="816" y="3369"/>
                    <a:pt x="804" y="3713"/>
                  </a:cubicBezTo>
                  <a:cubicBezTo>
                    <a:pt x="793" y="3828"/>
                    <a:pt x="896" y="3943"/>
                    <a:pt x="1023" y="3943"/>
                  </a:cubicBezTo>
                  <a:lnTo>
                    <a:pt x="1034" y="3943"/>
                  </a:lnTo>
                  <a:cubicBezTo>
                    <a:pt x="1057" y="3943"/>
                    <a:pt x="1080" y="3943"/>
                    <a:pt x="1092" y="3931"/>
                  </a:cubicBezTo>
                  <a:cubicBezTo>
                    <a:pt x="1112" y="3936"/>
                    <a:pt x="1133" y="3938"/>
                    <a:pt x="1152" y="3938"/>
                  </a:cubicBezTo>
                  <a:cubicBezTo>
                    <a:pt x="1230" y="3938"/>
                    <a:pt x="1298" y="3902"/>
                    <a:pt x="1344" y="3828"/>
                  </a:cubicBezTo>
                  <a:lnTo>
                    <a:pt x="1792" y="3024"/>
                  </a:lnTo>
                  <a:lnTo>
                    <a:pt x="3089" y="3472"/>
                  </a:lnTo>
                  <a:cubicBezTo>
                    <a:pt x="3116" y="3481"/>
                    <a:pt x="3142" y="3485"/>
                    <a:pt x="3168" y="3485"/>
                  </a:cubicBezTo>
                  <a:cubicBezTo>
                    <a:pt x="3242" y="3485"/>
                    <a:pt x="3311" y="3448"/>
                    <a:pt x="3353" y="3380"/>
                  </a:cubicBezTo>
                  <a:cubicBezTo>
                    <a:pt x="3411" y="3300"/>
                    <a:pt x="3411" y="3185"/>
                    <a:pt x="3342" y="3116"/>
                  </a:cubicBezTo>
                  <a:cubicBezTo>
                    <a:pt x="3032" y="2714"/>
                    <a:pt x="2710" y="2324"/>
                    <a:pt x="2401" y="1922"/>
                  </a:cubicBezTo>
                  <a:lnTo>
                    <a:pt x="2848" y="1119"/>
                  </a:lnTo>
                  <a:cubicBezTo>
                    <a:pt x="2894" y="1038"/>
                    <a:pt x="2883" y="923"/>
                    <a:pt x="2814" y="854"/>
                  </a:cubicBezTo>
                  <a:cubicBezTo>
                    <a:pt x="2769" y="810"/>
                    <a:pt x="2706" y="784"/>
                    <a:pt x="2644" y="784"/>
                  </a:cubicBezTo>
                  <a:cubicBezTo>
                    <a:pt x="2611" y="784"/>
                    <a:pt x="2578" y="792"/>
                    <a:pt x="2549" y="808"/>
                  </a:cubicBezTo>
                  <a:lnTo>
                    <a:pt x="1837" y="1175"/>
                  </a:lnTo>
                  <a:cubicBezTo>
                    <a:pt x="1574" y="808"/>
                    <a:pt x="1298" y="453"/>
                    <a:pt x="1046" y="96"/>
                  </a:cubicBezTo>
                  <a:cubicBezTo>
                    <a:pt x="997" y="31"/>
                    <a:pt x="931" y="1"/>
                    <a:pt x="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28"/>
            <p:cNvGrpSpPr/>
            <p:nvPr/>
          </p:nvGrpSpPr>
          <p:grpSpPr>
            <a:xfrm>
              <a:off x="1036100" y="2779232"/>
              <a:ext cx="486864" cy="398590"/>
              <a:chOff x="1036100" y="2779232"/>
              <a:chExt cx="486864" cy="398590"/>
            </a:xfrm>
          </p:grpSpPr>
          <p:sp>
            <p:nvSpPr>
              <p:cNvPr id="262" name="Google Shape;262;p28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8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8"/>
              <p:cNvSpPr/>
              <p:nvPr/>
            </p:nvSpPr>
            <p:spPr>
              <a:xfrm>
                <a:off x="1405839" y="3036720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5" name="Google Shape;265;p28"/>
              <p:cNvGrpSpPr/>
              <p:nvPr/>
            </p:nvGrpSpPr>
            <p:grpSpPr>
              <a:xfrm>
                <a:off x="1036100" y="2779232"/>
                <a:ext cx="486864" cy="397771"/>
                <a:chOff x="1036100" y="2779232"/>
                <a:chExt cx="486864" cy="397771"/>
              </a:xfrm>
            </p:grpSpPr>
            <p:sp>
              <p:nvSpPr>
                <p:cNvPr id="266" name="Google Shape;266;p28"/>
                <p:cNvSpPr/>
                <p:nvPr/>
              </p:nvSpPr>
              <p:spPr>
                <a:xfrm>
                  <a:off x="1212611" y="2779232"/>
                  <a:ext cx="126992" cy="146798"/>
                </a:xfrm>
                <a:custGeom>
                  <a:rect b="b" l="l" r="r" t="t"/>
                  <a:pathLst>
                    <a:path extrusionOk="0" h="3943" w="3411">
                      <a:moveTo>
                        <a:pt x="1195" y="1061"/>
                      </a:moveTo>
                      <a:lnTo>
                        <a:pt x="1195" y="1061"/>
                      </a:lnTo>
                      <a:cubicBezTo>
                        <a:pt x="1263" y="1175"/>
                        <a:pt x="1344" y="1279"/>
                        <a:pt x="1424" y="1382"/>
                      </a:cubicBezTo>
                      <a:lnTo>
                        <a:pt x="1229" y="1486"/>
                      </a:lnTo>
                      <a:cubicBezTo>
                        <a:pt x="1217" y="1348"/>
                        <a:pt x="1206" y="1198"/>
                        <a:pt x="1195" y="1061"/>
                      </a:cubicBezTo>
                      <a:close/>
                      <a:moveTo>
                        <a:pt x="1700" y="1750"/>
                      </a:moveTo>
                      <a:cubicBezTo>
                        <a:pt x="1758" y="1818"/>
                        <a:pt x="1815" y="1887"/>
                        <a:pt x="1860" y="1956"/>
                      </a:cubicBezTo>
                      <a:lnTo>
                        <a:pt x="1574" y="2461"/>
                      </a:lnTo>
                      <a:lnTo>
                        <a:pt x="1275" y="2359"/>
                      </a:lnTo>
                      <a:cubicBezTo>
                        <a:pt x="1263" y="2232"/>
                        <a:pt x="1263" y="2106"/>
                        <a:pt x="1263" y="1979"/>
                      </a:cubicBezTo>
                      <a:lnTo>
                        <a:pt x="1700" y="1750"/>
                      </a:lnTo>
                      <a:close/>
                      <a:moveTo>
                        <a:pt x="2159" y="2347"/>
                      </a:moveTo>
                      <a:cubicBezTo>
                        <a:pt x="2274" y="2496"/>
                        <a:pt x="2389" y="2645"/>
                        <a:pt x="2503" y="2783"/>
                      </a:cubicBezTo>
                      <a:lnTo>
                        <a:pt x="2010" y="2622"/>
                      </a:lnTo>
                      <a:lnTo>
                        <a:pt x="2159" y="2347"/>
                      </a:lnTo>
                      <a:close/>
                      <a:moveTo>
                        <a:pt x="1275" y="2841"/>
                      </a:moveTo>
                      <a:lnTo>
                        <a:pt x="1355" y="2875"/>
                      </a:lnTo>
                      <a:lnTo>
                        <a:pt x="1275" y="3002"/>
                      </a:lnTo>
                      <a:lnTo>
                        <a:pt x="1275" y="2841"/>
                      </a:lnTo>
                      <a:close/>
                      <a:moveTo>
                        <a:pt x="860" y="1"/>
                      </a:moveTo>
                      <a:cubicBezTo>
                        <a:pt x="831" y="1"/>
                        <a:pt x="800" y="6"/>
                        <a:pt x="770" y="16"/>
                      </a:cubicBezTo>
                      <a:cubicBezTo>
                        <a:pt x="678" y="50"/>
                        <a:pt x="620" y="154"/>
                        <a:pt x="632" y="257"/>
                      </a:cubicBezTo>
                      <a:cubicBezTo>
                        <a:pt x="701" y="739"/>
                        <a:pt x="758" y="1221"/>
                        <a:pt x="793" y="1704"/>
                      </a:cubicBezTo>
                      <a:lnTo>
                        <a:pt x="127" y="2048"/>
                      </a:lnTo>
                      <a:cubicBezTo>
                        <a:pt x="46" y="2083"/>
                        <a:pt x="0" y="2175"/>
                        <a:pt x="12" y="2267"/>
                      </a:cubicBezTo>
                      <a:cubicBezTo>
                        <a:pt x="12" y="2359"/>
                        <a:pt x="69" y="2427"/>
                        <a:pt x="161" y="2461"/>
                      </a:cubicBezTo>
                      <a:lnTo>
                        <a:pt x="827" y="2691"/>
                      </a:lnTo>
                      <a:cubicBezTo>
                        <a:pt x="827" y="3024"/>
                        <a:pt x="816" y="3369"/>
                        <a:pt x="804" y="3713"/>
                      </a:cubicBezTo>
                      <a:cubicBezTo>
                        <a:pt x="793" y="3828"/>
                        <a:pt x="896" y="3943"/>
                        <a:pt x="1023" y="3943"/>
                      </a:cubicBezTo>
                      <a:lnTo>
                        <a:pt x="1034" y="3943"/>
                      </a:lnTo>
                      <a:cubicBezTo>
                        <a:pt x="1057" y="3943"/>
                        <a:pt x="1080" y="3943"/>
                        <a:pt x="1092" y="3931"/>
                      </a:cubicBezTo>
                      <a:cubicBezTo>
                        <a:pt x="1112" y="3936"/>
                        <a:pt x="1133" y="3938"/>
                        <a:pt x="1152" y="3938"/>
                      </a:cubicBezTo>
                      <a:cubicBezTo>
                        <a:pt x="1230" y="3938"/>
                        <a:pt x="1298" y="3902"/>
                        <a:pt x="1344" y="3828"/>
                      </a:cubicBezTo>
                      <a:lnTo>
                        <a:pt x="1792" y="3024"/>
                      </a:lnTo>
                      <a:lnTo>
                        <a:pt x="3089" y="3472"/>
                      </a:lnTo>
                      <a:cubicBezTo>
                        <a:pt x="3116" y="3481"/>
                        <a:pt x="3142" y="3485"/>
                        <a:pt x="3168" y="3485"/>
                      </a:cubicBezTo>
                      <a:cubicBezTo>
                        <a:pt x="3242" y="3485"/>
                        <a:pt x="3311" y="3448"/>
                        <a:pt x="3353" y="3380"/>
                      </a:cubicBezTo>
                      <a:cubicBezTo>
                        <a:pt x="3411" y="3300"/>
                        <a:pt x="3411" y="3185"/>
                        <a:pt x="3342" y="3116"/>
                      </a:cubicBezTo>
                      <a:cubicBezTo>
                        <a:pt x="3032" y="2714"/>
                        <a:pt x="2710" y="2324"/>
                        <a:pt x="2401" y="1922"/>
                      </a:cubicBezTo>
                      <a:lnTo>
                        <a:pt x="2848" y="1119"/>
                      </a:lnTo>
                      <a:cubicBezTo>
                        <a:pt x="2894" y="1038"/>
                        <a:pt x="2883" y="923"/>
                        <a:pt x="2814" y="854"/>
                      </a:cubicBezTo>
                      <a:cubicBezTo>
                        <a:pt x="2769" y="810"/>
                        <a:pt x="2706" y="784"/>
                        <a:pt x="2644" y="784"/>
                      </a:cubicBezTo>
                      <a:cubicBezTo>
                        <a:pt x="2611" y="784"/>
                        <a:pt x="2578" y="792"/>
                        <a:pt x="2549" y="808"/>
                      </a:cubicBezTo>
                      <a:lnTo>
                        <a:pt x="1837" y="1175"/>
                      </a:lnTo>
                      <a:cubicBezTo>
                        <a:pt x="1574" y="808"/>
                        <a:pt x="1298" y="453"/>
                        <a:pt x="1046" y="96"/>
                      </a:cubicBezTo>
                      <a:cubicBezTo>
                        <a:pt x="997" y="31"/>
                        <a:pt x="931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28"/>
                <p:cNvSpPr/>
                <p:nvPr/>
              </p:nvSpPr>
              <p:spPr>
                <a:xfrm>
                  <a:off x="1405839" y="3036720"/>
                  <a:ext cx="117126" cy="140283"/>
                </a:xfrm>
                <a:custGeom>
                  <a:rect b="b" l="l" r="r" t="t"/>
                  <a:pathLst>
                    <a:path extrusionOk="0" h="3768" w="3146">
                      <a:moveTo>
                        <a:pt x="1860" y="1459"/>
                      </a:moveTo>
                      <a:lnTo>
                        <a:pt x="1860" y="1528"/>
                      </a:lnTo>
                      <a:lnTo>
                        <a:pt x="1826" y="1528"/>
                      </a:lnTo>
                      <a:lnTo>
                        <a:pt x="1860" y="1459"/>
                      </a:lnTo>
                      <a:close/>
                      <a:moveTo>
                        <a:pt x="2308" y="1998"/>
                      </a:moveTo>
                      <a:cubicBezTo>
                        <a:pt x="2308" y="1998"/>
                        <a:pt x="2308" y="2010"/>
                        <a:pt x="2296" y="2010"/>
                      </a:cubicBezTo>
                      <a:lnTo>
                        <a:pt x="2296" y="1998"/>
                      </a:lnTo>
                      <a:close/>
                      <a:moveTo>
                        <a:pt x="1562" y="1952"/>
                      </a:moveTo>
                      <a:cubicBezTo>
                        <a:pt x="1653" y="1964"/>
                        <a:pt x="1757" y="1975"/>
                        <a:pt x="1849" y="1987"/>
                      </a:cubicBezTo>
                      <a:lnTo>
                        <a:pt x="1849" y="2240"/>
                      </a:lnTo>
                      <a:cubicBezTo>
                        <a:pt x="1780" y="2274"/>
                        <a:pt x="1722" y="2308"/>
                        <a:pt x="1653" y="2342"/>
                      </a:cubicBezTo>
                      <a:cubicBezTo>
                        <a:pt x="1596" y="2274"/>
                        <a:pt x="1528" y="2194"/>
                        <a:pt x="1459" y="2113"/>
                      </a:cubicBezTo>
                      <a:cubicBezTo>
                        <a:pt x="1493" y="2056"/>
                        <a:pt x="1528" y="2010"/>
                        <a:pt x="1562" y="1952"/>
                      </a:cubicBezTo>
                      <a:close/>
                      <a:moveTo>
                        <a:pt x="1206" y="2515"/>
                      </a:moveTo>
                      <a:cubicBezTo>
                        <a:pt x="1217" y="2538"/>
                        <a:pt x="1240" y="2561"/>
                        <a:pt x="1263" y="2584"/>
                      </a:cubicBezTo>
                      <a:cubicBezTo>
                        <a:pt x="1194" y="2618"/>
                        <a:pt x="1137" y="2664"/>
                        <a:pt x="1068" y="2699"/>
                      </a:cubicBezTo>
                      <a:cubicBezTo>
                        <a:pt x="1114" y="2641"/>
                        <a:pt x="1160" y="2572"/>
                        <a:pt x="1206" y="2515"/>
                      </a:cubicBezTo>
                      <a:close/>
                      <a:moveTo>
                        <a:pt x="2243" y="1"/>
                      </a:moveTo>
                      <a:cubicBezTo>
                        <a:pt x="2157" y="1"/>
                        <a:pt x="2079" y="46"/>
                        <a:pt x="2044" y="127"/>
                      </a:cubicBezTo>
                      <a:cubicBezTo>
                        <a:pt x="1826" y="586"/>
                        <a:pt x="1596" y="1023"/>
                        <a:pt x="1332" y="1459"/>
                      </a:cubicBezTo>
                      <a:cubicBezTo>
                        <a:pt x="1091" y="1413"/>
                        <a:pt x="850" y="1344"/>
                        <a:pt x="620" y="1263"/>
                      </a:cubicBezTo>
                      <a:cubicBezTo>
                        <a:pt x="592" y="1251"/>
                        <a:pt x="565" y="1245"/>
                        <a:pt x="538" y="1245"/>
                      </a:cubicBezTo>
                      <a:cubicBezTo>
                        <a:pt x="465" y="1245"/>
                        <a:pt x="398" y="1288"/>
                        <a:pt x="356" y="1355"/>
                      </a:cubicBezTo>
                      <a:cubicBezTo>
                        <a:pt x="299" y="1447"/>
                        <a:pt x="311" y="1562"/>
                        <a:pt x="390" y="1643"/>
                      </a:cubicBezTo>
                      <a:cubicBezTo>
                        <a:pt x="563" y="1803"/>
                        <a:pt x="735" y="1975"/>
                        <a:pt x="896" y="2159"/>
                      </a:cubicBezTo>
                      <a:cubicBezTo>
                        <a:pt x="643" y="2538"/>
                        <a:pt x="367" y="2906"/>
                        <a:pt x="81" y="3273"/>
                      </a:cubicBezTo>
                      <a:cubicBezTo>
                        <a:pt x="0" y="3365"/>
                        <a:pt x="23" y="3514"/>
                        <a:pt x="115" y="3582"/>
                      </a:cubicBezTo>
                      <a:cubicBezTo>
                        <a:pt x="150" y="3617"/>
                        <a:pt x="184" y="3628"/>
                        <a:pt x="219" y="3628"/>
                      </a:cubicBezTo>
                      <a:cubicBezTo>
                        <a:pt x="230" y="3663"/>
                        <a:pt x="265" y="3674"/>
                        <a:pt x="288" y="3686"/>
                      </a:cubicBezTo>
                      <a:cubicBezTo>
                        <a:pt x="319" y="3700"/>
                        <a:pt x="353" y="3706"/>
                        <a:pt x="386" y="3706"/>
                      </a:cubicBezTo>
                      <a:cubicBezTo>
                        <a:pt x="436" y="3706"/>
                        <a:pt x="487" y="3691"/>
                        <a:pt x="528" y="3663"/>
                      </a:cubicBezTo>
                      <a:cubicBezTo>
                        <a:pt x="850" y="3399"/>
                        <a:pt x="1183" y="3158"/>
                        <a:pt x="1539" y="2940"/>
                      </a:cubicBezTo>
                      <a:cubicBezTo>
                        <a:pt x="1711" y="3169"/>
                        <a:pt x="1872" y="3411"/>
                        <a:pt x="2021" y="3651"/>
                      </a:cubicBezTo>
                      <a:cubicBezTo>
                        <a:pt x="2055" y="3729"/>
                        <a:pt x="2135" y="3768"/>
                        <a:pt x="2212" y="3768"/>
                      </a:cubicBezTo>
                      <a:cubicBezTo>
                        <a:pt x="2237" y="3768"/>
                        <a:pt x="2262" y="3764"/>
                        <a:pt x="2285" y="3755"/>
                      </a:cubicBezTo>
                      <a:cubicBezTo>
                        <a:pt x="2388" y="3709"/>
                        <a:pt x="2457" y="3605"/>
                        <a:pt x="2434" y="3503"/>
                      </a:cubicBezTo>
                      <a:cubicBezTo>
                        <a:pt x="2377" y="3169"/>
                        <a:pt x="2331" y="2837"/>
                        <a:pt x="2319" y="2503"/>
                      </a:cubicBezTo>
                      <a:cubicBezTo>
                        <a:pt x="2538" y="2388"/>
                        <a:pt x="2768" y="2286"/>
                        <a:pt x="2997" y="2194"/>
                      </a:cubicBezTo>
                      <a:cubicBezTo>
                        <a:pt x="3066" y="2159"/>
                        <a:pt x="3112" y="2102"/>
                        <a:pt x="3135" y="2033"/>
                      </a:cubicBezTo>
                      <a:cubicBezTo>
                        <a:pt x="3146" y="1952"/>
                        <a:pt x="3123" y="1883"/>
                        <a:pt x="3077" y="1826"/>
                      </a:cubicBezTo>
                      <a:cubicBezTo>
                        <a:pt x="2870" y="1608"/>
                        <a:pt x="2572" y="1562"/>
                        <a:pt x="2308" y="1551"/>
                      </a:cubicBezTo>
                      <a:cubicBezTo>
                        <a:pt x="2331" y="1114"/>
                        <a:pt x="2388" y="689"/>
                        <a:pt x="2469" y="276"/>
                      </a:cubicBezTo>
                      <a:cubicBezTo>
                        <a:pt x="2492" y="161"/>
                        <a:pt x="2423" y="46"/>
                        <a:pt x="2319" y="12"/>
                      </a:cubicBezTo>
                      <a:cubicBezTo>
                        <a:pt x="2294" y="4"/>
                        <a:pt x="2268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28"/>
                <p:cNvSpPr/>
                <p:nvPr/>
              </p:nvSpPr>
              <p:spPr>
                <a:xfrm>
                  <a:off x="1036100" y="3008462"/>
                  <a:ext cx="76508" cy="80864"/>
                </a:xfrm>
                <a:custGeom>
                  <a:rect b="b" l="l" r="r" t="t"/>
                  <a:pathLst>
                    <a:path extrusionOk="0" h="2172" w="2055">
                      <a:moveTo>
                        <a:pt x="1045" y="0"/>
                      </a:moveTo>
                      <a:cubicBezTo>
                        <a:pt x="1038" y="0"/>
                        <a:pt x="1030" y="1"/>
                        <a:pt x="1021" y="1"/>
                      </a:cubicBezTo>
                      <a:cubicBezTo>
                        <a:pt x="919" y="13"/>
                        <a:pt x="827" y="105"/>
                        <a:pt x="827" y="220"/>
                      </a:cubicBezTo>
                      <a:cubicBezTo>
                        <a:pt x="815" y="404"/>
                        <a:pt x="792" y="587"/>
                        <a:pt x="769" y="759"/>
                      </a:cubicBezTo>
                      <a:lnTo>
                        <a:pt x="207" y="840"/>
                      </a:lnTo>
                      <a:cubicBezTo>
                        <a:pt x="80" y="863"/>
                        <a:pt x="0" y="966"/>
                        <a:pt x="11" y="1093"/>
                      </a:cubicBezTo>
                      <a:cubicBezTo>
                        <a:pt x="32" y="1205"/>
                        <a:pt x="117" y="1291"/>
                        <a:pt x="225" y="1291"/>
                      </a:cubicBezTo>
                      <a:cubicBezTo>
                        <a:pt x="238" y="1291"/>
                        <a:pt x="251" y="1290"/>
                        <a:pt x="264" y="1287"/>
                      </a:cubicBezTo>
                      <a:cubicBezTo>
                        <a:pt x="293" y="1285"/>
                        <a:pt x="323" y="1283"/>
                        <a:pt x="353" y="1283"/>
                      </a:cubicBezTo>
                      <a:cubicBezTo>
                        <a:pt x="450" y="1283"/>
                        <a:pt x="548" y="1298"/>
                        <a:pt x="654" y="1333"/>
                      </a:cubicBezTo>
                      <a:cubicBezTo>
                        <a:pt x="608" y="1517"/>
                        <a:pt x="562" y="1690"/>
                        <a:pt x="505" y="1861"/>
                      </a:cubicBezTo>
                      <a:cubicBezTo>
                        <a:pt x="459" y="1988"/>
                        <a:pt x="528" y="2114"/>
                        <a:pt x="643" y="2160"/>
                      </a:cubicBezTo>
                      <a:cubicBezTo>
                        <a:pt x="666" y="2160"/>
                        <a:pt x="689" y="2172"/>
                        <a:pt x="712" y="2172"/>
                      </a:cubicBezTo>
                      <a:cubicBezTo>
                        <a:pt x="815" y="2172"/>
                        <a:pt x="896" y="2103"/>
                        <a:pt x="930" y="2011"/>
                      </a:cubicBezTo>
                      <a:cubicBezTo>
                        <a:pt x="930" y="2011"/>
                        <a:pt x="930" y="1999"/>
                        <a:pt x="942" y="1999"/>
                      </a:cubicBezTo>
                      <a:lnTo>
                        <a:pt x="942" y="1988"/>
                      </a:lnTo>
                      <a:cubicBezTo>
                        <a:pt x="1056" y="1884"/>
                        <a:pt x="1159" y="1782"/>
                        <a:pt x="1274" y="1678"/>
                      </a:cubicBezTo>
                      <a:cubicBezTo>
                        <a:pt x="1378" y="1759"/>
                        <a:pt x="1493" y="1861"/>
                        <a:pt x="1596" y="1965"/>
                      </a:cubicBezTo>
                      <a:cubicBezTo>
                        <a:pt x="1641" y="2010"/>
                        <a:pt x="1704" y="2033"/>
                        <a:pt x="1764" y="2033"/>
                      </a:cubicBezTo>
                      <a:cubicBezTo>
                        <a:pt x="1812" y="2033"/>
                        <a:pt x="1859" y="2019"/>
                        <a:pt x="1894" y="1988"/>
                      </a:cubicBezTo>
                      <a:cubicBezTo>
                        <a:pt x="1986" y="1907"/>
                        <a:pt x="2009" y="1782"/>
                        <a:pt x="1952" y="1690"/>
                      </a:cubicBezTo>
                      <a:cubicBezTo>
                        <a:pt x="1860" y="1552"/>
                        <a:pt x="1779" y="1402"/>
                        <a:pt x="1710" y="1264"/>
                      </a:cubicBezTo>
                      <a:cubicBezTo>
                        <a:pt x="1802" y="1173"/>
                        <a:pt x="1883" y="1093"/>
                        <a:pt x="1975" y="1012"/>
                      </a:cubicBezTo>
                      <a:cubicBezTo>
                        <a:pt x="2044" y="943"/>
                        <a:pt x="2055" y="840"/>
                        <a:pt x="2021" y="748"/>
                      </a:cubicBezTo>
                      <a:cubicBezTo>
                        <a:pt x="1979" y="665"/>
                        <a:pt x="1891" y="620"/>
                        <a:pt x="1806" y="620"/>
                      </a:cubicBezTo>
                      <a:cubicBezTo>
                        <a:pt x="1797" y="620"/>
                        <a:pt x="1788" y="620"/>
                        <a:pt x="1779" y="621"/>
                      </a:cubicBezTo>
                      <a:lnTo>
                        <a:pt x="1435" y="667"/>
                      </a:lnTo>
                      <a:cubicBezTo>
                        <a:pt x="1378" y="507"/>
                        <a:pt x="1320" y="335"/>
                        <a:pt x="1274" y="162"/>
                      </a:cubicBezTo>
                      <a:cubicBezTo>
                        <a:pt x="1242" y="67"/>
                        <a:pt x="1151" y="0"/>
                        <a:pt x="10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>
            <p:ph type="title"/>
          </p:nvPr>
        </p:nvSpPr>
        <p:spPr>
          <a:xfrm>
            <a:off x="720000" y="4486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Product Overview</a:t>
            </a:r>
            <a:endParaRPr/>
          </a:p>
        </p:txBody>
      </p:sp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720000" y="1139975"/>
            <a:ext cx="7704000" cy="3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Problem Statement : Shoppers need an intuitive, accessible online platform to browse grocery inventory, manage custom shopping carts, and select flexible checkout and delivery choices.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Key Features : A customer portal handling user account registration/login, product catalog browsing and filtering, cart calculations, order </a:t>
            </a:r>
            <a:r>
              <a:rPr lang="en" sz="1400"/>
              <a:t>history tracking, and checkout/delivery  options.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 sz="1400"/>
              <a:t>Tech Stack : 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Backend : Java 17 Eclipse Temurin with Spring Boot, packaged with a custom Dockerfile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Database/Hosting : Clever Cloud for mySQL hosting, paired with Render for backend deployment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Frontend : HTML, JavaScript, CSS, Bootstrap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Architecture : Mix of Model-Controller-View and Repository/API</a:t>
            </a:r>
            <a:br>
              <a:rPr lang="en"/>
            </a:br>
            <a:r>
              <a:rPr lang="en"/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75" name="Google Shape;275;p29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276" name="Google Shape;276;p29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29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30"/>
          <p:cNvGrpSpPr/>
          <p:nvPr/>
        </p:nvGrpSpPr>
        <p:grpSpPr>
          <a:xfrm flipH="1" rot="-2073273">
            <a:off x="5132120" y="1192918"/>
            <a:ext cx="683699" cy="968489"/>
            <a:chOff x="2993855" y="1171471"/>
            <a:chExt cx="683687" cy="968473"/>
          </a:xfrm>
        </p:grpSpPr>
        <p:sp>
          <p:nvSpPr>
            <p:cNvPr id="285" name="Google Shape;285;p30"/>
            <p:cNvSpPr/>
            <p:nvPr/>
          </p:nvSpPr>
          <p:spPr>
            <a:xfrm>
              <a:off x="3492207" y="1739260"/>
              <a:ext cx="135853" cy="102083"/>
            </a:xfrm>
            <a:custGeom>
              <a:rect b="b" l="l" r="r" t="t"/>
              <a:pathLst>
                <a:path extrusionOk="0" h="2630" w="3500">
                  <a:moveTo>
                    <a:pt x="2952" y="27"/>
                  </a:moveTo>
                  <a:cubicBezTo>
                    <a:pt x="2376" y="27"/>
                    <a:pt x="1826" y="185"/>
                    <a:pt x="1295" y="379"/>
                  </a:cubicBezTo>
                  <a:cubicBezTo>
                    <a:pt x="825" y="539"/>
                    <a:pt x="480" y="907"/>
                    <a:pt x="262" y="1378"/>
                  </a:cubicBezTo>
                  <a:cubicBezTo>
                    <a:pt x="0" y="1958"/>
                    <a:pt x="415" y="2629"/>
                    <a:pt x="1093" y="2629"/>
                  </a:cubicBezTo>
                  <a:cubicBezTo>
                    <a:pt x="1099" y="2629"/>
                    <a:pt x="1105" y="2629"/>
                    <a:pt x="1111" y="2629"/>
                  </a:cubicBezTo>
                  <a:cubicBezTo>
                    <a:pt x="1651" y="2583"/>
                    <a:pt x="2157" y="2342"/>
                    <a:pt x="2535" y="1883"/>
                  </a:cubicBezTo>
                  <a:cubicBezTo>
                    <a:pt x="2948" y="1401"/>
                    <a:pt x="3086" y="769"/>
                    <a:pt x="3385" y="230"/>
                  </a:cubicBezTo>
                  <a:cubicBezTo>
                    <a:pt x="3499" y="0"/>
                    <a:pt x="3282" y="46"/>
                    <a:pt x="3167" y="34"/>
                  </a:cubicBezTo>
                  <a:cubicBezTo>
                    <a:pt x="3095" y="29"/>
                    <a:pt x="3024" y="27"/>
                    <a:pt x="2952" y="2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3074979" y="1323898"/>
              <a:ext cx="94515" cy="132476"/>
            </a:xfrm>
            <a:custGeom>
              <a:rect b="b" l="l" r="r" t="t"/>
              <a:pathLst>
                <a:path extrusionOk="0" h="3413" w="2435">
                  <a:moveTo>
                    <a:pt x="356" y="1"/>
                  </a:moveTo>
                  <a:cubicBezTo>
                    <a:pt x="244" y="1"/>
                    <a:pt x="214" y="146"/>
                    <a:pt x="184" y="356"/>
                  </a:cubicBezTo>
                  <a:cubicBezTo>
                    <a:pt x="0" y="1815"/>
                    <a:pt x="735" y="2779"/>
                    <a:pt x="1894" y="3318"/>
                  </a:cubicBezTo>
                  <a:cubicBezTo>
                    <a:pt x="2027" y="3382"/>
                    <a:pt x="2123" y="3412"/>
                    <a:pt x="2194" y="3412"/>
                  </a:cubicBezTo>
                  <a:cubicBezTo>
                    <a:pt x="2352" y="3412"/>
                    <a:pt x="2384" y="3265"/>
                    <a:pt x="2400" y="3020"/>
                  </a:cubicBezTo>
                  <a:cubicBezTo>
                    <a:pt x="2412" y="2917"/>
                    <a:pt x="2400" y="2825"/>
                    <a:pt x="2400" y="2721"/>
                  </a:cubicBezTo>
                  <a:cubicBezTo>
                    <a:pt x="2434" y="1837"/>
                    <a:pt x="2124" y="1114"/>
                    <a:pt x="1366" y="620"/>
                  </a:cubicBezTo>
                  <a:cubicBezTo>
                    <a:pt x="1114" y="460"/>
                    <a:pt x="850" y="322"/>
                    <a:pt x="620" y="138"/>
                  </a:cubicBezTo>
                  <a:cubicBezTo>
                    <a:pt x="500" y="42"/>
                    <a:pt x="417" y="1"/>
                    <a:pt x="3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3381117" y="1196856"/>
              <a:ext cx="86519" cy="134145"/>
            </a:xfrm>
            <a:custGeom>
              <a:rect b="b" l="l" r="r" t="t"/>
              <a:pathLst>
                <a:path extrusionOk="0" h="3456" w="2229">
                  <a:moveTo>
                    <a:pt x="1769" y="1"/>
                  </a:moveTo>
                  <a:cubicBezTo>
                    <a:pt x="1505" y="219"/>
                    <a:pt x="1207" y="414"/>
                    <a:pt x="977" y="656"/>
                  </a:cubicBezTo>
                  <a:cubicBezTo>
                    <a:pt x="357" y="1333"/>
                    <a:pt x="1" y="2102"/>
                    <a:pt x="345" y="3044"/>
                  </a:cubicBezTo>
                  <a:cubicBezTo>
                    <a:pt x="445" y="3323"/>
                    <a:pt x="580" y="3456"/>
                    <a:pt x="755" y="3456"/>
                  </a:cubicBezTo>
                  <a:cubicBezTo>
                    <a:pt x="883" y="3456"/>
                    <a:pt x="1033" y="3386"/>
                    <a:pt x="1207" y="3250"/>
                  </a:cubicBezTo>
                  <a:cubicBezTo>
                    <a:pt x="1930" y="2664"/>
                    <a:pt x="2228" y="988"/>
                    <a:pt x="17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3014349" y="1357784"/>
              <a:ext cx="133291" cy="109575"/>
            </a:xfrm>
            <a:custGeom>
              <a:rect b="b" l="l" r="r" t="t"/>
              <a:pathLst>
                <a:path extrusionOk="0" h="2823" w="3434">
                  <a:moveTo>
                    <a:pt x="287" y="0"/>
                  </a:moveTo>
                  <a:cubicBezTo>
                    <a:pt x="47" y="11"/>
                    <a:pt x="1" y="80"/>
                    <a:pt x="116" y="299"/>
                  </a:cubicBezTo>
                  <a:cubicBezTo>
                    <a:pt x="276" y="608"/>
                    <a:pt x="425" y="919"/>
                    <a:pt x="540" y="1240"/>
                  </a:cubicBezTo>
                  <a:cubicBezTo>
                    <a:pt x="862" y="2115"/>
                    <a:pt x="1995" y="2822"/>
                    <a:pt x="3012" y="2822"/>
                  </a:cubicBezTo>
                  <a:cubicBezTo>
                    <a:pt x="3155" y="2822"/>
                    <a:pt x="3297" y="2808"/>
                    <a:pt x="3433" y="2779"/>
                  </a:cubicBezTo>
                  <a:cubicBezTo>
                    <a:pt x="2469" y="2342"/>
                    <a:pt x="1918" y="1573"/>
                    <a:pt x="1471" y="654"/>
                  </a:cubicBezTo>
                  <a:cubicBezTo>
                    <a:pt x="1252" y="207"/>
                    <a:pt x="816" y="0"/>
                    <a:pt x="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0"/>
            <p:cNvSpPr/>
            <p:nvPr/>
          </p:nvSpPr>
          <p:spPr>
            <a:xfrm>
              <a:off x="3353480" y="1481178"/>
              <a:ext cx="172067" cy="112369"/>
            </a:xfrm>
            <a:custGeom>
              <a:rect b="b" l="l" r="r" t="t"/>
              <a:pathLst>
                <a:path extrusionOk="0" h="2895" w="4433">
                  <a:moveTo>
                    <a:pt x="4433" y="1"/>
                  </a:moveTo>
                  <a:cubicBezTo>
                    <a:pt x="2596" y="426"/>
                    <a:pt x="1057" y="1310"/>
                    <a:pt x="1" y="2894"/>
                  </a:cubicBezTo>
                  <a:cubicBezTo>
                    <a:pt x="1505" y="1976"/>
                    <a:pt x="3101" y="1184"/>
                    <a:pt x="44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0"/>
            <p:cNvSpPr/>
            <p:nvPr/>
          </p:nvSpPr>
          <p:spPr>
            <a:xfrm>
              <a:off x="3339701" y="1507494"/>
              <a:ext cx="172494" cy="116794"/>
            </a:xfrm>
            <a:custGeom>
              <a:rect b="b" l="l" r="r" t="t"/>
              <a:pathLst>
                <a:path extrusionOk="0" h="3009" w="4444">
                  <a:moveTo>
                    <a:pt x="4443" y="1"/>
                  </a:moveTo>
                  <a:lnTo>
                    <a:pt x="4443" y="1"/>
                  </a:lnTo>
                  <a:cubicBezTo>
                    <a:pt x="2951" y="1103"/>
                    <a:pt x="1274" y="1746"/>
                    <a:pt x="0" y="3009"/>
                  </a:cubicBezTo>
                  <a:cubicBezTo>
                    <a:pt x="1309" y="2458"/>
                    <a:pt x="2618" y="1918"/>
                    <a:pt x="3789" y="1126"/>
                  </a:cubicBezTo>
                  <a:cubicBezTo>
                    <a:pt x="4111" y="896"/>
                    <a:pt x="4374" y="540"/>
                    <a:pt x="44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0"/>
            <p:cNvSpPr/>
            <p:nvPr/>
          </p:nvSpPr>
          <p:spPr>
            <a:xfrm>
              <a:off x="3068730" y="1632712"/>
              <a:ext cx="160888" cy="105693"/>
            </a:xfrm>
            <a:custGeom>
              <a:rect b="b" l="l" r="r" t="t"/>
              <a:pathLst>
                <a:path extrusionOk="0" h="2723" w="4145">
                  <a:moveTo>
                    <a:pt x="1" y="1"/>
                  </a:moveTo>
                  <a:cubicBezTo>
                    <a:pt x="907" y="1631"/>
                    <a:pt x="2538" y="2159"/>
                    <a:pt x="4145" y="2722"/>
                  </a:cubicBezTo>
                  <a:cubicBezTo>
                    <a:pt x="2963" y="1505"/>
                    <a:pt x="1389" y="896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3442640" y="1238194"/>
              <a:ext cx="86053" cy="88421"/>
            </a:xfrm>
            <a:custGeom>
              <a:rect b="b" l="l" r="r" t="t"/>
              <a:pathLst>
                <a:path extrusionOk="0" h="2278" w="2217">
                  <a:moveTo>
                    <a:pt x="1921" y="0"/>
                  </a:moveTo>
                  <a:cubicBezTo>
                    <a:pt x="1789" y="0"/>
                    <a:pt x="1649" y="116"/>
                    <a:pt x="1516" y="142"/>
                  </a:cubicBezTo>
                  <a:cubicBezTo>
                    <a:pt x="1470" y="142"/>
                    <a:pt x="1447" y="211"/>
                    <a:pt x="1401" y="234"/>
                  </a:cubicBezTo>
                  <a:cubicBezTo>
                    <a:pt x="620" y="658"/>
                    <a:pt x="368" y="1451"/>
                    <a:pt x="0" y="2277"/>
                  </a:cubicBezTo>
                  <a:cubicBezTo>
                    <a:pt x="1079" y="2082"/>
                    <a:pt x="1642" y="1416"/>
                    <a:pt x="2021" y="566"/>
                  </a:cubicBezTo>
                  <a:cubicBezTo>
                    <a:pt x="2079" y="417"/>
                    <a:pt x="2217" y="199"/>
                    <a:pt x="2067" y="61"/>
                  </a:cubicBezTo>
                  <a:cubicBezTo>
                    <a:pt x="2020" y="17"/>
                    <a:pt x="1971" y="0"/>
                    <a:pt x="19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3345484" y="1689771"/>
              <a:ext cx="62415" cy="174745"/>
            </a:xfrm>
            <a:custGeom>
              <a:rect b="b" l="l" r="r" t="t"/>
              <a:pathLst>
                <a:path extrusionOk="0" h="4502" w="1608">
                  <a:moveTo>
                    <a:pt x="1608" y="0"/>
                  </a:moveTo>
                  <a:lnTo>
                    <a:pt x="1608" y="0"/>
                  </a:lnTo>
                  <a:cubicBezTo>
                    <a:pt x="196" y="712"/>
                    <a:pt x="0" y="2848"/>
                    <a:pt x="908" y="4501"/>
                  </a:cubicBezTo>
                  <a:cubicBezTo>
                    <a:pt x="1034" y="3709"/>
                    <a:pt x="839" y="2962"/>
                    <a:pt x="873" y="2228"/>
                  </a:cubicBezTo>
                  <a:cubicBezTo>
                    <a:pt x="908" y="1447"/>
                    <a:pt x="1217" y="758"/>
                    <a:pt x="16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3135104" y="1299522"/>
              <a:ext cx="57563" cy="122888"/>
            </a:xfrm>
            <a:custGeom>
              <a:rect b="b" l="l" r="r" t="t"/>
              <a:pathLst>
                <a:path extrusionOk="0" h="3166" w="1483">
                  <a:moveTo>
                    <a:pt x="656" y="0"/>
                  </a:moveTo>
                  <a:cubicBezTo>
                    <a:pt x="632" y="0"/>
                    <a:pt x="602" y="9"/>
                    <a:pt x="564" y="31"/>
                  </a:cubicBezTo>
                  <a:cubicBezTo>
                    <a:pt x="265" y="180"/>
                    <a:pt x="1" y="1030"/>
                    <a:pt x="243" y="1248"/>
                  </a:cubicBezTo>
                  <a:cubicBezTo>
                    <a:pt x="759" y="1731"/>
                    <a:pt x="1103" y="2282"/>
                    <a:pt x="1046" y="3017"/>
                  </a:cubicBezTo>
                  <a:cubicBezTo>
                    <a:pt x="1046" y="3085"/>
                    <a:pt x="1057" y="3154"/>
                    <a:pt x="1138" y="3165"/>
                  </a:cubicBezTo>
                  <a:cubicBezTo>
                    <a:pt x="1218" y="3165"/>
                    <a:pt x="1264" y="3119"/>
                    <a:pt x="1276" y="3051"/>
                  </a:cubicBezTo>
                  <a:cubicBezTo>
                    <a:pt x="1333" y="2741"/>
                    <a:pt x="1483" y="2443"/>
                    <a:pt x="1448" y="2213"/>
                  </a:cubicBezTo>
                  <a:cubicBezTo>
                    <a:pt x="1437" y="1386"/>
                    <a:pt x="1103" y="766"/>
                    <a:pt x="782" y="123"/>
                  </a:cubicBezTo>
                  <a:cubicBezTo>
                    <a:pt x="748" y="65"/>
                    <a:pt x="721" y="0"/>
                    <a:pt x="6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3492556" y="1690314"/>
              <a:ext cx="88731" cy="91293"/>
            </a:xfrm>
            <a:custGeom>
              <a:rect b="b" l="l" r="r" t="t"/>
              <a:pathLst>
                <a:path extrusionOk="0" h="2352" w="2286">
                  <a:moveTo>
                    <a:pt x="1855" y="1"/>
                  </a:moveTo>
                  <a:cubicBezTo>
                    <a:pt x="1700" y="1"/>
                    <a:pt x="1568" y="225"/>
                    <a:pt x="1413" y="274"/>
                  </a:cubicBezTo>
                  <a:cubicBezTo>
                    <a:pt x="1344" y="297"/>
                    <a:pt x="1286" y="331"/>
                    <a:pt x="1240" y="377"/>
                  </a:cubicBezTo>
                  <a:cubicBezTo>
                    <a:pt x="655" y="871"/>
                    <a:pt x="0" y="1318"/>
                    <a:pt x="58" y="2351"/>
                  </a:cubicBezTo>
                  <a:cubicBezTo>
                    <a:pt x="574" y="1754"/>
                    <a:pt x="1125" y="1376"/>
                    <a:pt x="1803" y="1169"/>
                  </a:cubicBezTo>
                  <a:cubicBezTo>
                    <a:pt x="2125" y="1066"/>
                    <a:pt x="2285" y="435"/>
                    <a:pt x="2056" y="136"/>
                  </a:cubicBezTo>
                  <a:cubicBezTo>
                    <a:pt x="1983" y="37"/>
                    <a:pt x="1917" y="1"/>
                    <a:pt x="18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3272395" y="1298047"/>
              <a:ext cx="81123" cy="131971"/>
            </a:xfrm>
            <a:custGeom>
              <a:rect b="b" l="l" r="r" t="t"/>
              <a:pathLst>
                <a:path extrusionOk="0" h="3400" w="2090">
                  <a:moveTo>
                    <a:pt x="368" y="1"/>
                  </a:moveTo>
                  <a:cubicBezTo>
                    <a:pt x="0" y="930"/>
                    <a:pt x="1023" y="2871"/>
                    <a:pt x="2090" y="3399"/>
                  </a:cubicBezTo>
                  <a:cubicBezTo>
                    <a:pt x="1849" y="2101"/>
                    <a:pt x="965" y="1172"/>
                    <a:pt x="3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3549576" y="1802995"/>
              <a:ext cx="108371" cy="53836"/>
            </a:xfrm>
            <a:custGeom>
              <a:rect b="b" l="l" r="r" t="t"/>
              <a:pathLst>
                <a:path extrusionOk="0" h="1387" w="2792">
                  <a:moveTo>
                    <a:pt x="2054" y="0"/>
                  </a:moveTo>
                  <a:cubicBezTo>
                    <a:pt x="1741" y="0"/>
                    <a:pt x="1476" y="150"/>
                    <a:pt x="1184" y="471"/>
                  </a:cubicBezTo>
                  <a:cubicBezTo>
                    <a:pt x="919" y="757"/>
                    <a:pt x="621" y="976"/>
                    <a:pt x="242" y="1079"/>
                  </a:cubicBezTo>
                  <a:cubicBezTo>
                    <a:pt x="138" y="1102"/>
                    <a:pt x="13" y="1114"/>
                    <a:pt x="1" y="1274"/>
                  </a:cubicBezTo>
                  <a:cubicBezTo>
                    <a:pt x="274" y="1349"/>
                    <a:pt x="522" y="1387"/>
                    <a:pt x="755" y="1387"/>
                  </a:cubicBezTo>
                  <a:cubicBezTo>
                    <a:pt x="1489" y="1387"/>
                    <a:pt x="2067" y="1008"/>
                    <a:pt x="2791" y="206"/>
                  </a:cubicBezTo>
                  <a:cubicBezTo>
                    <a:pt x="2506" y="71"/>
                    <a:pt x="2268" y="0"/>
                    <a:pt x="20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3351695" y="1193285"/>
              <a:ext cx="41532" cy="115513"/>
            </a:xfrm>
            <a:custGeom>
              <a:rect b="b" l="l" r="r" t="t"/>
              <a:pathLst>
                <a:path extrusionOk="0" h="2976" w="1070">
                  <a:moveTo>
                    <a:pt x="395" y="0"/>
                  </a:moveTo>
                  <a:cubicBezTo>
                    <a:pt x="391" y="0"/>
                    <a:pt x="386" y="0"/>
                    <a:pt x="380" y="1"/>
                  </a:cubicBezTo>
                  <a:cubicBezTo>
                    <a:pt x="231" y="13"/>
                    <a:pt x="243" y="151"/>
                    <a:pt x="208" y="265"/>
                  </a:cubicBezTo>
                  <a:cubicBezTo>
                    <a:pt x="36" y="771"/>
                    <a:pt x="1" y="1299"/>
                    <a:pt x="93" y="1827"/>
                  </a:cubicBezTo>
                  <a:cubicBezTo>
                    <a:pt x="162" y="2286"/>
                    <a:pt x="322" y="2700"/>
                    <a:pt x="736" y="2975"/>
                  </a:cubicBezTo>
                  <a:cubicBezTo>
                    <a:pt x="644" y="2573"/>
                    <a:pt x="690" y="2171"/>
                    <a:pt x="828" y="1838"/>
                  </a:cubicBezTo>
                  <a:cubicBezTo>
                    <a:pt x="1069" y="1207"/>
                    <a:pt x="863" y="713"/>
                    <a:pt x="552" y="208"/>
                  </a:cubicBezTo>
                  <a:cubicBezTo>
                    <a:pt x="508" y="131"/>
                    <a:pt x="517" y="0"/>
                    <a:pt x="3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3070515" y="1657671"/>
              <a:ext cx="151107" cy="92729"/>
            </a:xfrm>
            <a:custGeom>
              <a:rect b="b" l="l" r="r" t="t"/>
              <a:pathLst>
                <a:path extrusionOk="0" h="2389" w="3893">
                  <a:moveTo>
                    <a:pt x="1" y="1"/>
                  </a:moveTo>
                  <a:lnTo>
                    <a:pt x="1" y="1"/>
                  </a:lnTo>
                  <a:cubicBezTo>
                    <a:pt x="196" y="1296"/>
                    <a:pt x="2140" y="2389"/>
                    <a:pt x="3460" y="2389"/>
                  </a:cubicBezTo>
                  <a:cubicBezTo>
                    <a:pt x="3614" y="2389"/>
                    <a:pt x="3759" y="2374"/>
                    <a:pt x="3892" y="2343"/>
                  </a:cubicBezTo>
                  <a:cubicBezTo>
                    <a:pt x="2492" y="1735"/>
                    <a:pt x="1034" y="132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30"/>
            <p:cNvSpPr/>
            <p:nvPr/>
          </p:nvSpPr>
          <p:spPr>
            <a:xfrm>
              <a:off x="3382902" y="1704482"/>
              <a:ext cx="33032" cy="147536"/>
            </a:xfrm>
            <a:custGeom>
              <a:rect b="b" l="l" r="r" t="t"/>
              <a:pathLst>
                <a:path extrusionOk="0" h="3801" w="851">
                  <a:moveTo>
                    <a:pt x="850" y="1"/>
                  </a:moveTo>
                  <a:lnTo>
                    <a:pt x="850" y="1"/>
                  </a:lnTo>
                  <a:cubicBezTo>
                    <a:pt x="1" y="1160"/>
                    <a:pt x="173" y="2481"/>
                    <a:pt x="265" y="3801"/>
                  </a:cubicBezTo>
                  <a:cubicBezTo>
                    <a:pt x="667" y="2572"/>
                    <a:pt x="610" y="1264"/>
                    <a:pt x="8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0"/>
            <p:cNvSpPr/>
            <p:nvPr/>
          </p:nvSpPr>
          <p:spPr>
            <a:xfrm>
              <a:off x="3342806" y="1940207"/>
              <a:ext cx="121724" cy="62919"/>
            </a:xfrm>
            <a:custGeom>
              <a:rect b="b" l="l" r="r" t="t"/>
              <a:pathLst>
                <a:path extrusionOk="0" h="1621" w="3136">
                  <a:moveTo>
                    <a:pt x="3135" y="1"/>
                  </a:moveTo>
                  <a:lnTo>
                    <a:pt x="3135" y="1"/>
                  </a:lnTo>
                  <a:cubicBezTo>
                    <a:pt x="1975" y="334"/>
                    <a:pt x="850" y="725"/>
                    <a:pt x="0" y="1620"/>
                  </a:cubicBezTo>
                  <a:cubicBezTo>
                    <a:pt x="1114" y="1195"/>
                    <a:pt x="2286" y="896"/>
                    <a:pt x="31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3327629" y="1962487"/>
              <a:ext cx="133330" cy="64239"/>
            </a:xfrm>
            <a:custGeom>
              <a:rect b="b" l="l" r="r" t="t"/>
              <a:pathLst>
                <a:path extrusionOk="0" h="1655" w="3435">
                  <a:moveTo>
                    <a:pt x="3434" y="1"/>
                  </a:moveTo>
                  <a:lnTo>
                    <a:pt x="3434" y="1"/>
                  </a:lnTo>
                  <a:cubicBezTo>
                    <a:pt x="2389" y="748"/>
                    <a:pt x="1080" y="977"/>
                    <a:pt x="1" y="1654"/>
                  </a:cubicBezTo>
                  <a:cubicBezTo>
                    <a:pt x="1333" y="1494"/>
                    <a:pt x="2596" y="1184"/>
                    <a:pt x="3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3396294" y="1379598"/>
              <a:ext cx="92302" cy="47742"/>
            </a:xfrm>
            <a:custGeom>
              <a:rect b="b" l="l" r="r" t="t"/>
              <a:pathLst>
                <a:path extrusionOk="0" h="1230" w="2378">
                  <a:moveTo>
                    <a:pt x="2377" y="0"/>
                  </a:moveTo>
                  <a:lnTo>
                    <a:pt x="2377" y="0"/>
                  </a:lnTo>
                  <a:cubicBezTo>
                    <a:pt x="1390" y="23"/>
                    <a:pt x="678" y="586"/>
                    <a:pt x="0" y="1229"/>
                  </a:cubicBezTo>
                  <a:cubicBezTo>
                    <a:pt x="816" y="885"/>
                    <a:pt x="1791" y="816"/>
                    <a:pt x="23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3228727" y="1481643"/>
              <a:ext cx="45957" cy="93622"/>
            </a:xfrm>
            <a:custGeom>
              <a:rect b="b" l="l" r="r" t="t"/>
              <a:pathLst>
                <a:path extrusionOk="0" h="2412" w="1184">
                  <a:moveTo>
                    <a:pt x="976" y="1"/>
                  </a:moveTo>
                  <a:cubicBezTo>
                    <a:pt x="436" y="736"/>
                    <a:pt x="69" y="1493"/>
                    <a:pt x="0" y="2412"/>
                  </a:cubicBezTo>
                  <a:cubicBezTo>
                    <a:pt x="735" y="1769"/>
                    <a:pt x="1183" y="690"/>
                    <a:pt x="97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2993855" y="1171471"/>
              <a:ext cx="683687" cy="968473"/>
            </a:xfrm>
            <a:custGeom>
              <a:rect b="b" l="l" r="r" t="t"/>
              <a:pathLst>
                <a:path extrusionOk="0" h="24951" w="17614">
                  <a:moveTo>
                    <a:pt x="9614" y="562"/>
                  </a:moveTo>
                  <a:cubicBezTo>
                    <a:pt x="9736" y="562"/>
                    <a:pt x="9727" y="693"/>
                    <a:pt x="9771" y="770"/>
                  </a:cubicBezTo>
                  <a:cubicBezTo>
                    <a:pt x="10082" y="1275"/>
                    <a:pt x="10288" y="1769"/>
                    <a:pt x="10047" y="2400"/>
                  </a:cubicBezTo>
                  <a:cubicBezTo>
                    <a:pt x="9909" y="2733"/>
                    <a:pt x="9863" y="3135"/>
                    <a:pt x="9955" y="3537"/>
                  </a:cubicBezTo>
                  <a:cubicBezTo>
                    <a:pt x="9541" y="3262"/>
                    <a:pt x="9381" y="2848"/>
                    <a:pt x="9312" y="2389"/>
                  </a:cubicBezTo>
                  <a:cubicBezTo>
                    <a:pt x="9220" y="1861"/>
                    <a:pt x="9255" y="1333"/>
                    <a:pt x="9427" y="827"/>
                  </a:cubicBezTo>
                  <a:cubicBezTo>
                    <a:pt x="9462" y="713"/>
                    <a:pt x="9450" y="575"/>
                    <a:pt x="9599" y="563"/>
                  </a:cubicBezTo>
                  <a:cubicBezTo>
                    <a:pt x="9605" y="562"/>
                    <a:pt x="9610" y="562"/>
                    <a:pt x="9614" y="562"/>
                  </a:cubicBezTo>
                  <a:close/>
                  <a:moveTo>
                    <a:pt x="13483" y="1719"/>
                  </a:moveTo>
                  <a:cubicBezTo>
                    <a:pt x="13533" y="1719"/>
                    <a:pt x="13582" y="1736"/>
                    <a:pt x="13629" y="1780"/>
                  </a:cubicBezTo>
                  <a:cubicBezTo>
                    <a:pt x="13779" y="1918"/>
                    <a:pt x="13641" y="2136"/>
                    <a:pt x="13583" y="2285"/>
                  </a:cubicBezTo>
                  <a:cubicBezTo>
                    <a:pt x="13204" y="3135"/>
                    <a:pt x="12641" y="3801"/>
                    <a:pt x="11562" y="3996"/>
                  </a:cubicBezTo>
                  <a:cubicBezTo>
                    <a:pt x="11930" y="3170"/>
                    <a:pt x="12182" y="2377"/>
                    <a:pt x="12963" y="1953"/>
                  </a:cubicBezTo>
                  <a:cubicBezTo>
                    <a:pt x="13009" y="1930"/>
                    <a:pt x="13032" y="1861"/>
                    <a:pt x="13078" y="1861"/>
                  </a:cubicBezTo>
                  <a:cubicBezTo>
                    <a:pt x="13211" y="1835"/>
                    <a:pt x="13351" y="1719"/>
                    <a:pt x="13483" y="1719"/>
                  </a:cubicBezTo>
                  <a:close/>
                  <a:moveTo>
                    <a:pt x="11746" y="655"/>
                  </a:moveTo>
                  <a:lnTo>
                    <a:pt x="11746" y="655"/>
                  </a:lnTo>
                  <a:cubicBezTo>
                    <a:pt x="12205" y="1642"/>
                    <a:pt x="11907" y="3318"/>
                    <a:pt x="11184" y="3904"/>
                  </a:cubicBezTo>
                  <a:cubicBezTo>
                    <a:pt x="11010" y="4040"/>
                    <a:pt x="10860" y="4110"/>
                    <a:pt x="10732" y="4110"/>
                  </a:cubicBezTo>
                  <a:cubicBezTo>
                    <a:pt x="10557" y="4110"/>
                    <a:pt x="10422" y="3977"/>
                    <a:pt x="10322" y="3698"/>
                  </a:cubicBezTo>
                  <a:cubicBezTo>
                    <a:pt x="9978" y="2756"/>
                    <a:pt x="10334" y="1987"/>
                    <a:pt x="10954" y="1310"/>
                  </a:cubicBezTo>
                  <a:cubicBezTo>
                    <a:pt x="11184" y="1068"/>
                    <a:pt x="11482" y="873"/>
                    <a:pt x="11746" y="655"/>
                  </a:cubicBezTo>
                  <a:close/>
                  <a:moveTo>
                    <a:pt x="4295" y="3299"/>
                  </a:moveTo>
                  <a:cubicBezTo>
                    <a:pt x="4360" y="3299"/>
                    <a:pt x="4387" y="3364"/>
                    <a:pt x="4421" y="3422"/>
                  </a:cubicBezTo>
                  <a:cubicBezTo>
                    <a:pt x="4742" y="4065"/>
                    <a:pt x="5076" y="4685"/>
                    <a:pt x="5087" y="5512"/>
                  </a:cubicBezTo>
                  <a:cubicBezTo>
                    <a:pt x="5122" y="5742"/>
                    <a:pt x="4972" y="6040"/>
                    <a:pt x="4915" y="6350"/>
                  </a:cubicBezTo>
                  <a:cubicBezTo>
                    <a:pt x="4903" y="6418"/>
                    <a:pt x="4857" y="6464"/>
                    <a:pt x="4777" y="6464"/>
                  </a:cubicBezTo>
                  <a:cubicBezTo>
                    <a:pt x="4696" y="6453"/>
                    <a:pt x="4685" y="6384"/>
                    <a:pt x="4685" y="6316"/>
                  </a:cubicBezTo>
                  <a:cubicBezTo>
                    <a:pt x="4742" y="5581"/>
                    <a:pt x="4398" y="5030"/>
                    <a:pt x="3882" y="4547"/>
                  </a:cubicBezTo>
                  <a:cubicBezTo>
                    <a:pt x="3640" y="4329"/>
                    <a:pt x="3904" y="3479"/>
                    <a:pt x="4203" y="3330"/>
                  </a:cubicBezTo>
                  <a:cubicBezTo>
                    <a:pt x="4241" y="3308"/>
                    <a:pt x="4271" y="3299"/>
                    <a:pt x="4295" y="3299"/>
                  </a:cubicBezTo>
                  <a:close/>
                  <a:moveTo>
                    <a:pt x="12745" y="5362"/>
                  </a:moveTo>
                  <a:cubicBezTo>
                    <a:pt x="12159" y="6178"/>
                    <a:pt x="11184" y="6247"/>
                    <a:pt x="10368" y="6591"/>
                  </a:cubicBezTo>
                  <a:cubicBezTo>
                    <a:pt x="11046" y="5948"/>
                    <a:pt x="11758" y="5385"/>
                    <a:pt x="12745" y="5362"/>
                  </a:cubicBezTo>
                  <a:close/>
                  <a:moveTo>
                    <a:pt x="7544" y="3262"/>
                  </a:moveTo>
                  <a:lnTo>
                    <a:pt x="7544" y="3262"/>
                  </a:lnTo>
                  <a:cubicBezTo>
                    <a:pt x="8141" y="4433"/>
                    <a:pt x="9025" y="5362"/>
                    <a:pt x="9266" y="6660"/>
                  </a:cubicBezTo>
                  <a:cubicBezTo>
                    <a:pt x="8199" y="6132"/>
                    <a:pt x="7176" y="4191"/>
                    <a:pt x="7544" y="3262"/>
                  </a:cubicBezTo>
                  <a:close/>
                  <a:moveTo>
                    <a:pt x="2446" y="3928"/>
                  </a:moveTo>
                  <a:cubicBezTo>
                    <a:pt x="2507" y="3928"/>
                    <a:pt x="2590" y="3969"/>
                    <a:pt x="2710" y="4065"/>
                  </a:cubicBezTo>
                  <a:cubicBezTo>
                    <a:pt x="2940" y="4249"/>
                    <a:pt x="3204" y="4387"/>
                    <a:pt x="3456" y="4547"/>
                  </a:cubicBezTo>
                  <a:cubicBezTo>
                    <a:pt x="4214" y="5041"/>
                    <a:pt x="4524" y="5764"/>
                    <a:pt x="4490" y="6648"/>
                  </a:cubicBezTo>
                  <a:cubicBezTo>
                    <a:pt x="4490" y="6752"/>
                    <a:pt x="4502" y="6844"/>
                    <a:pt x="4490" y="6947"/>
                  </a:cubicBezTo>
                  <a:cubicBezTo>
                    <a:pt x="4474" y="7192"/>
                    <a:pt x="4442" y="7339"/>
                    <a:pt x="4284" y="7339"/>
                  </a:cubicBezTo>
                  <a:cubicBezTo>
                    <a:pt x="4213" y="7339"/>
                    <a:pt x="4117" y="7309"/>
                    <a:pt x="3984" y="7245"/>
                  </a:cubicBezTo>
                  <a:cubicBezTo>
                    <a:pt x="2825" y="6706"/>
                    <a:pt x="2090" y="5742"/>
                    <a:pt x="2274" y="4283"/>
                  </a:cubicBezTo>
                  <a:cubicBezTo>
                    <a:pt x="2304" y="4073"/>
                    <a:pt x="2334" y="3928"/>
                    <a:pt x="2446" y="3928"/>
                  </a:cubicBezTo>
                  <a:close/>
                  <a:moveTo>
                    <a:pt x="815" y="4800"/>
                  </a:moveTo>
                  <a:cubicBezTo>
                    <a:pt x="1344" y="4800"/>
                    <a:pt x="1780" y="5007"/>
                    <a:pt x="1999" y="5454"/>
                  </a:cubicBezTo>
                  <a:cubicBezTo>
                    <a:pt x="2446" y="6373"/>
                    <a:pt x="2997" y="7142"/>
                    <a:pt x="3961" y="7579"/>
                  </a:cubicBezTo>
                  <a:cubicBezTo>
                    <a:pt x="3825" y="7608"/>
                    <a:pt x="3683" y="7622"/>
                    <a:pt x="3540" y="7622"/>
                  </a:cubicBezTo>
                  <a:cubicBezTo>
                    <a:pt x="2523" y="7622"/>
                    <a:pt x="1390" y="6915"/>
                    <a:pt x="1068" y="6040"/>
                  </a:cubicBezTo>
                  <a:cubicBezTo>
                    <a:pt x="953" y="5719"/>
                    <a:pt x="804" y="5408"/>
                    <a:pt x="644" y="5099"/>
                  </a:cubicBezTo>
                  <a:cubicBezTo>
                    <a:pt x="529" y="4880"/>
                    <a:pt x="575" y="4811"/>
                    <a:pt x="815" y="4800"/>
                  </a:cubicBezTo>
                  <a:close/>
                  <a:moveTo>
                    <a:pt x="7027" y="7992"/>
                  </a:moveTo>
                  <a:lnTo>
                    <a:pt x="7027" y="7992"/>
                  </a:lnTo>
                  <a:cubicBezTo>
                    <a:pt x="7234" y="8681"/>
                    <a:pt x="6786" y="9760"/>
                    <a:pt x="6051" y="10403"/>
                  </a:cubicBezTo>
                  <a:cubicBezTo>
                    <a:pt x="6120" y="9484"/>
                    <a:pt x="6487" y="8727"/>
                    <a:pt x="7027" y="7992"/>
                  </a:cubicBezTo>
                  <a:close/>
                  <a:moveTo>
                    <a:pt x="13698" y="7980"/>
                  </a:moveTo>
                  <a:cubicBezTo>
                    <a:pt x="12366" y="9163"/>
                    <a:pt x="10770" y="9955"/>
                    <a:pt x="9266" y="10873"/>
                  </a:cubicBezTo>
                  <a:cubicBezTo>
                    <a:pt x="10322" y="9289"/>
                    <a:pt x="11861" y="8405"/>
                    <a:pt x="13698" y="7980"/>
                  </a:cubicBezTo>
                  <a:close/>
                  <a:moveTo>
                    <a:pt x="13353" y="8658"/>
                  </a:moveTo>
                  <a:lnTo>
                    <a:pt x="13353" y="8658"/>
                  </a:lnTo>
                  <a:cubicBezTo>
                    <a:pt x="13284" y="9197"/>
                    <a:pt x="13021" y="9553"/>
                    <a:pt x="12699" y="9783"/>
                  </a:cubicBezTo>
                  <a:cubicBezTo>
                    <a:pt x="11528" y="10575"/>
                    <a:pt x="10219" y="11115"/>
                    <a:pt x="8910" y="11666"/>
                  </a:cubicBezTo>
                  <a:cubicBezTo>
                    <a:pt x="10184" y="10403"/>
                    <a:pt x="11861" y="9760"/>
                    <a:pt x="13353" y="8658"/>
                  </a:cubicBezTo>
                  <a:close/>
                  <a:moveTo>
                    <a:pt x="1930" y="11884"/>
                  </a:moveTo>
                  <a:cubicBezTo>
                    <a:pt x="3318" y="12779"/>
                    <a:pt x="4892" y="13388"/>
                    <a:pt x="6074" y="14605"/>
                  </a:cubicBezTo>
                  <a:cubicBezTo>
                    <a:pt x="4467" y="14042"/>
                    <a:pt x="2836" y="13514"/>
                    <a:pt x="1930" y="11884"/>
                  </a:cubicBezTo>
                  <a:close/>
                  <a:moveTo>
                    <a:pt x="1976" y="12527"/>
                  </a:moveTo>
                  <a:cubicBezTo>
                    <a:pt x="3009" y="13847"/>
                    <a:pt x="4467" y="14261"/>
                    <a:pt x="5867" y="14869"/>
                  </a:cubicBezTo>
                  <a:cubicBezTo>
                    <a:pt x="5734" y="14900"/>
                    <a:pt x="5589" y="14915"/>
                    <a:pt x="5435" y="14915"/>
                  </a:cubicBezTo>
                  <a:cubicBezTo>
                    <a:pt x="4115" y="14915"/>
                    <a:pt x="2171" y="13822"/>
                    <a:pt x="1976" y="12527"/>
                  </a:cubicBezTo>
                  <a:close/>
                  <a:moveTo>
                    <a:pt x="14703" y="13368"/>
                  </a:moveTo>
                  <a:cubicBezTo>
                    <a:pt x="14765" y="13368"/>
                    <a:pt x="14831" y="13404"/>
                    <a:pt x="14904" y="13503"/>
                  </a:cubicBezTo>
                  <a:cubicBezTo>
                    <a:pt x="15133" y="13802"/>
                    <a:pt x="14973" y="14433"/>
                    <a:pt x="14651" y="14536"/>
                  </a:cubicBezTo>
                  <a:cubicBezTo>
                    <a:pt x="13973" y="14743"/>
                    <a:pt x="13422" y="15121"/>
                    <a:pt x="12906" y="15718"/>
                  </a:cubicBezTo>
                  <a:cubicBezTo>
                    <a:pt x="12848" y="14685"/>
                    <a:pt x="13503" y="14238"/>
                    <a:pt x="14088" y="13744"/>
                  </a:cubicBezTo>
                  <a:cubicBezTo>
                    <a:pt x="14134" y="13698"/>
                    <a:pt x="14192" y="13664"/>
                    <a:pt x="14261" y="13641"/>
                  </a:cubicBezTo>
                  <a:cubicBezTo>
                    <a:pt x="14416" y="13592"/>
                    <a:pt x="14548" y="13368"/>
                    <a:pt x="14703" y="13368"/>
                  </a:cubicBezTo>
                  <a:close/>
                  <a:moveTo>
                    <a:pt x="15791" y="14655"/>
                  </a:moveTo>
                  <a:cubicBezTo>
                    <a:pt x="15863" y="14655"/>
                    <a:pt x="15934" y="14657"/>
                    <a:pt x="16006" y="14662"/>
                  </a:cubicBezTo>
                  <a:cubicBezTo>
                    <a:pt x="16121" y="14674"/>
                    <a:pt x="16338" y="14628"/>
                    <a:pt x="16224" y="14858"/>
                  </a:cubicBezTo>
                  <a:cubicBezTo>
                    <a:pt x="15925" y="15397"/>
                    <a:pt x="15787" y="16029"/>
                    <a:pt x="15374" y="16511"/>
                  </a:cubicBezTo>
                  <a:cubicBezTo>
                    <a:pt x="14996" y="16970"/>
                    <a:pt x="14490" y="17211"/>
                    <a:pt x="13950" y="17257"/>
                  </a:cubicBezTo>
                  <a:cubicBezTo>
                    <a:pt x="13944" y="17257"/>
                    <a:pt x="13938" y="17257"/>
                    <a:pt x="13932" y="17257"/>
                  </a:cubicBezTo>
                  <a:cubicBezTo>
                    <a:pt x="13254" y="17257"/>
                    <a:pt x="12839" y="16586"/>
                    <a:pt x="13101" y="16006"/>
                  </a:cubicBezTo>
                  <a:cubicBezTo>
                    <a:pt x="13319" y="15535"/>
                    <a:pt x="13664" y="15167"/>
                    <a:pt x="14134" y="15007"/>
                  </a:cubicBezTo>
                  <a:cubicBezTo>
                    <a:pt x="14665" y="14813"/>
                    <a:pt x="15215" y="14655"/>
                    <a:pt x="15791" y="14655"/>
                  </a:cubicBezTo>
                  <a:close/>
                  <a:moveTo>
                    <a:pt x="10873" y="13733"/>
                  </a:moveTo>
                  <a:lnTo>
                    <a:pt x="10873" y="13733"/>
                  </a:lnTo>
                  <a:cubicBezTo>
                    <a:pt x="10633" y="14996"/>
                    <a:pt x="10690" y="16304"/>
                    <a:pt x="10288" y="17533"/>
                  </a:cubicBezTo>
                  <a:cubicBezTo>
                    <a:pt x="10196" y="16213"/>
                    <a:pt x="10024" y="14892"/>
                    <a:pt x="10873" y="13733"/>
                  </a:cubicBezTo>
                  <a:close/>
                  <a:moveTo>
                    <a:pt x="16371" y="16270"/>
                  </a:moveTo>
                  <a:cubicBezTo>
                    <a:pt x="16585" y="16270"/>
                    <a:pt x="16823" y="16341"/>
                    <a:pt x="17108" y="16476"/>
                  </a:cubicBezTo>
                  <a:cubicBezTo>
                    <a:pt x="16384" y="17278"/>
                    <a:pt x="15806" y="17657"/>
                    <a:pt x="15072" y="17657"/>
                  </a:cubicBezTo>
                  <a:cubicBezTo>
                    <a:pt x="14839" y="17657"/>
                    <a:pt x="14591" y="17619"/>
                    <a:pt x="14318" y="17544"/>
                  </a:cubicBezTo>
                  <a:cubicBezTo>
                    <a:pt x="14330" y="17384"/>
                    <a:pt x="14455" y="17372"/>
                    <a:pt x="14559" y="17349"/>
                  </a:cubicBezTo>
                  <a:cubicBezTo>
                    <a:pt x="14938" y="17246"/>
                    <a:pt x="15236" y="17027"/>
                    <a:pt x="15501" y="16741"/>
                  </a:cubicBezTo>
                  <a:cubicBezTo>
                    <a:pt x="15793" y="16420"/>
                    <a:pt x="16058" y="16270"/>
                    <a:pt x="16371" y="16270"/>
                  </a:cubicBezTo>
                  <a:close/>
                  <a:moveTo>
                    <a:pt x="10667" y="13353"/>
                  </a:moveTo>
                  <a:lnTo>
                    <a:pt x="10667" y="13353"/>
                  </a:lnTo>
                  <a:cubicBezTo>
                    <a:pt x="10276" y="14111"/>
                    <a:pt x="9967" y="14800"/>
                    <a:pt x="9932" y="15581"/>
                  </a:cubicBezTo>
                  <a:cubicBezTo>
                    <a:pt x="9898" y="16315"/>
                    <a:pt x="10093" y="17062"/>
                    <a:pt x="9967" y="17854"/>
                  </a:cubicBezTo>
                  <a:cubicBezTo>
                    <a:pt x="9059" y="16201"/>
                    <a:pt x="9255" y="14065"/>
                    <a:pt x="10667" y="13353"/>
                  </a:cubicBezTo>
                  <a:close/>
                  <a:moveTo>
                    <a:pt x="12125" y="19806"/>
                  </a:moveTo>
                  <a:cubicBezTo>
                    <a:pt x="11276" y="20701"/>
                    <a:pt x="10104" y="21000"/>
                    <a:pt x="8990" y="21425"/>
                  </a:cubicBezTo>
                  <a:cubicBezTo>
                    <a:pt x="9840" y="20530"/>
                    <a:pt x="10965" y="20139"/>
                    <a:pt x="12125" y="19806"/>
                  </a:cubicBezTo>
                  <a:close/>
                  <a:moveTo>
                    <a:pt x="12033" y="20380"/>
                  </a:moveTo>
                  <a:lnTo>
                    <a:pt x="12033" y="20380"/>
                  </a:lnTo>
                  <a:cubicBezTo>
                    <a:pt x="11195" y="21563"/>
                    <a:pt x="9932" y="21873"/>
                    <a:pt x="8600" y="22033"/>
                  </a:cubicBezTo>
                  <a:cubicBezTo>
                    <a:pt x="9679" y="21356"/>
                    <a:pt x="10988" y="21127"/>
                    <a:pt x="12033" y="20380"/>
                  </a:cubicBezTo>
                  <a:close/>
                  <a:moveTo>
                    <a:pt x="9583" y="0"/>
                  </a:moveTo>
                  <a:cubicBezTo>
                    <a:pt x="9378" y="0"/>
                    <a:pt x="9334" y="222"/>
                    <a:pt x="9289" y="345"/>
                  </a:cubicBezTo>
                  <a:cubicBezTo>
                    <a:pt x="8796" y="1608"/>
                    <a:pt x="8681" y="3020"/>
                    <a:pt x="10070" y="4088"/>
                  </a:cubicBezTo>
                  <a:cubicBezTo>
                    <a:pt x="10403" y="4341"/>
                    <a:pt x="10391" y="4570"/>
                    <a:pt x="10276" y="4869"/>
                  </a:cubicBezTo>
                  <a:cubicBezTo>
                    <a:pt x="10070" y="5420"/>
                    <a:pt x="9852" y="5959"/>
                    <a:pt x="9622" y="6545"/>
                  </a:cubicBezTo>
                  <a:cubicBezTo>
                    <a:pt x="9564" y="6464"/>
                    <a:pt x="9495" y="6418"/>
                    <a:pt x="9484" y="6373"/>
                  </a:cubicBezTo>
                  <a:cubicBezTo>
                    <a:pt x="9209" y="5167"/>
                    <a:pt x="8393" y="4249"/>
                    <a:pt x="7796" y="3216"/>
                  </a:cubicBezTo>
                  <a:cubicBezTo>
                    <a:pt x="7726" y="3094"/>
                    <a:pt x="7628" y="2955"/>
                    <a:pt x="7472" y="2955"/>
                  </a:cubicBezTo>
                  <a:cubicBezTo>
                    <a:pt x="7451" y="2955"/>
                    <a:pt x="7429" y="2958"/>
                    <a:pt x="7406" y="2963"/>
                  </a:cubicBezTo>
                  <a:cubicBezTo>
                    <a:pt x="7188" y="3020"/>
                    <a:pt x="7176" y="3227"/>
                    <a:pt x="7153" y="3410"/>
                  </a:cubicBezTo>
                  <a:cubicBezTo>
                    <a:pt x="7073" y="4030"/>
                    <a:pt x="7165" y="4627"/>
                    <a:pt x="7556" y="5144"/>
                  </a:cubicBezTo>
                  <a:cubicBezTo>
                    <a:pt x="7946" y="5673"/>
                    <a:pt x="8313" y="6224"/>
                    <a:pt x="8761" y="6706"/>
                  </a:cubicBezTo>
                  <a:cubicBezTo>
                    <a:pt x="9255" y="7257"/>
                    <a:pt x="9278" y="7842"/>
                    <a:pt x="9071" y="8497"/>
                  </a:cubicBezTo>
                  <a:cubicBezTo>
                    <a:pt x="8520" y="10299"/>
                    <a:pt x="8107" y="12136"/>
                    <a:pt x="7750" y="13985"/>
                  </a:cubicBezTo>
                  <a:cubicBezTo>
                    <a:pt x="7602" y="14766"/>
                    <a:pt x="7567" y="15581"/>
                    <a:pt x="7291" y="16442"/>
                  </a:cubicBezTo>
                  <a:cubicBezTo>
                    <a:pt x="7199" y="16178"/>
                    <a:pt x="7119" y="16006"/>
                    <a:pt x="7073" y="15810"/>
                  </a:cubicBezTo>
                  <a:cubicBezTo>
                    <a:pt x="6832" y="14823"/>
                    <a:pt x="6683" y="13790"/>
                    <a:pt x="6339" y="12837"/>
                  </a:cubicBezTo>
                  <a:cubicBezTo>
                    <a:pt x="5925" y="11700"/>
                    <a:pt x="6109" y="10747"/>
                    <a:pt x="6855" y="9852"/>
                  </a:cubicBezTo>
                  <a:cubicBezTo>
                    <a:pt x="6878" y="9817"/>
                    <a:pt x="6913" y="9771"/>
                    <a:pt x="6947" y="9737"/>
                  </a:cubicBezTo>
                  <a:cubicBezTo>
                    <a:pt x="7303" y="9117"/>
                    <a:pt x="7533" y="8474"/>
                    <a:pt x="7418" y="7750"/>
                  </a:cubicBezTo>
                  <a:cubicBezTo>
                    <a:pt x="7395" y="7613"/>
                    <a:pt x="7372" y="7441"/>
                    <a:pt x="7176" y="7406"/>
                  </a:cubicBezTo>
                  <a:cubicBezTo>
                    <a:pt x="7165" y="7404"/>
                    <a:pt x="7154" y="7404"/>
                    <a:pt x="7144" y="7404"/>
                  </a:cubicBezTo>
                  <a:cubicBezTo>
                    <a:pt x="7008" y="7404"/>
                    <a:pt x="6954" y="7540"/>
                    <a:pt x="6890" y="7635"/>
                  </a:cubicBezTo>
                  <a:cubicBezTo>
                    <a:pt x="6395" y="8347"/>
                    <a:pt x="5994" y="9094"/>
                    <a:pt x="5833" y="9955"/>
                  </a:cubicBezTo>
                  <a:cubicBezTo>
                    <a:pt x="5810" y="10047"/>
                    <a:pt x="5833" y="10173"/>
                    <a:pt x="5696" y="10173"/>
                  </a:cubicBezTo>
                  <a:cubicBezTo>
                    <a:pt x="5690" y="10174"/>
                    <a:pt x="5684" y="10174"/>
                    <a:pt x="5679" y="10174"/>
                  </a:cubicBezTo>
                  <a:cubicBezTo>
                    <a:pt x="5548" y="10174"/>
                    <a:pt x="5579" y="10044"/>
                    <a:pt x="5546" y="9967"/>
                  </a:cubicBezTo>
                  <a:cubicBezTo>
                    <a:pt x="5374" y="9507"/>
                    <a:pt x="5178" y="9048"/>
                    <a:pt x="5007" y="8589"/>
                  </a:cubicBezTo>
                  <a:cubicBezTo>
                    <a:pt x="4777" y="8003"/>
                    <a:pt x="4593" y="7452"/>
                    <a:pt x="4984" y="6821"/>
                  </a:cubicBezTo>
                  <a:cubicBezTo>
                    <a:pt x="5523" y="5959"/>
                    <a:pt x="5477" y="5041"/>
                    <a:pt x="5018" y="4122"/>
                  </a:cubicBezTo>
                  <a:cubicBezTo>
                    <a:pt x="4869" y="3836"/>
                    <a:pt x="4754" y="3525"/>
                    <a:pt x="4673" y="3204"/>
                  </a:cubicBezTo>
                  <a:cubicBezTo>
                    <a:pt x="4614" y="2995"/>
                    <a:pt x="4526" y="2919"/>
                    <a:pt x="4427" y="2919"/>
                  </a:cubicBezTo>
                  <a:cubicBezTo>
                    <a:pt x="4335" y="2919"/>
                    <a:pt x="4233" y="2983"/>
                    <a:pt x="4134" y="3066"/>
                  </a:cubicBezTo>
                  <a:cubicBezTo>
                    <a:pt x="3870" y="3284"/>
                    <a:pt x="3698" y="3571"/>
                    <a:pt x="3606" y="3893"/>
                  </a:cubicBezTo>
                  <a:cubicBezTo>
                    <a:pt x="3556" y="4088"/>
                    <a:pt x="3484" y="4166"/>
                    <a:pt x="3393" y="4166"/>
                  </a:cubicBezTo>
                  <a:cubicBezTo>
                    <a:pt x="3317" y="4166"/>
                    <a:pt x="3227" y="4113"/>
                    <a:pt x="3124" y="4030"/>
                  </a:cubicBezTo>
                  <a:cubicBezTo>
                    <a:pt x="2848" y="3813"/>
                    <a:pt x="2561" y="3629"/>
                    <a:pt x="2297" y="3410"/>
                  </a:cubicBezTo>
                  <a:cubicBezTo>
                    <a:pt x="2248" y="3370"/>
                    <a:pt x="2204" y="3335"/>
                    <a:pt x="2150" y="3335"/>
                  </a:cubicBezTo>
                  <a:cubicBezTo>
                    <a:pt x="2128" y="3335"/>
                    <a:pt x="2105" y="3340"/>
                    <a:pt x="2078" y="3353"/>
                  </a:cubicBezTo>
                  <a:cubicBezTo>
                    <a:pt x="1987" y="3399"/>
                    <a:pt x="2010" y="3491"/>
                    <a:pt x="2033" y="3571"/>
                  </a:cubicBezTo>
                  <a:cubicBezTo>
                    <a:pt x="2136" y="4019"/>
                    <a:pt x="1976" y="4444"/>
                    <a:pt x="1941" y="4903"/>
                  </a:cubicBezTo>
                  <a:cubicBezTo>
                    <a:pt x="1677" y="4800"/>
                    <a:pt x="1424" y="4696"/>
                    <a:pt x="1195" y="4593"/>
                  </a:cubicBezTo>
                  <a:cubicBezTo>
                    <a:pt x="1044" y="4521"/>
                    <a:pt x="889" y="4490"/>
                    <a:pt x="735" y="4490"/>
                  </a:cubicBezTo>
                  <a:cubicBezTo>
                    <a:pt x="596" y="4490"/>
                    <a:pt x="458" y="4515"/>
                    <a:pt x="322" y="4558"/>
                  </a:cubicBezTo>
                  <a:cubicBezTo>
                    <a:pt x="173" y="4604"/>
                    <a:pt x="1" y="4708"/>
                    <a:pt x="184" y="4915"/>
                  </a:cubicBezTo>
                  <a:cubicBezTo>
                    <a:pt x="494" y="5270"/>
                    <a:pt x="598" y="5730"/>
                    <a:pt x="793" y="6143"/>
                  </a:cubicBezTo>
                  <a:cubicBezTo>
                    <a:pt x="1266" y="7200"/>
                    <a:pt x="2360" y="7874"/>
                    <a:pt x="3541" y="7874"/>
                  </a:cubicBezTo>
                  <a:cubicBezTo>
                    <a:pt x="3733" y="7874"/>
                    <a:pt x="3928" y="7856"/>
                    <a:pt x="4122" y="7819"/>
                  </a:cubicBezTo>
                  <a:cubicBezTo>
                    <a:pt x="4164" y="7813"/>
                    <a:pt x="4204" y="7809"/>
                    <a:pt x="4240" y="7809"/>
                  </a:cubicBezTo>
                  <a:cubicBezTo>
                    <a:pt x="4392" y="7809"/>
                    <a:pt x="4494" y="7871"/>
                    <a:pt x="4558" y="8038"/>
                  </a:cubicBezTo>
                  <a:cubicBezTo>
                    <a:pt x="4777" y="8635"/>
                    <a:pt x="5007" y="9232"/>
                    <a:pt x="5224" y="9840"/>
                  </a:cubicBezTo>
                  <a:cubicBezTo>
                    <a:pt x="5247" y="9921"/>
                    <a:pt x="5247" y="10070"/>
                    <a:pt x="5201" y="10115"/>
                  </a:cubicBezTo>
                  <a:cubicBezTo>
                    <a:pt x="5179" y="10138"/>
                    <a:pt x="5155" y="10147"/>
                    <a:pt x="5129" y="10147"/>
                  </a:cubicBezTo>
                  <a:cubicBezTo>
                    <a:pt x="5065" y="10147"/>
                    <a:pt x="4995" y="10088"/>
                    <a:pt x="4938" y="10047"/>
                  </a:cubicBezTo>
                  <a:cubicBezTo>
                    <a:pt x="4444" y="9714"/>
                    <a:pt x="3904" y="9427"/>
                    <a:pt x="3341" y="9209"/>
                  </a:cubicBezTo>
                  <a:cubicBezTo>
                    <a:pt x="3282" y="9185"/>
                    <a:pt x="3223" y="9158"/>
                    <a:pt x="3158" y="9158"/>
                  </a:cubicBezTo>
                  <a:cubicBezTo>
                    <a:pt x="3096" y="9158"/>
                    <a:pt x="3029" y="9182"/>
                    <a:pt x="2951" y="9255"/>
                  </a:cubicBezTo>
                  <a:cubicBezTo>
                    <a:pt x="3859" y="9656"/>
                    <a:pt x="4765" y="10024"/>
                    <a:pt x="5431" y="10942"/>
                  </a:cubicBezTo>
                  <a:cubicBezTo>
                    <a:pt x="4754" y="10724"/>
                    <a:pt x="4191" y="10564"/>
                    <a:pt x="3652" y="10345"/>
                  </a:cubicBezTo>
                  <a:cubicBezTo>
                    <a:pt x="3295" y="10196"/>
                    <a:pt x="2951" y="10001"/>
                    <a:pt x="2710" y="9656"/>
                  </a:cubicBezTo>
                  <a:cubicBezTo>
                    <a:pt x="2630" y="9530"/>
                    <a:pt x="2504" y="9427"/>
                    <a:pt x="2630" y="9266"/>
                  </a:cubicBezTo>
                  <a:cubicBezTo>
                    <a:pt x="2687" y="9186"/>
                    <a:pt x="2767" y="9094"/>
                    <a:pt x="2653" y="9025"/>
                  </a:cubicBezTo>
                  <a:cubicBezTo>
                    <a:pt x="2599" y="8994"/>
                    <a:pt x="2530" y="8984"/>
                    <a:pt x="2462" y="8984"/>
                  </a:cubicBezTo>
                  <a:cubicBezTo>
                    <a:pt x="2429" y="8984"/>
                    <a:pt x="2396" y="8987"/>
                    <a:pt x="2366" y="8990"/>
                  </a:cubicBezTo>
                  <a:cubicBezTo>
                    <a:pt x="2205" y="9036"/>
                    <a:pt x="2251" y="9174"/>
                    <a:pt x="2262" y="9278"/>
                  </a:cubicBezTo>
                  <a:cubicBezTo>
                    <a:pt x="2285" y="9473"/>
                    <a:pt x="2400" y="9622"/>
                    <a:pt x="2492" y="9771"/>
                  </a:cubicBezTo>
                  <a:cubicBezTo>
                    <a:pt x="2859" y="10322"/>
                    <a:pt x="3456" y="10506"/>
                    <a:pt x="4030" y="10679"/>
                  </a:cubicBezTo>
                  <a:cubicBezTo>
                    <a:pt x="5099" y="11023"/>
                    <a:pt x="5994" y="11459"/>
                    <a:pt x="6074" y="12779"/>
                  </a:cubicBezTo>
                  <a:cubicBezTo>
                    <a:pt x="6109" y="13330"/>
                    <a:pt x="6327" y="13870"/>
                    <a:pt x="6453" y="14410"/>
                  </a:cubicBezTo>
                  <a:cubicBezTo>
                    <a:pt x="5155" y="13238"/>
                    <a:pt x="3560" y="12595"/>
                    <a:pt x="2159" y="11677"/>
                  </a:cubicBezTo>
                  <a:cubicBezTo>
                    <a:pt x="2045" y="11607"/>
                    <a:pt x="1892" y="11470"/>
                    <a:pt x="1754" y="11470"/>
                  </a:cubicBezTo>
                  <a:cubicBezTo>
                    <a:pt x="1711" y="11470"/>
                    <a:pt x="1669" y="11483"/>
                    <a:pt x="1631" y="11516"/>
                  </a:cubicBezTo>
                  <a:cubicBezTo>
                    <a:pt x="1493" y="11643"/>
                    <a:pt x="1458" y="11907"/>
                    <a:pt x="1516" y="12125"/>
                  </a:cubicBezTo>
                  <a:cubicBezTo>
                    <a:pt x="1711" y="12848"/>
                    <a:pt x="1976" y="13526"/>
                    <a:pt x="2573" y="14031"/>
                  </a:cubicBezTo>
                  <a:cubicBezTo>
                    <a:pt x="3502" y="14800"/>
                    <a:pt x="4581" y="15167"/>
                    <a:pt x="5775" y="15259"/>
                  </a:cubicBezTo>
                  <a:cubicBezTo>
                    <a:pt x="6155" y="15294"/>
                    <a:pt x="6579" y="15305"/>
                    <a:pt x="6729" y="15730"/>
                  </a:cubicBezTo>
                  <a:cubicBezTo>
                    <a:pt x="7038" y="16626"/>
                    <a:pt x="7222" y="17555"/>
                    <a:pt x="7130" y="18509"/>
                  </a:cubicBezTo>
                  <a:cubicBezTo>
                    <a:pt x="6959" y="20127"/>
                    <a:pt x="7015" y="21747"/>
                    <a:pt x="7038" y="23377"/>
                  </a:cubicBezTo>
                  <a:cubicBezTo>
                    <a:pt x="7050" y="23836"/>
                    <a:pt x="7142" y="24296"/>
                    <a:pt x="7199" y="24755"/>
                  </a:cubicBezTo>
                  <a:cubicBezTo>
                    <a:pt x="7211" y="24842"/>
                    <a:pt x="7242" y="24950"/>
                    <a:pt x="7354" y="24950"/>
                  </a:cubicBezTo>
                  <a:cubicBezTo>
                    <a:pt x="7360" y="24950"/>
                    <a:pt x="7366" y="24950"/>
                    <a:pt x="7372" y="24950"/>
                  </a:cubicBezTo>
                  <a:cubicBezTo>
                    <a:pt x="7464" y="24939"/>
                    <a:pt x="7487" y="24835"/>
                    <a:pt x="7498" y="24755"/>
                  </a:cubicBezTo>
                  <a:cubicBezTo>
                    <a:pt x="7544" y="24433"/>
                    <a:pt x="7613" y="24100"/>
                    <a:pt x="7647" y="23778"/>
                  </a:cubicBezTo>
                  <a:cubicBezTo>
                    <a:pt x="7716" y="22768"/>
                    <a:pt x="7969" y="22482"/>
                    <a:pt x="8956" y="22309"/>
                  </a:cubicBezTo>
                  <a:cubicBezTo>
                    <a:pt x="10403" y="22068"/>
                    <a:pt x="11643" y="21471"/>
                    <a:pt x="12573" y="20288"/>
                  </a:cubicBezTo>
                  <a:cubicBezTo>
                    <a:pt x="12756" y="20058"/>
                    <a:pt x="12929" y="19818"/>
                    <a:pt x="12986" y="19519"/>
                  </a:cubicBezTo>
                  <a:cubicBezTo>
                    <a:pt x="13023" y="19379"/>
                    <a:pt x="13023" y="19186"/>
                    <a:pt x="12868" y="19186"/>
                  </a:cubicBezTo>
                  <a:cubicBezTo>
                    <a:pt x="12832" y="19186"/>
                    <a:pt x="12787" y="19197"/>
                    <a:pt x="12733" y="19221"/>
                  </a:cubicBezTo>
                  <a:cubicBezTo>
                    <a:pt x="11562" y="19680"/>
                    <a:pt x="10345" y="20047"/>
                    <a:pt x="9289" y="20770"/>
                  </a:cubicBezTo>
                  <a:cubicBezTo>
                    <a:pt x="9086" y="20917"/>
                    <a:pt x="8917" y="21196"/>
                    <a:pt x="8585" y="21196"/>
                  </a:cubicBezTo>
                  <a:cubicBezTo>
                    <a:pt x="8579" y="21196"/>
                    <a:pt x="8572" y="21196"/>
                    <a:pt x="8566" y="21196"/>
                  </a:cubicBezTo>
                  <a:cubicBezTo>
                    <a:pt x="9541" y="19461"/>
                    <a:pt x="11000" y="18290"/>
                    <a:pt x="12687" y="17361"/>
                  </a:cubicBezTo>
                  <a:cubicBezTo>
                    <a:pt x="12796" y="17304"/>
                    <a:pt x="12890" y="17270"/>
                    <a:pt x="12983" y="17270"/>
                  </a:cubicBezTo>
                  <a:cubicBezTo>
                    <a:pt x="13097" y="17270"/>
                    <a:pt x="13209" y="17321"/>
                    <a:pt x="13342" y="17441"/>
                  </a:cubicBezTo>
                  <a:cubicBezTo>
                    <a:pt x="13721" y="17774"/>
                    <a:pt x="14192" y="17900"/>
                    <a:pt x="14697" y="17969"/>
                  </a:cubicBezTo>
                  <a:cubicBezTo>
                    <a:pt x="14794" y="17980"/>
                    <a:pt x="14889" y="17986"/>
                    <a:pt x="14980" y="17986"/>
                  </a:cubicBezTo>
                  <a:cubicBezTo>
                    <a:pt x="15907" y="17986"/>
                    <a:pt x="16565" y="17430"/>
                    <a:pt x="17234" y="16856"/>
                  </a:cubicBezTo>
                  <a:cubicBezTo>
                    <a:pt x="17613" y="16534"/>
                    <a:pt x="17601" y="16373"/>
                    <a:pt x="17165" y="16155"/>
                  </a:cubicBezTo>
                  <a:cubicBezTo>
                    <a:pt x="17039" y="16098"/>
                    <a:pt x="16901" y="16086"/>
                    <a:pt x="16787" y="16040"/>
                  </a:cubicBezTo>
                  <a:cubicBezTo>
                    <a:pt x="16737" y="16024"/>
                    <a:pt x="16682" y="16019"/>
                    <a:pt x="16626" y="16019"/>
                  </a:cubicBezTo>
                  <a:cubicBezTo>
                    <a:pt x="16519" y="16019"/>
                    <a:pt x="16406" y="16037"/>
                    <a:pt x="16310" y="16037"/>
                  </a:cubicBezTo>
                  <a:cubicBezTo>
                    <a:pt x="16196" y="16037"/>
                    <a:pt x="16105" y="16012"/>
                    <a:pt x="16075" y="15902"/>
                  </a:cubicBezTo>
                  <a:cubicBezTo>
                    <a:pt x="16006" y="15684"/>
                    <a:pt x="16236" y="15386"/>
                    <a:pt x="16350" y="15133"/>
                  </a:cubicBezTo>
                  <a:cubicBezTo>
                    <a:pt x="16384" y="15042"/>
                    <a:pt x="16442" y="14961"/>
                    <a:pt x="16488" y="14869"/>
                  </a:cubicBezTo>
                  <a:cubicBezTo>
                    <a:pt x="16568" y="14697"/>
                    <a:pt x="16787" y="14478"/>
                    <a:pt x="16683" y="14341"/>
                  </a:cubicBezTo>
                  <a:cubicBezTo>
                    <a:pt x="16638" y="14281"/>
                    <a:pt x="16581" y="14260"/>
                    <a:pt x="16517" y="14260"/>
                  </a:cubicBezTo>
                  <a:cubicBezTo>
                    <a:pt x="16383" y="14260"/>
                    <a:pt x="16222" y="14352"/>
                    <a:pt x="16098" y="14376"/>
                  </a:cubicBezTo>
                  <a:cubicBezTo>
                    <a:pt x="15835" y="14432"/>
                    <a:pt x="15659" y="14471"/>
                    <a:pt x="15539" y="14471"/>
                  </a:cubicBezTo>
                  <a:cubicBezTo>
                    <a:pt x="15290" y="14471"/>
                    <a:pt x="15283" y="14304"/>
                    <a:pt x="15259" y="13779"/>
                  </a:cubicBezTo>
                  <a:cubicBezTo>
                    <a:pt x="15248" y="13491"/>
                    <a:pt x="15202" y="13182"/>
                    <a:pt x="14961" y="13032"/>
                  </a:cubicBezTo>
                  <a:cubicBezTo>
                    <a:pt x="14914" y="13004"/>
                    <a:pt x="14867" y="12992"/>
                    <a:pt x="14821" y="12992"/>
                  </a:cubicBezTo>
                  <a:cubicBezTo>
                    <a:pt x="14642" y="12992"/>
                    <a:pt x="14471" y="13170"/>
                    <a:pt x="14307" y="13261"/>
                  </a:cubicBezTo>
                  <a:cubicBezTo>
                    <a:pt x="14203" y="13330"/>
                    <a:pt x="14077" y="13388"/>
                    <a:pt x="13973" y="13457"/>
                  </a:cubicBezTo>
                  <a:cubicBezTo>
                    <a:pt x="12940" y="14192"/>
                    <a:pt x="12159" y="15271"/>
                    <a:pt x="12791" y="16672"/>
                  </a:cubicBezTo>
                  <a:cubicBezTo>
                    <a:pt x="12883" y="16902"/>
                    <a:pt x="12768" y="17016"/>
                    <a:pt x="12607" y="17119"/>
                  </a:cubicBezTo>
                  <a:cubicBezTo>
                    <a:pt x="11930" y="17544"/>
                    <a:pt x="11253" y="17958"/>
                    <a:pt x="10472" y="18440"/>
                  </a:cubicBezTo>
                  <a:cubicBezTo>
                    <a:pt x="10598" y="17797"/>
                    <a:pt x="10713" y="17257"/>
                    <a:pt x="10793" y="16706"/>
                  </a:cubicBezTo>
                  <a:cubicBezTo>
                    <a:pt x="10954" y="15570"/>
                    <a:pt x="11000" y="14410"/>
                    <a:pt x="11322" y="13284"/>
                  </a:cubicBezTo>
                  <a:cubicBezTo>
                    <a:pt x="11355" y="13136"/>
                    <a:pt x="11333" y="13021"/>
                    <a:pt x="11230" y="12929"/>
                  </a:cubicBezTo>
                  <a:cubicBezTo>
                    <a:pt x="11182" y="12886"/>
                    <a:pt x="11133" y="12871"/>
                    <a:pt x="11082" y="12871"/>
                  </a:cubicBezTo>
                  <a:cubicBezTo>
                    <a:pt x="11010" y="12871"/>
                    <a:pt x="10936" y="12902"/>
                    <a:pt x="10862" y="12929"/>
                  </a:cubicBezTo>
                  <a:cubicBezTo>
                    <a:pt x="9921" y="13273"/>
                    <a:pt x="9174" y="14387"/>
                    <a:pt x="9117" y="15478"/>
                  </a:cubicBezTo>
                  <a:cubicBezTo>
                    <a:pt x="9082" y="16304"/>
                    <a:pt x="9370" y="17039"/>
                    <a:pt x="9610" y="17797"/>
                  </a:cubicBezTo>
                  <a:cubicBezTo>
                    <a:pt x="9840" y="18497"/>
                    <a:pt x="9840" y="19117"/>
                    <a:pt x="9278" y="19714"/>
                  </a:cubicBezTo>
                  <a:cubicBezTo>
                    <a:pt x="8658" y="20380"/>
                    <a:pt x="8176" y="21150"/>
                    <a:pt x="7877" y="22022"/>
                  </a:cubicBezTo>
                  <a:cubicBezTo>
                    <a:pt x="7727" y="22447"/>
                    <a:pt x="7567" y="22872"/>
                    <a:pt x="7383" y="23365"/>
                  </a:cubicBezTo>
                  <a:cubicBezTo>
                    <a:pt x="7130" y="19852"/>
                    <a:pt x="7521" y="16476"/>
                    <a:pt x="8187" y="13124"/>
                  </a:cubicBezTo>
                  <a:cubicBezTo>
                    <a:pt x="8278" y="12687"/>
                    <a:pt x="8485" y="12378"/>
                    <a:pt x="8853" y="12125"/>
                  </a:cubicBezTo>
                  <a:cubicBezTo>
                    <a:pt x="9691" y="11528"/>
                    <a:pt x="10679" y="11195"/>
                    <a:pt x="11585" y="10713"/>
                  </a:cubicBezTo>
                  <a:cubicBezTo>
                    <a:pt x="12355" y="10299"/>
                    <a:pt x="13136" y="9932"/>
                    <a:pt x="13549" y="9082"/>
                  </a:cubicBezTo>
                  <a:cubicBezTo>
                    <a:pt x="13710" y="8750"/>
                    <a:pt x="13904" y="8416"/>
                    <a:pt x="14088" y="8084"/>
                  </a:cubicBezTo>
                  <a:cubicBezTo>
                    <a:pt x="14180" y="7911"/>
                    <a:pt x="14364" y="7693"/>
                    <a:pt x="14261" y="7556"/>
                  </a:cubicBezTo>
                  <a:cubicBezTo>
                    <a:pt x="14209" y="7489"/>
                    <a:pt x="14150" y="7464"/>
                    <a:pt x="14087" y="7464"/>
                  </a:cubicBezTo>
                  <a:cubicBezTo>
                    <a:pt x="13955" y="7464"/>
                    <a:pt x="13807" y="7573"/>
                    <a:pt x="13675" y="7635"/>
                  </a:cubicBezTo>
                  <a:cubicBezTo>
                    <a:pt x="13560" y="7681"/>
                    <a:pt x="13434" y="7704"/>
                    <a:pt x="13307" y="7750"/>
                  </a:cubicBezTo>
                  <a:cubicBezTo>
                    <a:pt x="12286" y="8072"/>
                    <a:pt x="11333" y="8531"/>
                    <a:pt x="10472" y="9186"/>
                  </a:cubicBezTo>
                  <a:cubicBezTo>
                    <a:pt x="9783" y="9702"/>
                    <a:pt x="9266" y="10357"/>
                    <a:pt x="8715" y="11138"/>
                  </a:cubicBezTo>
                  <a:cubicBezTo>
                    <a:pt x="8727" y="10942"/>
                    <a:pt x="8715" y="10885"/>
                    <a:pt x="8727" y="10816"/>
                  </a:cubicBezTo>
                  <a:cubicBezTo>
                    <a:pt x="8967" y="9863"/>
                    <a:pt x="9209" y="8898"/>
                    <a:pt x="9462" y="7946"/>
                  </a:cubicBezTo>
                  <a:cubicBezTo>
                    <a:pt x="9564" y="7567"/>
                    <a:pt x="9794" y="7257"/>
                    <a:pt x="10161" y="7096"/>
                  </a:cubicBezTo>
                  <a:cubicBezTo>
                    <a:pt x="10839" y="6798"/>
                    <a:pt x="11516" y="6522"/>
                    <a:pt x="12194" y="6224"/>
                  </a:cubicBezTo>
                  <a:cubicBezTo>
                    <a:pt x="12607" y="6040"/>
                    <a:pt x="12986" y="5821"/>
                    <a:pt x="13101" y="5328"/>
                  </a:cubicBezTo>
                  <a:cubicBezTo>
                    <a:pt x="13172" y="5052"/>
                    <a:pt x="13112" y="4914"/>
                    <a:pt x="12921" y="4914"/>
                  </a:cubicBezTo>
                  <a:cubicBezTo>
                    <a:pt x="12866" y="4914"/>
                    <a:pt x="12800" y="4926"/>
                    <a:pt x="12722" y="4949"/>
                  </a:cubicBezTo>
                  <a:cubicBezTo>
                    <a:pt x="12435" y="5030"/>
                    <a:pt x="12148" y="5099"/>
                    <a:pt x="11873" y="5213"/>
                  </a:cubicBezTo>
                  <a:cubicBezTo>
                    <a:pt x="11230" y="5489"/>
                    <a:pt x="10690" y="5902"/>
                    <a:pt x="9990" y="6350"/>
                  </a:cubicBezTo>
                  <a:cubicBezTo>
                    <a:pt x="10230" y="5650"/>
                    <a:pt x="10437" y="5076"/>
                    <a:pt x="10656" y="4490"/>
                  </a:cubicBezTo>
                  <a:cubicBezTo>
                    <a:pt x="10679" y="4419"/>
                    <a:pt x="10750" y="4402"/>
                    <a:pt x="10823" y="4402"/>
                  </a:cubicBezTo>
                  <a:cubicBezTo>
                    <a:pt x="10856" y="4402"/>
                    <a:pt x="10890" y="4406"/>
                    <a:pt x="10919" y="4410"/>
                  </a:cubicBezTo>
                  <a:cubicBezTo>
                    <a:pt x="10965" y="4415"/>
                    <a:pt x="11010" y="4418"/>
                    <a:pt x="11054" y="4418"/>
                  </a:cubicBezTo>
                  <a:cubicBezTo>
                    <a:pt x="11379" y="4418"/>
                    <a:pt x="11672" y="4282"/>
                    <a:pt x="11975" y="4191"/>
                  </a:cubicBezTo>
                  <a:cubicBezTo>
                    <a:pt x="12929" y="3927"/>
                    <a:pt x="13870" y="2790"/>
                    <a:pt x="13985" y="1826"/>
                  </a:cubicBezTo>
                  <a:cubicBezTo>
                    <a:pt x="14021" y="1535"/>
                    <a:pt x="13934" y="1400"/>
                    <a:pt x="13729" y="1400"/>
                  </a:cubicBezTo>
                  <a:cubicBezTo>
                    <a:pt x="13668" y="1400"/>
                    <a:pt x="13596" y="1412"/>
                    <a:pt x="13514" y="1435"/>
                  </a:cubicBezTo>
                  <a:cubicBezTo>
                    <a:pt x="13078" y="1550"/>
                    <a:pt x="12722" y="1826"/>
                    <a:pt x="12332" y="2078"/>
                  </a:cubicBezTo>
                  <a:cubicBezTo>
                    <a:pt x="12148" y="1573"/>
                    <a:pt x="12125" y="1068"/>
                    <a:pt x="12102" y="552"/>
                  </a:cubicBezTo>
                  <a:cubicBezTo>
                    <a:pt x="12090" y="425"/>
                    <a:pt x="12113" y="264"/>
                    <a:pt x="11953" y="207"/>
                  </a:cubicBezTo>
                  <a:cubicBezTo>
                    <a:pt x="11932" y="201"/>
                    <a:pt x="11913" y="198"/>
                    <a:pt x="11894" y="198"/>
                  </a:cubicBezTo>
                  <a:cubicBezTo>
                    <a:pt x="11778" y="198"/>
                    <a:pt x="11699" y="310"/>
                    <a:pt x="11620" y="379"/>
                  </a:cubicBezTo>
                  <a:cubicBezTo>
                    <a:pt x="11299" y="655"/>
                    <a:pt x="10977" y="930"/>
                    <a:pt x="10690" y="1241"/>
                  </a:cubicBezTo>
                  <a:cubicBezTo>
                    <a:pt x="10593" y="1342"/>
                    <a:pt x="10525" y="1386"/>
                    <a:pt x="10471" y="1386"/>
                  </a:cubicBezTo>
                  <a:cubicBezTo>
                    <a:pt x="10396" y="1386"/>
                    <a:pt x="10348" y="1300"/>
                    <a:pt x="10288" y="1160"/>
                  </a:cubicBezTo>
                  <a:cubicBezTo>
                    <a:pt x="10161" y="873"/>
                    <a:pt x="10024" y="586"/>
                    <a:pt x="9852" y="333"/>
                  </a:cubicBezTo>
                  <a:cubicBezTo>
                    <a:pt x="9771" y="218"/>
                    <a:pt x="9794" y="12"/>
                    <a:pt x="9599" y="1"/>
                  </a:cubicBezTo>
                  <a:cubicBezTo>
                    <a:pt x="9594" y="0"/>
                    <a:pt x="9588" y="0"/>
                    <a:pt x="9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2390" l="0" r="0" t="2390"/>
          <a:stretch/>
        </p:blipFill>
        <p:spPr>
          <a:xfrm>
            <a:off x="5787275" y="1451550"/>
            <a:ext cx="2636700" cy="25107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7" name="Google Shape;307;p30"/>
          <p:cNvSpPr/>
          <p:nvPr/>
        </p:nvSpPr>
        <p:spPr>
          <a:xfrm>
            <a:off x="720025" y="3383325"/>
            <a:ext cx="46026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 txBox="1"/>
          <p:nvPr>
            <p:ph type="title"/>
          </p:nvPr>
        </p:nvSpPr>
        <p:spPr>
          <a:xfrm>
            <a:off x="720013" y="2369125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309" name="Google Shape;309;p30"/>
          <p:cNvSpPr txBox="1"/>
          <p:nvPr>
            <p:ph idx="1" type="subTitle"/>
          </p:nvPr>
        </p:nvSpPr>
        <p:spPr>
          <a:xfrm>
            <a:off x="675775" y="3487575"/>
            <a:ext cx="46911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Testable user stories and test case specifications</a:t>
            </a:r>
            <a:endParaRPr/>
          </a:p>
        </p:txBody>
      </p:sp>
      <p:sp>
        <p:nvSpPr>
          <p:cNvPr id="310" name="Google Shape;310;p30"/>
          <p:cNvSpPr txBox="1"/>
          <p:nvPr>
            <p:ph idx="2" type="title"/>
          </p:nvPr>
        </p:nvSpPr>
        <p:spPr>
          <a:xfrm>
            <a:off x="720013" y="1402350"/>
            <a:ext cx="1859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311" name="Google Shape;311;p30"/>
          <p:cNvGrpSpPr/>
          <p:nvPr/>
        </p:nvGrpSpPr>
        <p:grpSpPr>
          <a:xfrm>
            <a:off x="4178706" y="2269865"/>
            <a:ext cx="299296" cy="301894"/>
            <a:chOff x="1171856" y="4093128"/>
            <a:chExt cx="299296" cy="301894"/>
          </a:xfrm>
        </p:grpSpPr>
        <p:grpSp>
          <p:nvGrpSpPr>
            <p:cNvPr id="312" name="Google Shape;312;p30"/>
            <p:cNvGrpSpPr/>
            <p:nvPr/>
          </p:nvGrpSpPr>
          <p:grpSpPr>
            <a:xfrm>
              <a:off x="1171856" y="4093128"/>
              <a:ext cx="146104" cy="123033"/>
              <a:chOff x="1171856" y="4093128"/>
              <a:chExt cx="146104" cy="123033"/>
            </a:xfrm>
          </p:grpSpPr>
          <p:sp>
            <p:nvSpPr>
              <p:cNvPr id="313" name="Google Shape;313;p30"/>
              <p:cNvSpPr/>
              <p:nvPr/>
            </p:nvSpPr>
            <p:spPr>
              <a:xfrm>
                <a:off x="1171856" y="4093128"/>
                <a:ext cx="146104" cy="123033"/>
              </a:xfrm>
              <a:custGeom>
                <a:rect b="b" l="l" r="r" t="t"/>
                <a:pathLst>
                  <a:path extrusionOk="0" h="3365" w="3996">
                    <a:moveTo>
                      <a:pt x="3973" y="2331"/>
                    </a:moveTo>
                    <a:cubicBezTo>
                      <a:pt x="3996" y="2240"/>
                      <a:pt x="3950" y="2136"/>
                      <a:pt x="3869" y="2079"/>
                    </a:cubicBezTo>
                    <a:lnTo>
                      <a:pt x="3077" y="1608"/>
                    </a:lnTo>
                    <a:lnTo>
                      <a:pt x="3559" y="322"/>
                    </a:lnTo>
                    <a:cubicBezTo>
                      <a:pt x="3605" y="230"/>
                      <a:pt x="3570" y="115"/>
                      <a:pt x="3490" y="58"/>
                    </a:cubicBezTo>
                    <a:cubicBezTo>
                      <a:pt x="3410" y="0"/>
                      <a:pt x="3295" y="0"/>
                      <a:pt x="3215" y="58"/>
                    </a:cubicBezTo>
                    <a:cubicBezTo>
                      <a:pt x="2813" y="357"/>
                      <a:pt x="2399" y="666"/>
                      <a:pt x="1986" y="954"/>
                    </a:cubicBezTo>
                    <a:lnTo>
                      <a:pt x="1205" y="494"/>
                    </a:lnTo>
                    <a:cubicBezTo>
                      <a:pt x="1125" y="436"/>
                      <a:pt x="1010" y="448"/>
                      <a:pt x="942" y="517"/>
                    </a:cubicBezTo>
                    <a:cubicBezTo>
                      <a:pt x="861" y="586"/>
                      <a:pt x="850" y="689"/>
                      <a:pt x="884" y="781"/>
                    </a:cubicBezTo>
                    <a:lnTo>
                      <a:pt x="1228" y="1505"/>
                    </a:lnTo>
                    <a:lnTo>
                      <a:pt x="126" y="2263"/>
                    </a:lnTo>
                    <a:cubicBezTo>
                      <a:pt x="34" y="2319"/>
                      <a:pt x="0" y="2434"/>
                      <a:pt x="34" y="2526"/>
                    </a:cubicBezTo>
                    <a:cubicBezTo>
                      <a:pt x="69" y="2630"/>
                      <a:pt x="172" y="2687"/>
                      <a:pt x="276" y="2676"/>
                    </a:cubicBezTo>
                    <a:cubicBezTo>
                      <a:pt x="758" y="2618"/>
                      <a:pt x="1240" y="2584"/>
                      <a:pt x="1733" y="2572"/>
                    </a:cubicBezTo>
                    <a:lnTo>
                      <a:pt x="2044" y="3238"/>
                    </a:lnTo>
                    <a:cubicBezTo>
                      <a:pt x="2090" y="3319"/>
                      <a:pt x="2170" y="3365"/>
                      <a:pt x="2262" y="3365"/>
                    </a:cubicBezTo>
                    <a:cubicBezTo>
                      <a:pt x="2353" y="3365"/>
                      <a:pt x="2434" y="3307"/>
                      <a:pt x="2468" y="3215"/>
                    </a:cubicBezTo>
                    <a:lnTo>
                      <a:pt x="2710" y="2561"/>
                    </a:lnTo>
                    <a:cubicBezTo>
                      <a:pt x="3054" y="2572"/>
                      <a:pt x="3387" y="2595"/>
                      <a:pt x="3731" y="2618"/>
                    </a:cubicBezTo>
                    <a:cubicBezTo>
                      <a:pt x="3858" y="2630"/>
                      <a:pt x="3961" y="2538"/>
                      <a:pt x="3973" y="2411"/>
                    </a:cubicBezTo>
                    <a:lnTo>
                      <a:pt x="3973" y="24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30"/>
              <p:cNvSpPr/>
              <p:nvPr/>
            </p:nvSpPr>
            <p:spPr>
              <a:xfrm>
                <a:off x="1171856" y="4093639"/>
                <a:ext cx="146104" cy="122521"/>
              </a:xfrm>
              <a:custGeom>
                <a:rect b="b" l="l" r="r" t="t"/>
                <a:pathLst>
                  <a:path extrusionOk="0" h="3351" w="3996">
                    <a:moveTo>
                      <a:pt x="2859" y="871"/>
                    </a:moveTo>
                    <a:lnTo>
                      <a:pt x="2675" y="1353"/>
                    </a:lnTo>
                    <a:lnTo>
                      <a:pt x="2411" y="1203"/>
                    </a:lnTo>
                    <a:cubicBezTo>
                      <a:pt x="2560" y="1088"/>
                      <a:pt x="2710" y="986"/>
                      <a:pt x="2859" y="871"/>
                    </a:cubicBezTo>
                    <a:close/>
                    <a:moveTo>
                      <a:pt x="2009" y="1491"/>
                    </a:moveTo>
                    <a:lnTo>
                      <a:pt x="2514" y="1789"/>
                    </a:lnTo>
                    <a:lnTo>
                      <a:pt x="2399" y="2088"/>
                    </a:lnTo>
                    <a:lnTo>
                      <a:pt x="2021" y="2088"/>
                    </a:lnTo>
                    <a:lnTo>
                      <a:pt x="1802" y="1640"/>
                    </a:lnTo>
                    <a:cubicBezTo>
                      <a:pt x="1871" y="1594"/>
                      <a:pt x="1940" y="1537"/>
                      <a:pt x="2009" y="1491"/>
                    </a:cubicBezTo>
                    <a:close/>
                    <a:moveTo>
                      <a:pt x="2904" y="2030"/>
                    </a:moveTo>
                    <a:lnTo>
                      <a:pt x="3042" y="2111"/>
                    </a:lnTo>
                    <a:cubicBezTo>
                      <a:pt x="2985" y="2099"/>
                      <a:pt x="2939" y="2099"/>
                      <a:pt x="2882" y="2099"/>
                    </a:cubicBezTo>
                    <a:lnTo>
                      <a:pt x="2904" y="2030"/>
                    </a:lnTo>
                    <a:close/>
                    <a:moveTo>
                      <a:pt x="1424" y="1904"/>
                    </a:moveTo>
                    <a:lnTo>
                      <a:pt x="1516" y="2111"/>
                    </a:lnTo>
                    <a:cubicBezTo>
                      <a:pt x="1378" y="2111"/>
                      <a:pt x="1240" y="2122"/>
                      <a:pt x="1102" y="2134"/>
                    </a:cubicBezTo>
                    <a:cubicBezTo>
                      <a:pt x="1205" y="2053"/>
                      <a:pt x="1320" y="1984"/>
                      <a:pt x="1424" y="1904"/>
                    </a:cubicBezTo>
                    <a:close/>
                    <a:moveTo>
                      <a:pt x="3352" y="1"/>
                    </a:moveTo>
                    <a:cubicBezTo>
                      <a:pt x="3304" y="1"/>
                      <a:pt x="3255" y="15"/>
                      <a:pt x="3215" y="44"/>
                    </a:cubicBezTo>
                    <a:cubicBezTo>
                      <a:pt x="2813" y="343"/>
                      <a:pt x="2399" y="652"/>
                      <a:pt x="1986" y="940"/>
                    </a:cubicBezTo>
                    <a:lnTo>
                      <a:pt x="1205" y="480"/>
                    </a:lnTo>
                    <a:cubicBezTo>
                      <a:pt x="1171" y="455"/>
                      <a:pt x="1130" y="443"/>
                      <a:pt x="1089" y="443"/>
                    </a:cubicBezTo>
                    <a:cubicBezTo>
                      <a:pt x="1035" y="443"/>
                      <a:pt x="981" y="464"/>
                      <a:pt x="942" y="503"/>
                    </a:cubicBezTo>
                    <a:cubicBezTo>
                      <a:pt x="861" y="572"/>
                      <a:pt x="850" y="675"/>
                      <a:pt x="884" y="767"/>
                    </a:cubicBezTo>
                    <a:lnTo>
                      <a:pt x="1228" y="1491"/>
                    </a:lnTo>
                    <a:lnTo>
                      <a:pt x="126" y="2249"/>
                    </a:lnTo>
                    <a:cubicBezTo>
                      <a:pt x="34" y="2305"/>
                      <a:pt x="0" y="2420"/>
                      <a:pt x="34" y="2512"/>
                    </a:cubicBezTo>
                    <a:cubicBezTo>
                      <a:pt x="66" y="2607"/>
                      <a:pt x="155" y="2663"/>
                      <a:pt x="250" y="2663"/>
                    </a:cubicBezTo>
                    <a:cubicBezTo>
                      <a:pt x="259" y="2663"/>
                      <a:pt x="267" y="2663"/>
                      <a:pt x="276" y="2662"/>
                    </a:cubicBezTo>
                    <a:cubicBezTo>
                      <a:pt x="758" y="2604"/>
                      <a:pt x="1240" y="2570"/>
                      <a:pt x="1733" y="2558"/>
                    </a:cubicBezTo>
                    <a:lnTo>
                      <a:pt x="2044" y="3224"/>
                    </a:lnTo>
                    <a:cubicBezTo>
                      <a:pt x="2090" y="3305"/>
                      <a:pt x="2170" y="3351"/>
                      <a:pt x="2262" y="3351"/>
                    </a:cubicBezTo>
                    <a:cubicBezTo>
                      <a:pt x="2353" y="3351"/>
                      <a:pt x="2434" y="3293"/>
                      <a:pt x="2468" y="3201"/>
                    </a:cubicBezTo>
                    <a:lnTo>
                      <a:pt x="2710" y="2547"/>
                    </a:lnTo>
                    <a:cubicBezTo>
                      <a:pt x="3054" y="2558"/>
                      <a:pt x="3387" y="2581"/>
                      <a:pt x="3731" y="2604"/>
                    </a:cubicBezTo>
                    <a:cubicBezTo>
                      <a:pt x="3739" y="2605"/>
                      <a:pt x="3746" y="2605"/>
                      <a:pt x="3753" y="2605"/>
                    </a:cubicBezTo>
                    <a:cubicBezTo>
                      <a:pt x="3870" y="2605"/>
                      <a:pt x="3961" y="2517"/>
                      <a:pt x="3973" y="2397"/>
                    </a:cubicBezTo>
                    <a:lnTo>
                      <a:pt x="3973" y="2386"/>
                    </a:lnTo>
                    <a:lnTo>
                      <a:pt x="3973" y="2317"/>
                    </a:lnTo>
                    <a:cubicBezTo>
                      <a:pt x="3996" y="2226"/>
                      <a:pt x="3950" y="2122"/>
                      <a:pt x="3869" y="2065"/>
                    </a:cubicBezTo>
                    <a:lnTo>
                      <a:pt x="3077" y="1594"/>
                    </a:lnTo>
                    <a:lnTo>
                      <a:pt x="3559" y="308"/>
                    </a:lnTo>
                    <a:cubicBezTo>
                      <a:pt x="3605" y="216"/>
                      <a:pt x="3570" y="101"/>
                      <a:pt x="3490" y="44"/>
                    </a:cubicBezTo>
                    <a:cubicBezTo>
                      <a:pt x="3450" y="15"/>
                      <a:pt x="3401" y="1"/>
                      <a:pt x="3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5" name="Google Shape;315;p30"/>
            <p:cNvSpPr/>
            <p:nvPr/>
          </p:nvSpPr>
          <p:spPr>
            <a:xfrm>
              <a:off x="1392213" y="4320617"/>
              <a:ext cx="78938" cy="74405"/>
            </a:xfrm>
            <a:custGeom>
              <a:rect b="b" l="l" r="r" t="t"/>
              <a:pathLst>
                <a:path extrusionOk="0" h="2035" w="2159">
                  <a:moveTo>
                    <a:pt x="878" y="1"/>
                  </a:moveTo>
                  <a:cubicBezTo>
                    <a:pt x="846" y="1"/>
                    <a:pt x="813" y="8"/>
                    <a:pt x="781" y="24"/>
                  </a:cubicBezTo>
                  <a:cubicBezTo>
                    <a:pt x="689" y="59"/>
                    <a:pt x="643" y="162"/>
                    <a:pt x="655" y="254"/>
                  </a:cubicBezTo>
                  <a:lnTo>
                    <a:pt x="689" y="598"/>
                  </a:lnTo>
                  <a:cubicBezTo>
                    <a:pt x="518" y="656"/>
                    <a:pt x="345" y="702"/>
                    <a:pt x="173" y="748"/>
                  </a:cubicBezTo>
                  <a:cubicBezTo>
                    <a:pt x="69" y="782"/>
                    <a:pt x="0" y="874"/>
                    <a:pt x="12" y="989"/>
                  </a:cubicBezTo>
                  <a:cubicBezTo>
                    <a:pt x="12" y="1103"/>
                    <a:pt x="104" y="1184"/>
                    <a:pt x="219" y="1195"/>
                  </a:cubicBezTo>
                  <a:cubicBezTo>
                    <a:pt x="391" y="1218"/>
                    <a:pt x="575" y="1241"/>
                    <a:pt x="758" y="1276"/>
                  </a:cubicBezTo>
                  <a:lnTo>
                    <a:pt x="816" y="1838"/>
                  </a:lnTo>
                  <a:cubicBezTo>
                    <a:pt x="826" y="1947"/>
                    <a:pt x="930" y="2035"/>
                    <a:pt x="1048" y="2035"/>
                  </a:cubicBezTo>
                  <a:cubicBezTo>
                    <a:pt x="1055" y="2035"/>
                    <a:pt x="1062" y="2034"/>
                    <a:pt x="1069" y="2034"/>
                  </a:cubicBezTo>
                  <a:cubicBezTo>
                    <a:pt x="1195" y="2022"/>
                    <a:pt x="1275" y="1919"/>
                    <a:pt x="1275" y="1792"/>
                  </a:cubicBezTo>
                  <a:cubicBezTo>
                    <a:pt x="1263" y="1666"/>
                    <a:pt x="1275" y="1540"/>
                    <a:pt x="1321" y="1402"/>
                  </a:cubicBezTo>
                  <a:cubicBezTo>
                    <a:pt x="1505" y="1448"/>
                    <a:pt x="1677" y="1506"/>
                    <a:pt x="1849" y="1575"/>
                  </a:cubicBezTo>
                  <a:cubicBezTo>
                    <a:pt x="1878" y="1585"/>
                    <a:pt x="1907" y="1590"/>
                    <a:pt x="1936" y="1590"/>
                  </a:cubicBezTo>
                  <a:cubicBezTo>
                    <a:pt x="2029" y="1590"/>
                    <a:pt x="2113" y="1534"/>
                    <a:pt x="2148" y="1437"/>
                  </a:cubicBezTo>
                  <a:cubicBezTo>
                    <a:pt x="2159" y="1414"/>
                    <a:pt x="2159" y="1391"/>
                    <a:pt x="2159" y="1368"/>
                  </a:cubicBezTo>
                  <a:cubicBezTo>
                    <a:pt x="2159" y="1276"/>
                    <a:pt x="2102" y="1184"/>
                    <a:pt x="2010" y="1149"/>
                  </a:cubicBezTo>
                  <a:cubicBezTo>
                    <a:pt x="2010" y="1149"/>
                    <a:pt x="1998" y="1149"/>
                    <a:pt x="1998" y="1138"/>
                  </a:cubicBezTo>
                  <a:lnTo>
                    <a:pt x="1987" y="1138"/>
                  </a:lnTo>
                  <a:cubicBezTo>
                    <a:pt x="1883" y="1023"/>
                    <a:pt x="1792" y="909"/>
                    <a:pt x="1689" y="794"/>
                  </a:cubicBezTo>
                  <a:cubicBezTo>
                    <a:pt x="1781" y="690"/>
                    <a:pt x="1872" y="587"/>
                    <a:pt x="1987" y="483"/>
                  </a:cubicBezTo>
                  <a:cubicBezTo>
                    <a:pt x="2067" y="403"/>
                    <a:pt x="2079" y="277"/>
                    <a:pt x="2010" y="174"/>
                  </a:cubicBezTo>
                  <a:cubicBezTo>
                    <a:pt x="1966" y="116"/>
                    <a:pt x="1899" y="85"/>
                    <a:pt x="1833" y="85"/>
                  </a:cubicBezTo>
                  <a:cubicBezTo>
                    <a:pt x="1794" y="85"/>
                    <a:pt x="1756" y="95"/>
                    <a:pt x="1723" y="116"/>
                  </a:cubicBezTo>
                  <a:cubicBezTo>
                    <a:pt x="1574" y="197"/>
                    <a:pt x="1436" y="277"/>
                    <a:pt x="1286" y="346"/>
                  </a:cubicBezTo>
                  <a:cubicBezTo>
                    <a:pt x="1206" y="254"/>
                    <a:pt x="1126" y="162"/>
                    <a:pt x="1046" y="82"/>
                  </a:cubicBezTo>
                  <a:cubicBezTo>
                    <a:pt x="1000" y="29"/>
                    <a:pt x="940" y="1"/>
                    <a:pt x="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30"/>
          <p:cNvGrpSpPr/>
          <p:nvPr/>
        </p:nvGrpSpPr>
        <p:grpSpPr>
          <a:xfrm>
            <a:off x="1154112" y="4314188"/>
            <a:ext cx="392968" cy="290451"/>
            <a:chOff x="-1078188" y="2374200"/>
            <a:chExt cx="392968" cy="290451"/>
          </a:xfrm>
        </p:grpSpPr>
        <p:grpSp>
          <p:nvGrpSpPr>
            <p:cNvPr id="317" name="Google Shape;317;p30"/>
            <p:cNvGrpSpPr/>
            <p:nvPr/>
          </p:nvGrpSpPr>
          <p:grpSpPr>
            <a:xfrm>
              <a:off x="-809971" y="2374200"/>
              <a:ext cx="124751" cy="144349"/>
              <a:chOff x="-809971" y="2374200"/>
              <a:chExt cx="124751" cy="144349"/>
            </a:xfrm>
          </p:grpSpPr>
          <p:sp>
            <p:nvSpPr>
              <p:cNvPr id="318" name="Google Shape;318;p30"/>
              <p:cNvSpPr/>
              <p:nvPr/>
            </p:nvSpPr>
            <p:spPr>
              <a:xfrm>
                <a:off x="-809971" y="2374310"/>
                <a:ext cx="124313" cy="144239"/>
              </a:xfrm>
              <a:custGeom>
                <a:rect b="b" l="l" r="r" t="t"/>
                <a:pathLst>
                  <a:path extrusionOk="0" h="3945" w="3400">
                    <a:moveTo>
                      <a:pt x="860" y="1"/>
                    </a:moveTo>
                    <a:cubicBezTo>
                      <a:pt x="830" y="1"/>
                      <a:pt x="799" y="6"/>
                      <a:pt x="770" y="18"/>
                    </a:cubicBezTo>
                    <a:cubicBezTo>
                      <a:pt x="712" y="41"/>
                      <a:pt x="678" y="75"/>
                      <a:pt x="656" y="133"/>
                    </a:cubicBezTo>
                    <a:cubicBezTo>
                      <a:pt x="644" y="144"/>
                      <a:pt x="633" y="167"/>
                      <a:pt x="633" y="179"/>
                    </a:cubicBezTo>
                    <a:lnTo>
                      <a:pt x="633" y="225"/>
                    </a:lnTo>
                    <a:lnTo>
                      <a:pt x="633" y="259"/>
                    </a:lnTo>
                    <a:cubicBezTo>
                      <a:pt x="633" y="282"/>
                      <a:pt x="633" y="293"/>
                      <a:pt x="644" y="316"/>
                    </a:cubicBezTo>
                    <a:cubicBezTo>
                      <a:pt x="690" y="649"/>
                      <a:pt x="724" y="982"/>
                      <a:pt x="758" y="1327"/>
                    </a:cubicBezTo>
                    <a:cubicBezTo>
                      <a:pt x="770" y="1453"/>
                      <a:pt x="781" y="1579"/>
                      <a:pt x="781" y="1705"/>
                    </a:cubicBezTo>
                    <a:lnTo>
                      <a:pt x="196" y="2016"/>
                    </a:lnTo>
                    <a:lnTo>
                      <a:pt x="127" y="2050"/>
                    </a:lnTo>
                    <a:cubicBezTo>
                      <a:pt x="47" y="2085"/>
                      <a:pt x="1" y="2176"/>
                      <a:pt x="1" y="2268"/>
                    </a:cubicBezTo>
                    <a:cubicBezTo>
                      <a:pt x="13" y="2325"/>
                      <a:pt x="47" y="2394"/>
                      <a:pt x="92" y="2429"/>
                    </a:cubicBezTo>
                    <a:lnTo>
                      <a:pt x="161" y="2463"/>
                    </a:lnTo>
                    <a:lnTo>
                      <a:pt x="816" y="2693"/>
                    </a:lnTo>
                    <a:lnTo>
                      <a:pt x="816" y="2819"/>
                    </a:lnTo>
                    <a:cubicBezTo>
                      <a:pt x="827" y="2991"/>
                      <a:pt x="816" y="3164"/>
                      <a:pt x="816" y="3336"/>
                    </a:cubicBezTo>
                    <a:cubicBezTo>
                      <a:pt x="816" y="3462"/>
                      <a:pt x="804" y="3588"/>
                      <a:pt x="804" y="3703"/>
                    </a:cubicBezTo>
                    <a:cubicBezTo>
                      <a:pt x="793" y="3761"/>
                      <a:pt x="816" y="3807"/>
                      <a:pt x="839" y="3841"/>
                    </a:cubicBezTo>
                    <a:cubicBezTo>
                      <a:pt x="850" y="3864"/>
                      <a:pt x="862" y="3876"/>
                      <a:pt x="873" y="3887"/>
                    </a:cubicBezTo>
                    <a:cubicBezTo>
                      <a:pt x="885" y="3899"/>
                      <a:pt x="896" y="3910"/>
                      <a:pt x="908" y="3910"/>
                    </a:cubicBezTo>
                    <a:cubicBezTo>
                      <a:pt x="942" y="3933"/>
                      <a:pt x="977" y="3945"/>
                      <a:pt x="1011" y="3945"/>
                    </a:cubicBezTo>
                    <a:lnTo>
                      <a:pt x="1023" y="3945"/>
                    </a:lnTo>
                    <a:cubicBezTo>
                      <a:pt x="1046" y="3945"/>
                      <a:pt x="1069" y="3945"/>
                      <a:pt x="1092" y="3933"/>
                    </a:cubicBezTo>
                    <a:cubicBezTo>
                      <a:pt x="1116" y="3938"/>
                      <a:pt x="1138" y="3941"/>
                      <a:pt x="1158" y="3941"/>
                    </a:cubicBezTo>
                    <a:cubicBezTo>
                      <a:pt x="1187" y="3941"/>
                      <a:pt x="1214" y="3935"/>
                      <a:pt x="1241" y="3922"/>
                    </a:cubicBezTo>
                    <a:lnTo>
                      <a:pt x="1253" y="3910"/>
                    </a:lnTo>
                    <a:cubicBezTo>
                      <a:pt x="1264" y="3910"/>
                      <a:pt x="1276" y="3899"/>
                      <a:pt x="1276" y="3899"/>
                    </a:cubicBezTo>
                    <a:lnTo>
                      <a:pt x="1344" y="3830"/>
                    </a:lnTo>
                    <a:lnTo>
                      <a:pt x="1585" y="3371"/>
                    </a:lnTo>
                    <a:lnTo>
                      <a:pt x="1792" y="3026"/>
                    </a:lnTo>
                    <a:lnTo>
                      <a:pt x="3078" y="3462"/>
                    </a:lnTo>
                    <a:lnTo>
                      <a:pt x="3090" y="3473"/>
                    </a:lnTo>
                    <a:cubicBezTo>
                      <a:pt x="3108" y="3478"/>
                      <a:pt x="3128" y="3480"/>
                      <a:pt x="3148" y="3480"/>
                    </a:cubicBezTo>
                    <a:cubicBezTo>
                      <a:pt x="3226" y="3480"/>
                      <a:pt x="3308" y="3446"/>
                      <a:pt x="3353" y="3382"/>
                    </a:cubicBezTo>
                    <a:cubicBezTo>
                      <a:pt x="3365" y="3359"/>
                      <a:pt x="3376" y="3336"/>
                      <a:pt x="3376" y="3313"/>
                    </a:cubicBezTo>
                    <a:cubicBezTo>
                      <a:pt x="3399" y="3256"/>
                      <a:pt x="3388" y="3175"/>
                      <a:pt x="3342" y="3118"/>
                    </a:cubicBezTo>
                    <a:lnTo>
                      <a:pt x="3342" y="3106"/>
                    </a:lnTo>
                    <a:cubicBezTo>
                      <a:pt x="3284" y="3049"/>
                      <a:pt x="3238" y="2980"/>
                      <a:pt x="3181" y="2911"/>
                    </a:cubicBezTo>
                    <a:cubicBezTo>
                      <a:pt x="3147" y="2865"/>
                      <a:pt x="3101" y="2819"/>
                      <a:pt x="3067" y="2762"/>
                    </a:cubicBezTo>
                    <a:cubicBezTo>
                      <a:pt x="2837" y="2486"/>
                      <a:pt x="2618" y="2199"/>
                      <a:pt x="2401" y="1912"/>
                    </a:cubicBezTo>
                    <a:lnTo>
                      <a:pt x="2435" y="1855"/>
                    </a:lnTo>
                    <a:lnTo>
                      <a:pt x="2848" y="1120"/>
                    </a:lnTo>
                    <a:cubicBezTo>
                      <a:pt x="2860" y="1085"/>
                      <a:pt x="2871" y="1051"/>
                      <a:pt x="2871" y="1016"/>
                    </a:cubicBezTo>
                    <a:lnTo>
                      <a:pt x="2871" y="959"/>
                    </a:lnTo>
                    <a:cubicBezTo>
                      <a:pt x="2860" y="925"/>
                      <a:pt x="2837" y="891"/>
                      <a:pt x="2814" y="856"/>
                    </a:cubicBezTo>
                    <a:cubicBezTo>
                      <a:pt x="2802" y="845"/>
                      <a:pt x="2779" y="833"/>
                      <a:pt x="2768" y="822"/>
                    </a:cubicBezTo>
                    <a:cubicBezTo>
                      <a:pt x="2733" y="799"/>
                      <a:pt x="2676" y="787"/>
                      <a:pt x="2630" y="787"/>
                    </a:cubicBezTo>
                    <a:lnTo>
                      <a:pt x="2584" y="787"/>
                    </a:lnTo>
                    <a:cubicBezTo>
                      <a:pt x="2572" y="799"/>
                      <a:pt x="2561" y="799"/>
                      <a:pt x="2538" y="810"/>
                    </a:cubicBezTo>
                    <a:lnTo>
                      <a:pt x="1838" y="1177"/>
                    </a:lnTo>
                    <a:cubicBezTo>
                      <a:pt x="1792" y="1120"/>
                      <a:pt x="1758" y="1062"/>
                      <a:pt x="1712" y="1005"/>
                    </a:cubicBezTo>
                    <a:cubicBezTo>
                      <a:pt x="1585" y="833"/>
                      <a:pt x="1447" y="649"/>
                      <a:pt x="1321" y="477"/>
                    </a:cubicBezTo>
                    <a:lnTo>
                      <a:pt x="1046" y="98"/>
                    </a:lnTo>
                    <a:cubicBezTo>
                      <a:pt x="1011" y="64"/>
                      <a:pt x="988" y="29"/>
                      <a:pt x="942" y="18"/>
                    </a:cubicBezTo>
                    <a:cubicBezTo>
                      <a:pt x="919" y="6"/>
                      <a:pt x="890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30"/>
              <p:cNvSpPr/>
              <p:nvPr/>
            </p:nvSpPr>
            <p:spPr>
              <a:xfrm>
                <a:off x="-809971" y="2374200"/>
                <a:ext cx="124751" cy="144349"/>
              </a:xfrm>
              <a:custGeom>
                <a:rect b="b" l="l" r="r" t="t"/>
                <a:pathLst>
                  <a:path extrusionOk="0" h="3948" w="3412">
                    <a:moveTo>
                      <a:pt x="1184" y="1065"/>
                    </a:moveTo>
                    <a:lnTo>
                      <a:pt x="1184" y="1065"/>
                    </a:lnTo>
                    <a:cubicBezTo>
                      <a:pt x="1264" y="1169"/>
                      <a:pt x="1344" y="1284"/>
                      <a:pt x="1424" y="1387"/>
                    </a:cubicBezTo>
                    <a:lnTo>
                      <a:pt x="1230" y="1491"/>
                    </a:lnTo>
                    <a:cubicBezTo>
                      <a:pt x="1218" y="1353"/>
                      <a:pt x="1207" y="1203"/>
                      <a:pt x="1184" y="1065"/>
                    </a:cubicBezTo>
                    <a:close/>
                    <a:moveTo>
                      <a:pt x="1700" y="1754"/>
                    </a:moveTo>
                    <a:cubicBezTo>
                      <a:pt x="1758" y="1823"/>
                      <a:pt x="1804" y="1892"/>
                      <a:pt x="1861" y="1961"/>
                    </a:cubicBezTo>
                    <a:lnTo>
                      <a:pt x="1574" y="2466"/>
                    </a:lnTo>
                    <a:lnTo>
                      <a:pt x="1276" y="2363"/>
                    </a:lnTo>
                    <a:cubicBezTo>
                      <a:pt x="1264" y="2236"/>
                      <a:pt x="1264" y="2111"/>
                      <a:pt x="1253" y="1984"/>
                    </a:cubicBezTo>
                    <a:lnTo>
                      <a:pt x="1700" y="1754"/>
                    </a:lnTo>
                    <a:close/>
                    <a:moveTo>
                      <a:pt x="2159" y="2351"/>
                    </a:moveTo>
                    <a:cubicBezTo>
                      <a:pt x="2274" y="2501"/>
                      <a:pt x="2389" y="2650"/>
                      <a:pt x="2504" y="2788"/>
                    </a:cubicBezTo>
                    <a:lnTo>
                      <a:pt x="2010" y="2627"/>
                    </a:lnTo>
                    <a:lnTo>
                      <a:pt x="2159" y="2351"/>
                    </a:lnTo>
                    <a:close/>
                    <a:moveTo>
                      <a:pt x="1276" y="2845"/>
                    </a:moveTo>
                    <a:lnTo>
                      <a:pt x="1355" y="2879"/>
                    </a:lnTo>
                    <a:lnTo>
                      <a:pt x="1276" y="3006"/>
                    </a:lnTo>
                    <a:lnTo>
                      <a:pt x="1276" y="2845"/>
                    </a:lnTo>
                    <a:close/>
                    <a:moveTo>
                      <a:pt x="857" y="1"/>
                    </a:moveTo>
                    <a:cubicBezTo>
                      <a:pt x="827" y="1"/>
                      <a:pt x="798" y="7"/>
                      <a:pt x="770" y="21"/>
                    </a:cubicBezTo>
                    <a:cubicBezTo>
                      <a:pt x="678" y="55"/>
                      <a:pt x="621" y="159"/>
                      <a:pt x="633" y="262"/>
                    </a:cubicBezTo>
                    <a:cubicBezTo>
                      <a:pt x="701" y="744"/>
                      <a:pt x="758" y="1226"/>
                      <a:pt x="781" y="1708"/>
                    </a:cubicBezTo>
                    <a:lnTo>
                      <a:pt x="127" y="2053"/>
                    </a:lnTo>
                    <a:cubicBezTo>
                      <a:pt x="47" y="2088"/>
                      <a:pt x="1" y="2179"/>
                      <a:pt x="1" y="2271"/>
                    </a:cubicBezTo>
                    <a:cubicBezTo>
                      <a:pt x="13" y="2363"/>
                      <a:pt x="70" y="2432"/>
                      <a:pt x="161" y="2466"/>
                    </a:cubicBezTo>
                    <a:lnTo>
                      <a:pt x="816" y="2696"/>
                    </a:lnTo>
                    <a:cubicBezTo>
                      <a:pt x="827" y="3029"/>
                      <a:pt x="816" y="3374"/>
                      <a:pt x="804" y="3706"/>
                    </a:cubicBezTo>
                    <a:cubicBezTo>
                      <a:pt x="793" y="3833"/>
                      <a:pt x="885" y="3948"/>
                      <a:pt x="1011" y="3948"/>
                    </a:cubicBezTo>
                    <a:lnTo>
                      <a:pt x="1023" y="3948"/>
                    </a:lnTo>
                    <a:cubicBezTo>
                      <a:pt x="1046" y="3948"/>
                      <a:pt x="1069" y="3948"/>
                      <a:pt x="1092" y="3936"/>
                    </a:cubicBezTo>
                    <a:cubicBezTo>
                      <a:pt x="1108" y="3940"/>
                      <a:pt x="1124" y="3942"/>
                      <a:pt x="1141" y="3942"/>
                    </a:cubicBezTo>
                    <a:cubicBezTo>
                      <a:pt x="1218" y="3942"/>
                      <a:pt x="1297" y="3899"/>
                      <a:pt x="1344" y="3833"/>
                    </a:cubicBezTo>
                    <a:lnTo>
                      <a:pt x="1792" y="3029"/>
                    </a:lnTo>
                    <a:lnTo>
                      <a:pt x="3090" y="3476"/>
                    </a:lnTo>
                    <a:cubicBezTo>
                      <a:pt x="3108" y="3481"/>
                      <a:pt x="3128" y="3483"/>
                      <a:pt x="3148" y="3483"/>
                    </a:cubicBezTo>
                    <a:cubicBezTo>
                      <a:pt x="3226" y="3483"/>
                      <a:pt x="3308" y="3449"/>
                      <a:pt x="3353" y="3385"/>
                    </a:cubicBezTo>
                    <a:cubicBezTo>
                      <a:pt x="3411" y="3305"/>
                      <a:pt x="3399" y="3190"/>
                      <a:pt x="3342" y="3109"/>
                    </a:cubicBezTo>
                    <a:cubicBezTo>
                      <a:pt x="3021" y="2719"/>
                      <a:pt x="2710" y="2317"/>
                      <a:pt x="2401" y="1915"/>
                    </a:cubicBezTo>
                    <a:lnTo>
                      <a:pt x="2848" y="1123"/>
                    </a:lnTo>
                    <a:cubicBezTo>
                      <a:pt x="2894" y="1042"/>
                      <a:pt x="2883" y="928"/>
                      <a:pt x="2814" y="859"/>
                    </a:cubicBezTo>
                    <a:cubicBezTo>
                      <a:pt x="2770" y="814"/>
                      <a:pt x="2706" y="789"/>
                      <a:pt x="2642" y="789"/>
                    </a:cubicBezTo>
                    <a:cubicBezTo>
                      <a:pt x="2606" y="789"/>
                      <a:pt x="2571" y="796"/>
                      <a:pt x="2538" y="813"/>
                    </a:cubicBezTo>
                    <a:lnTo>
                      <a:pt x="1838" y="1180"/>
                    </a:lnTo>
                    <a:cubicBezTo>
                      <a:pt x="1562" y="813"/>
                      <a:pt x="1298" y="457"/>
                      <a:pt x="1046" y="101"/>
                    </a:cubicBezTo>
                    <a:cubicBezTo>
                      <a:pt x="998" y="37"/>
                      <a:pt x="927" y="1"/>
                      <a:pt x="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0" name="Google Shape;320;p30"/>
            <p:cNvGrpSpPr/>
            <p:nvPr/>
          </p:nvGrpSpPr>
          <p:grpSpPr>
            <a:xfrm>
              <a:off x="-1078188" y="2511746"/>
              <a:ext cx="104532" cy="152904"/>
              <a:chOff x="-1078188" y="2511746"/>
              <a:chExt cx="104532" cy="152904"/>
            </a:xfrm>
          </p:grpSpPr>
          <p:sp>
            <p:nvSpPr>
              <p:cNvPr id="321" name="Google Shape;321;p30"/>
              <p:cNvSpPr/>
              <p:nvPr/>
            </p:nvSpPr>
            <p:spPr>
              <a:xfrm>
                <a:off x="-1078188" y="2511783"/>
                <a:ext cx="103691" cy="152868"/>
              </a:xfrm>
              <a:custGeom>
                <a:rect b="b" l="l" r="r" t="t"/>
                <a:pathLst>
                  <a:path extrusionOk="0" h="4181" w="2836">
                    <a:moveTo>
                      <a:pt x="1263" y="1"/>
                    </a:moveTo>
                    <a:cubicBezTo>
                      <a:pt x="1149" y="12"/>
                      <a:pt x="1057" y="104"/>
                      <a:pt x="1057" y="219"/>
                    </a:cubicBezTo>
                    <a:cubicBezTo>
                      <a:pt x="1045" y="655"/>
                      <a:pt x="1022" y="1103"/>
                      <a:pt x="976" y="1539"/>
                    </a:cubicBezTo>
                    <a:cubicBezTo>
                      <a:pt x="976" y="1596"/>
                      <a:pt x="965" y="1654"/>
                      <a:pt x="953" y="1711"/>
                    </a:cubicBezTo>
                    <a:cubicBezTo>
                      <a:pt x="746" y="1769"/>
                      <a:pt x="529" y="1803"/>
                      <a:pt x="310" y="1826"/>
                    </a:cubicBezTo>
                    <a:lnTo>
                      <a:pt x="230" y="1826"/>
                    </a:lnTo>
                    <a:cubicBezTo>
                      <a:pt x="149" y="1838"/>
                      <a:pt x="69" y="1884"/>
                      <a:pt x="34" y="1964"/>
                    </a:cubicBezTo>
                    <a:cubicBezTo>
                      <a:pt x="34" y="1976"/>
                      <a:pt x="23" y="1999"/>
                      <a:pt x="23" y="2033"/>
                    </a:cubicBezTo>
                    <a:cubicBezTo>
                      <a:pt x="0" y="2136"/>
                      <a:pt x="69" y="2239"/>
                      <a:pt x="172" y="2274"/>
                    </a:cubicBezTo>
                    <a:cubicBezTo>
                      <a:pt x="345" y="2331"/>
                      <a:pt x="529" y="2400"/>
                      <a:pt x="700" y="2481"/>
                    </a:cubicBezTo>
                    <a:cubicBezTo>
                      <a:pt x="746" y="2492"/>
                      <a:pt x="792" y="2515"/>
                      <a:pt x="838" y="2538"/>
                    </a:cubicBezTo>
                    <a:cubicBezTo>
                      <a:pt x="804" y="2767"/>
                      <a:pt x="758" y="2986"/>
                      <a:pt x="712" y="3216"/>
                    </a:cubicBezTo>
                    <a:cubicBezTo>
                      <a:pt x="666" y="3433"/>
                      <a:pt x="620" y="3663"/>
                      <a:pt x="563" y="3882"/>
                    </a:cubicBezTo>
                    <a:cubicBezTo>
                      <a:pt x="552" y="3916"/>
                      <a:pt x="552" y="3951"/>
                      <a:pt x="552" y="3985"/>
                    </a:cubicBezTo>
                    <a:cubicBezTo>
                      <a:pt x="563" y="4042"/>
                      <a:pt x="608" y="4099"/>
                      <a:pt x="666" y="4134"/>
                    </a:cubicBezTo>
                    <a:cubicBezTo>
                      <a:pt x="677" y="4145"/>
                      <a:pt x="700" y="4157"/>
                      <a:pt x="723" y="4157"/>
                    </a:cubicBezTo>
                    <a:cubicBezTo>
                      <a:pt x="723" y="4168"/>
                      <a:pt x="735" y="4168"/>
                      <a:pt x="746" y="4168"/>
                    </a:cubicBezTo>
                    <a:lnTo>
                      <a:pt x="827" y="4168"/>
                    </a:lnTo>
                    <a:cubicBezTo>
                      <a:pt x="861" y="4180"/>
                      <a:pt x="884" y="4180"/>
                      <a:pt x="919" y="4180"/>
                    </a:cubicBezTo>
                    <a:lnTo>
                      <a:pt x="976" y="4180"/>
                    </a:lnTo>
                    <a:cubicBezTo>
                      <a:pt x="988" y="4168"/>
                      <a:pt x="988" y="4168"/>
                      <a:pt x="999" y="4168"/>
                    </a:cubicBezTo>
                    <a:cubicBezTo>
                      <a:pt x="1045" y="4157"/>
                      <a:pt x="1091" y="4111"/>
                      <a:pt x="1126" y="4065"/>
                    </a:cubicBezTo>
                    <a:cubicBezTo>
                      <a:pt x="1194" y="3928"/>
                      <a:pt x="1263" y="3790"/>
                      <a:pt x="1343" y="3652"/>
                    </a:cubicBezTo>
                    <a:cubicBezTo>
                      <a:pt x="1458" y="3456"/>
                      <a:pt x="1573" y="3262"/>
                      <a:pt x="1700" y="3066"/>
                    </a:cubicBezTo>
                    <a:cubicBezTo>
                      <a:pt x="1723" y="3043"/>
                      <a:pt x="1734" y="3020"/>
                      <a:pt x="1757" y="2986"/>
                    </a:cubicBezTo>
                    <a:cubicBezTo>
                      <a:pt x="1803" y="3020"/>
                      <a:pt x="1860" y="3043"/>
                      <a:pt x="1906" y="3078"/>
                    </a:cubicBezTo>
                    <a:cubicBezTo>
                      <a:pt x="1940" y="3101"/>
                      <a:pt x="1963" y="3112"/>
                      <a:pt x="1998" y="3135"/>
                    </a:cubicBezTo>
                    <a:cubicBezTo>
                      <a:pt x="2044" y="3170"/>
                      <a:pt x="2101" y="3193"/>
                      <a:pt x="2159" y="3227"/>
                    </a:cubicBezTo>
                    <a:cubicBezTo>
                      <a:pt x="2262" y="3296"/>
                      <a:pt x="2377" y="3376"/>
                      <a:pt x="2480" y="3445"/>
                    </a:cubicBezTo>
                    <a:cubicBezTo>
                      <a:pt x="2491" y="3445"/>
                      <a:pt x="2491" y="3456"/>
                      <a:pt x="2503" y="3456"/>
                    </a:cubicBezTo>
                    <a:cubicBezTo>
                      <a:pt x="2503" y="3456"/>
                      <a:pt x="2514" y="3468"/>
                      <a:pt x="2526" y="3468"/>
                    </a:cubicBezTo>
                    <a:lnTo>
                      <a:pt x="2537" y="3468"/>
                    </a:lnTo>
                    <a:cubicBezTo>
                      <a:pt x="2563" y="3479"/>
                      <a:pt x="2590" y="3484"/>
                      <a:pt x="2617" y="3484"/>
                    </a:cubicBezTo>
                    <a:cubicBezTo>
                      <a:pt x="2673" y="3484"/>
                      <a:pt x="2728" y="3461"/>
                      <a:pt x="2767" y="3422"/>
                    </a:cubicBezTo>
                    <a:cubicBezTo>
                      <a:pt x="2790" y="3399"/>
                      <a:pt x="2813" y="3365"/>
                      <a:pt x="2825" y="3331"/>
                    </a:cubicBezTo>
                    <a:cubicBezTo>
                      <a:pt x="2825" y="3319"/>
                      <a:pt x="2836" y="3296"/>
                      <a:pt x="2836" y="3285"/>
                    </a:cubicBezTo>
                    <a:cubicBezTo>
                      <a:pt x="2836" y="3227"/>
                      <a:pt x="2825" y="3170"/>
                      <a:pt x="2802" y="3135"/>
                    </a:cubicBezTo>
                    <a:cubicBezTo>
                      <a:pt x="2606" y="2848"/>
                      <a:pt x="2434" y="2561"/>
                      <a:pt x="2285" y="2274"/>
                    </a:cubicBezTo>
                    <a:cubicBezTo>
                      <a:pt x="2446" y="2079"/>
                      <a:pt x="2606" y="1884"/>
                      <a:pt x="2779" y="1711"/>
                    </a:cubicBezTo>
                    <a:cubicBezTo>
                      <a:pt x="2802" y="1677"/>
                      <a:pt x="2813" y="1654"/>
                      <a:pt x="2825" y="1619"/>
                    </a:cubicBezTo>
                    <a:cubicBezTo>
                      <a:pt x="2836" y="1585"/>
                      <a:pt x="2836" y="1539"/>
                      <a:pt x="2825" y="1505"/>
                    </a:cubicBezTo>
                    <a:cubicBezTo>
                      <a:pt x="2825" y="1471"/>
                      <a:pt x="2802" y="1436"/>
                      <a:pt x="2779" y="1402"/>
                    </a:cubicBezTo>
                    <a:cubicBezTo>
                      <a:pt x="2756" y="1379"/>
                      <a:pt x="2733" y="1356"/>
                      <a:pt x="2698" y="1344"/>
                    </a:cubicBezTo>
                    <a:cubicBezTo>
                      <a:pt x="2675" y="1333"/>
                      <a:pt x="2652" y="1321"/>
                      <a:pt x="2629" y="1321"/>
                    </a:cubicBezTo>
                    <a:cubicBezTo>
                      <a:pt x="2548" y="1294"/>
                      <a:pt x="2466" y="1282"/>
                      <a:pt x="2385" y="1282"/>
                    </a:cubicBezTo>
                    <a:cubicBezTo>
                      <a:pt x="2227" y="1282"/>
                      <a:pt x="2073" y="1325"/>
                      <a:pt x="1929" y="1379"/>
                    </a:cubicBezTo>
                    <a:cubicBezTo>
                      <a:pt x="1929" y="1390"/>
                      <a:pt x="1917" y="1390"/>
                      <a:pt x="1906" y="1390"/>
                    </a:cubicBezTo>
                    <a:cubicBezTo>
                      <a:pt x="1906" y="1390"/>
                      <a:pt x="1894" y="1402"/>
                      <a:pt x="1883" y="1402"/>
                    </a:cubicBezTo>
                    <a:cubicBezTo>
                      <a:pt x="1746" y="1057"/>
                      <a:pt x="1631" y="690"/>
                      <a:pt x="1539" y="333"/>
                    </a:cubicBezTo>
                    <a:cubicBezTo>
                      <a:pt x="1527" y="276"/>
                      <a:pt x="1516" y="219"/>
                      <a:pt x="1504" y="173"/>
                    </a:cubicBezTo>
                    <a:cubicBezTo>
                      <a:pt x="1504" y="162"/>
                      <a:pt x="1493" y="150"/>
                      <a:pt x="1493" y="127"/>
                    </a:cubicBezTo>
                    <a:lnTo>
                      <a:pt x="1481" y="116"/>
                    </a:lnTo>
                    <a:cubicBezTo>
                      <a:pt x="1447" y="47"/>
                      <a:pt x="1378" y="1"/>
                      <a:pt x="13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30"/>
              <p:cNvSpPr/>
              <p:nvPr/>
            </p:nvSpPr>
            <p:spPr>
              <a:xfrm>
                <a:off x="-1078188" y="2511746"/>
                <a:ext cx="104532" cy="152904"/>
              </a:xfrm>
              <a:custGeom>
                <a:rect b="b" l="l" r="r" t="t"/>
                <a:pathLst>
                  <a:path extrusionOk="0" h="4182" w="2859">
                    <a:moveTo>
                      <a:pt x="1435" y="1506"/>
                    </a:moveTo>
                    <a:cubicBezTo>
                      <a:pt x="1447" y="1528"/>
                      <a:pt x="1458" y="1551"/>
                      <a:pt x="1458" y="1563"/>
                    </a:cubicBezTo>
                    <a:cubicBezTo>
                      <a:pt x="1447" y="1574"/>
                      <a:pt x="1435" y="1574"/>
                      <a:pt x="1435" y="1574"/>
                    </a:cubicBezTo>
                    <a:lnTo>
                      <a:pt x="1435" y="1506"/>
                    </a:lnTo>
                    <a:close/>
                    <a:moveTo>
                      <a:pt x="1642" y="1988"/>
                    </a:moveTo>
                    <a:cubicBezTo>
                      <a:pt x="1677" y="2069"/>
                      <a:pt x="1711" y="2148"/>
                      <a:pt x="1746" y="2217"/>
                    </a:cubicBezTo>
                    <a:cubicBezTo>
                      <a:pt x="1700" y="2275"/>
                      <a:pt x="1654" y="2344"/>
                      <a:pt x="1619" y="2401"/>
                    </a:cubicBezTo>
                    <a:lnTo>
                      <a:pt x="1343" y="2263"/>
                    </a:lnTo>
                    <a:cubicBezTo>
                      <a:pt x="1355" y="2206"/>
                      <a:pt x="1366" y="2137"/>
                      <a:pt x="1366" y="2080"/>
                    </a:cubicBezTo>
                    <a:cubicBezTo>
                      <a:pt x="1458" y="2046"/>
                      <a:pt x="1550" y="2023"/>
                      <a:pt x="1642" y="1988"/>
                    </a:cubicBezTo>
                    <a:close/>
                    <a:moveTo>
                      <a:pt x="1274" y="2734"/>
                    </a:moveTo>
                    <a:cubicBezTo>
                      <a:pt x="1297" y="2746"/>
                      <a:pt x="1320" y="2757"/>
                      <a:pt x="1355" y="2780"/>
                    </a:cubicBezTo>
                    <a:cubicBezTo>
                      <a:pt x="1309" y="2837"/>
                      <a:pt x="1274" y="2895"/>
                      <a:pt x="1228" y="2964"/>
                    </a:cubicBezTo>
                    <a:cubicBezTo>
                      <a:pt x="1240" y="2883"/>
                      <a:pt x="1263" y="2814"/>
                      <a:pt x="1274" y="2734"/>
                    </a:cubicBezTo>
                    <a:close/>
                    <a:moveTo>
                      <a:pt x="1289" y="1"/>
                    </a:moveTo>
                    <a:cubicBezTo>
                      <a:pt x="1281" y="1"/>
                      <a:pt x="1272" y="1"/>
                      <a:pt x="1263" y="2"/>
                    </a:cubicBezTo>
                    <a:cubicBezTo>
                      <a:pt x="1149" y="13"/>
                      <a:pt x="1057" y="105"/>
                      <a:pt x="1057" y="220"/>
                    </a:cubicBezTo>
                    <a:cubicBezTo>
                      <a:pt x="1045" y="725"/>
                      <a:pt x="1011" y="1219"/>
                      <a:pt x="953" y="1712"/>
                    </a:cubicBezTo>
                    <a:cubicBezTo>
                      <a:pt x="723" y="1770"/>
                      <a:pt x="471" y="1816"/>
                      <a:pt x="230" y="1827"/>
                    </a:cubicBezTo>
                    <a:cubicBezTo>
                      <a:pt x="115" y="1839"/>
                      <a:pt x="34" y="1919"/>
                      <a:pt x="23" y="2034"/>
                    </a:cubicBezTo>
                    <a:cubicBezTo>
                      <a:pt x="0" y="2137"/>
                      <a:pt x="69" y="2240"/>
                      <a:pt x="172" y="2275"/>
                    </a:cubicBezTo>
                    <a:cubicBezTo>
                      <a:pt x="402" y="2355"/>
                      <a:pt x="620" y="2436"/>
                      <a:pt x="838" y="2539"/>
                    </a:cubicBezTo>
                    <a:cubicBezTo>
                      <a:pt x="769" y="2987"/>
                      <a:pt x="677" y="3446"/>
                      <a:pt x="563" y="3883"/>
                    </a:cubicBezTo>
                    <a:cubicBezTo>
                      <a:pt x="529" y="4008"/>
                      <a:pt x="597" y="4135"/>
                      <a:pt x="723" y="4158"/>
                    </a:cubicBezTo>
                    <a:cubicBezTo>
                      <a:pt x="758" y="4169"/>
                      <a:pt x="792" y="4169"/>
                      <a:pt x="827" y="4169"/>
                    </a:cubicBezTo>
                    <a:cubicBezTo>
                      <a:pt x="861" y="4181"/>
                      <a:pt x="884" y="4181"/>
                      <a:pt x="919" y="4181"/>
                    </a:cubicBezTo>
                    <a:cubicBezTo>
                      <a:pt x="999" y="4181"/>
                      <a:pt x="1080" y="4135"/>
                      <a:pt x="1126" y="4066"/>
                    </a:cubicBezTo>
                    <a:cubicBezTo>
                      <a:pt x="1309" y="3687"/>
                      <a:pt x="1527" y="3332"/>
                      <a:pt x="1757" y="2987"/>
                    </a:cubicBezTo>
                    <a:cubicBezTo>
                      <a:pt x="1998" y="3136"/>
                      <a:pt x="2251" y="3286"/>
                      <a:pt x="2480" y="3446"/>
                    </a:cubicBezTo>
                    <a:cubicBezTo>
                      <a:pt x="2520" y="3471"/>
                      <a:pt x="2566" y="3483"/>
                      <a:pt x="2611" y="3483"/>
                    </a:cubicBezTo>
                    <a:cubicBezTo>
                      <a:pt x="2671" y="3483"/>
                      <a:pt x="2728" y="3462"/>
                      <a:pt x="2767" y="3423"/>
                    </a:cubicBezTo>
                    <a:cubicBezTo>
                      <a:pt x="2848" y="3343"/>
                      <a:pt x="2859" y="3217"/>
                      <a:pt x="2802" y="3136"/>
                    </a:cubicBezTo>
                    <a:cubicBezTo>
                      <a:pt x="2606" y="2849"/>
                      <a:pt x="2434" y="2562"/>
                      <a:pt x="2285" y="2275"/>
                    </a:cubicBezTo>
                    <a:cubicBezTo>
                      <a:pt x="2446" y="2080"/>
                      <a:pt x="2606" y="1885"/>
                      <a:pt x="2779" y="1712"/>
                    </a:cubicBezTo>
                    <a:cubicBezTo>
                      <a:pt x="2825" y="1655"/>
                      <a:pt x="2848" y="1574"/>
                      <a:pt x="2825" y="1506"/>
                    </a:cubicBezTo>
                    <a:cubicBezTo>
                      <a:pt x="2813" y="1437"/>
                      <a:pt x="2767" y="1368"/>
                      <a:pt x="2698" y="1345"/>
                    </a:cubicBezTo>
                    <a:cubicBezTo>
                      <a:pt x="2593" y="1303"/>
                      <a:pt x="2489" y="1285"/>
                      <a:pt x="2388" y="1285"/>
                    </a:cubicBezTo>
                    <a:cubicBezTo>
                      <a:pt x="2212" y="1285"/>
                      <a:pt x="2043" y="1337"/>
                      <a:pt x="1883" y="1403"/>
                    </a:cubicBezTo>
                    <a:cubicBezTo>
                      <a:pt x="1734" y="1000"/>
                      <a:pt x="1608" y="599"/>
                      <a:pt x="1504" y="174"/>
                    </a:cubicBezTo>
                    <a:cubicBezTo>
                      <a:pt x="1483" y="67"/>
                      <a:pt x="1393" y="1"/>
                      <a:pt x="1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3" name="Google Shape;323;p30"/>
          <p:cNvGrpSpPr/>
          <p:nvPr/>
        </p:nvGrpSpPr>
        <p:grpSpPr>
          <a:xfrm>
            <a:off x="2029738" y="1142688"/>
            <a:ext cx="486864" cy="399297"/>
            <a:chOff x="1036100" y="2778525"/>
            <a:chExt cx="486864" cy="399297"/>
          </a:xfrm>
        </p:grpSpPr>
        <p:sp>
          <p:nvSpPr>
            <p:cNvPr id="324" name="Google Shape;324;p30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0"/>
            <p:cNvSpPr/>
            <p:nvPr/>
          </p:nvSpPr>
          <p:spPr>
            <a:xfrm>
              <a:off x="1212611" y="2779232"/>
              <a:ext cx="126992" cy="146798"/>
            </a:xfrm>
            <a:custGeom>
              <a:rect b="b" l="l" r="r" t="t"/>
              <a:pathLst>
                <a:path extrusionOk="0" h="3943" w="3411">
                  <a:moveTo>
                    <a:pt x="1195" y="1061"/>
                  </a:moveTo>
                  <a:lnTo>
                    <a:pt x="1195" y="1061"/>
                  </a:lnTo>
                  <a:cubicBezTo>
                    <a:pt x="1263" y="1175"/>
                    <a:pt x="1344" y="1279"/>
                    <a:pt x="1424" y="1382"/>
                  </a:cubicBezTo>
                  <a:lnTo>
                    <a:pt x="1229" y="1486"/>
                  </a:lnTo>
                  <a:cubicBezTo>
                    <a:pt x="1217" y="1348"/>
                    <a:pt x="1206" y="1198"/>
                    <a:pt x="1195" y="1061"/>
                  </a:cubicBezTo>
                  <a:close/>
                  <a:moveTo>
                    <a:pt x="1700" y="1750"/>
                  </a:moveTo>
                  <a:cubicBezTo>
                    <a:pt x="1758" y="1818"/>
                    <a:pt x="1815" y="1887"/>
                    <a:pt x="1860" y="1956"/>
                  </a:cubicBezTo>
                  <a:lnTo>
                    <a:pt x="1574" y="2461"/>
                  </a:lnTo>
                  <a:lnTo>
                    <a:pt x="1275" y="2359"/>
                  </a:lnTo>
                  <a:cubicBezTo>
                    <a:pt x="1263" y="2232"/>
                    <a:pt x="1263" y="2106"/>
                    <a:pt x="1263" y="1979"/>
                  </a:cubicBezTo>
                  <a:lnTo>
                    <a:pt x="1700" y="1750"/>
                  </a:lnTo>
                  <a:close/>
                  <a:moveTo>
                    <a:pt x="2159" y="2347"/>
                  </a:moveTo>
                  <a:cubicBezTo>
                    <a:pt x="2274" y="2496"/>
                    <a:pt x="2389" y="2645"/>
                    <a:pt x="2503" y="2783"/>
                  </a:cubicBezTo>
                  <a:lnTo>
                    <a:pt x="2010" y="2622"/>
                  </a:lnTo>
                  <a:lnTo>
                    <a:pt x="2159" y="2347"/>
                  </a:lnTo>
                  <a:close/>
                  <a:moveTo>
                    <a:pt x="1275" y="2841"/>
                  </a:moveTo>
                  <a:lnTo>
                    <a:pt x="1355" y="2875"/>
                  </a:lnTo>
                  <a:lnTo>
                    <a:pt x="1275" y="3002"/>
                  </a:lnTo>
                  <a:lnTo>
                    <a:pt x="1275" y="2841"/>
                  </a:lnTo>
                  <a:close/>
                  <a:moveTo>
                    <a:pt x="860" y="1"/>
                  </a:moveTo>
                  <a:cubicBezTo>
                    <a:pt x="831" y="1"/>
                    <a:pt x="800" y="6"/>
                    <a:pt x="770" y="16"/>
                  </a:cubicBezTo>
                  <a:cubicBezTo>
                    <a:pt x="678" y="50"/>
                    <a:pt x="620" y="154"/>
                    <a:pt x="632" y="257"/>
                  </a:cubicBezTo>
                  <a:cubicBezTo>
                    <a:pt x="701" y="739"/>
                    <a:pt x="758" y="1221"/>
                    <a:pt x="793" y="1704"/>
                  </a:cubicBezTo>
                  <a:lnTo>
                    <a:pt x="127" y="2048"/>
                  </a:lnTo>
                  <a:cubicBezTo>
                    <a:pt x="46" y="2083"/>
                    <a:pt x="0" y="2175"/>
                    <a:pt x="12" y="2267"/>
                  </a:cubicBezTo>
                  <a:cubicBezTo>
                    <a:pt x="12" y="2359"/>
                    <a:pt x="69" y="2427"/>
                    <a:pt x="161" y="2461"/>
                  </a:cubicBezTo>
                  <a:lnTo>
                    <a:pt x="827" y="2691"/>
                  </a:lnTo>
                  <a:cubicBezTo>
                    <a:pt x="827" y="3024"/>
                    <a:pt x="816" y="3369"/>
                    <a:pt x="804" y="3713"/>
                  </a:cubicBezTo>
                  <a:cubicBezTo>
                    <a:pt x="793" y="3828"/>
                    <a:pt x="896" y="3943"/>
                    <a:pt x="1023" y="3943"/>
                  </a:cubicBezTo>
                  <a:lnTo>
                    <a:pt x="1034" y="3943"/>
                  </a:lnTo>
                  <a:cubicBezTo>
                    <a:pt x="1057" y="3943"/>
                    <a:pt x="1080" y="3943"/>
                    <a:pt x="1092" y="3931"/>
                  </a:cubicBezTo>
                  <a:cubicBezTo>
                    <a:pt x="1112" y="3936"/>
                    <a:pt x="1133" y="3938"/>
                    <a:pt x="1152" y="3938"/>
                  </a:cubicBezTo>
                  <a:cubicBezTo>
                    <a:pt x="1230" y="3938"/>
                    <a:pt x="1298" y="3902"/>
                    <a:pt x="1344" y="3828"/>
                  </a:cubicBezTo>
                  <a:lnTo>
                    <a:pt x="1792" y="3024"/>
                  </a:lnTo>
                  <a:lnTo>
                    <a:pt x="3089" y="3472"/>
                  </a:lnTo>
                  <a:cubicBezTo>
                    <a:pt x="3116" y="3481"/>
                    <a:pt x="3142" y="3485"/>
                    <a:pt x="3168" y="3485"/>
                  </a:cubicBezTo>
                  <a:cubicBezTo>
                    <a:pt x="3242" y="3485"/>
                    <a:pt x="3311" y="3448"/>
                    <a:pt x="3353" y="3380"/>
                  </a:cubicBezTo>
                  <a:cubicBezTo>
                    <a:pt x="3411" y="3300"/>
                    <a:pt x="3411" y="3185"/>
                    <a:pt x="3342" y="3116"/>
                  </a:cubicBezTo>
                  <a:cubicBezTo>
                    <a:pt x="3032" y="2714"/>
                    <a:pt x="2710" y="2324"/>
                    <a:pt x="2401" y="1922"/>
                  </a:cubicBezTo>
                  <a:lnTo>
                    <a:pt x="2848" y="1119"/>
                  </a:lnTo>
                  <a:cubicBezTo>
                    <a:pt x="2894" y="1038"/>
                    <a:pt x="2883" y="923"/>
                    <a:pt x="2814" y="854"/>
                  </a:cubicBezTo>
                  <a:cubicBezTo>
                    <a:pt x="2769" y="810"/>
                    <a:pt x="2706" y="784"/>
                    <a:pt x="2644" y="784"/>
                  </a:cubicBezTo>
                  <a:cubicBezTo>
                    <a:pt x="2611" y="784"/>
                    <a:pt x="2578" y="792"/>
                    <a:pt x="2549" y="808"/>
                  </a:cubicBezTo>
                  <a:lnTo>
                    <a:pt x="1837" y="1175"/>
                  </a:lnTo>
                  <a:cubicBezTo>
                    <a:pt x="1574" y="808"/>
                    <a:pt x="1298" y="453"/>
                    <a:pt x="1046" y="96"/>
                  </a:cubicBezTo>
                  <a:cubicBezTo>
                    <a:pt x="997" y="31"/>
                    <a:pt x="931" y="1"/>
                    <a:pt x="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7" name="Google Shape;327;p30"/>
            <p:cNvGrpSpPr/>
            <p:nvPr/>
          </p:nvGrpSpPr>
          <p:grpSpPr>
            <a:xfrm>
              <a:off x="1036100" y="2779232"/>
              <a:ext cx="486864" cy="398590"/>
              <a:chOff x="1036100" y="2779232"/>
              <a:chExt cx="486864" cy="398590"/>
            </a:xfrm>
          </p:grpSpPr>
          <p:sp>
            <p:nvSpPr>
              <p:cNvPr id="328" name="Google Shape;328;p30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30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30"/>
              <p:cNvSpPr/>
              <p:nvPr/>
            </p:nvSpPr>
            <p:spPr>
              <a:xfrm>
                <a:off x="1405839" y="3036720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31" name="Google Shape;331;p30"/>
              <p:cNvGrpSpPr/>
              <p:nvPr/>
            </p:nvGrpSpPr>
            <p:grpSpPr>
              <a:xfrm>
                <a:off x="1036100" y="2779232"/>
                <a:ext cx="486864" cy="397771"/>
                <a:chOff x="1036100" y="2779232"/>
                <a:chExt cx="486864" cy="397771"/>
              </a:xfrm>
            </p:grpSpPr>
            <p:sp>
              <p:nvSpPr>
                <p:cNvPr id="332" name="Google Shape;332;p30"/>
                <p:cNvSpPr/>
                <p:nvPr/>
              </p:nvSpPr>
              <p:spPr>
                <a:xfrm>
                  <a:off x="1212611" y="2779232"/>
                  <a:ext cx="126992" cy="146798"/>
                </a:xfrm>
                <a:custGeom>
                  <a:rect b="b" l="l" r="r" t="t"/>
                  <a:pathLst>
                    <a:path extrusionOk="0" h="3943" w="3411">
                      <a:moveTo>
                        <a:pt x="1195" y="1061"/>
                      </a:moveTo>
                      <a:lnTo>
                        <a:pt x="1195" y="1061"/>
                      </a:lnTo>
                      <a:cubicBezTo>
                        <a:pt x="1263" y="1175"/>
                        <a:pt x="1344" y="1279"/>
                        <a:pt x="1424" y="1382"/>
                      </a:cubicBezTo>
                      <a:lnTo>
                        <a:pt x="1229" y="1486"/>
                      </a:lnTo>
                      <a:cubicBezTo>
                        <a:pt x="1217" y="1348"/>
                        <a:pt x="1206" y="1198"/>
                        <a:pt x="1195" y="1061"/>
                      </a:cubicBezTo>
                      <a:close/>
                      <a:moveTo>
                        <a:pt x="1700" y="1750"/>
                      </a:moveTo>
                      <a:cubicBezTo>
                        <a:pt x="1758" y="1818"/>
                        <a:pt x="1815" y="1887"/>
                        <a:pt x="1860" y="1956"/>
                      </a:cubicBezTo>
                      <a:lnTo>
                        <a:pt x="1574" y="2461"/>
                      </a:lnTo>
                      <a:lnTo>
                        <a:pt x="1275" y="2359"/>
                      </a:lnTo>
                      <a:cubicBezTo>
                        <a:pt x="1263" y="2232"/>
                        <a:pt x="1263" y="2106"/>
                        <a:pt x="1263" y="1979"/>
                      </a:cubicBezTo>
                      <a:lnTo>
                        <a:pt x="1700" y="1750"/>
                      </a:lnTo>
                      <a:close/>
                      <a:moveTo>
                        <a:pt x="2159" y="2347"/>
                      </a:moveTo>
                      <a:cubicBezTo>
                        <a:pt x="2274" y="2496"/>
                        <a:pt x="2389" y="2645"/>
                        <a:pt x="2503" y="2783"/>
                      </a:cubicBezTo>
                      <a:lnTo>
                        <a:pt x="2010" y="2622"/>
                      </a:lnTo>
                      <a:lnTo>
                        <a:pt x="2159" y="2347"/>
                      </a:lnTo>
                      <a:close/>
                      <a:moveTo>
                        <a:pt x="1275" y="2841"/>
                      </a:moveTo>
                      <a:lnTo>
                        <a:pt x="1355" y="2875"/>
                      </a:lnTo>
                      <a:lnTo>
                        <a:pt x="1275" y="3002"/>
                      </a:lnTo>
                      <a:lnTo>
                        <a:pt x="1275" y="2841"/>
                      </a:lnTo>
                      <a:close/>
                      <a:moveTo>
                        <a:pt x="860" y="1"/>
                      </a:moveTo>
                      <a:cubicBezTo>
                        <a:pt x="831" y="1"/>
                        <a:pt x="800" y="6"/>
                        <a:pt x="770" y="16"/>
                      </a:cubicBezTo>
                      <a:cubicBezTo>
                        <a:pt x="678" y="50"/>
                        <a:pt x="620" y="154"/>
                        <a:pt x="632" y="257"/>
                      </a:cubicBezTo>
                      <a:cubicBezTo>
                        <a:pt x="701" y="739"/>
                        <a:pt x="758" y="1221"/>
                        <a:pt x="793" y="1704"/>
                      </a:cubicBezTo>
                      <a:lnTo>
                        <a:pt x="127" y="2048"/>
                      </a:lnTo>
                      <a:cubicBezTo>
                        <a:pt x="46" y="2083"/>
                        <a:pt x="0" y="2175"/>
                        <a:pt x="12" y="2267"/>
                      </a:cubicBezTo>
                      <a:cubicBezTo>
                        <a:pt x="12" y="2359"/>
                        <a:pt x="69" y="2427"/>
                        <a:pt x="161" y="2461"/>
                      </a:cubicBezTo>
                      <a:lnTo>
                        <a:pt x="827" y="2691"/>
                      </a:lnTo>
                      <a:cubicBezTo>
                        <a:pt x="827" y="3024"/>
                        <a:pt x="816" y="3369"/>
                        <a:pt x="804" y="3713"/>
                      </a:cubicBezTo>
                      <a:cubicBezTo>
                        <a:pt x="793" y="3828"/>
                        <a:pt x="896" y="3943"/>
                        <a:pt x="1023" y="3943"/>
                      </a:cubicBezTo>
                      <a:lnTo>
                        <a:pt x="1034" y="3943"/>
                      </a:lnTo>
                      <a:cubicBezTo>
                        <a:pt x="1057" y="3943"/>
                        <a:pt x="1080" y="3943"/>
                        <a:pt x="1092" y="3931"/>
                      </a:cubicBezTo>
                      <a:cubicBezTo>
                        <a:pt x="1112" y="3936"/>
                        <a:pt x="1133" y="3938"/>
                        <a:pt x="1152" y="3938"/>
                      </a:cubicBezTo>
                      <a:cubicBezTo>
                        <a:pt x="1230" y="3938"/>
                        <a:pt x="1298" y="3902"/>
                        <a:pt x="1344" y="3828"/>
                      </a:cubicBezTo>
                      <a:lnTo>
                        <a:pt x="1792" y="3024"/>
                      </a:lnTo>
                      <a:lnTo>
                        <a:pt x="3089" y="3472"/>
                      </a:lnTo>
                      <a:cubicBezTo>
                        <a:pt x="3116" y="3481"/>
                        <a:pt x="3142" y="3485"/>
                        <a:pt x="3168" y="3485"/>
                      </a:cubicBezTo>
                      <a:cubicBezTo>
                        <a:pt x="3242" y="3485"/>
                        <a:pt x="3311" y="3448"/>
                        <a:pt x="3353" y="3380"/>
                      </a:cubicBezTo>
                      <a:cubicBezTo>
                        <a:pt x="3411" y="3300"/>
                        <a:pt x="3411" y="3185"/>
                        <a:pt x="3342" y="3116"/>
                      </a:cubicBezTo>
                      <a:cubicBezTo>
                        <a:pt x="3032" y="2714"/>
                        <a:pt x="2710" y="2324"/>
                        <a:pt x="2401" y="1922"/>
                      </a:cubicBezTo>
                      <a:lnTo>
                        <a:pt x="2848" y="1119"/>
                      </a:lnTo>
                      <a:cubicBezTo>
                        <a:pt x="2894" y="1038"/>
                        <a:pt x="2883" y="923"/>
                        <a:pt x="2814" y="854"/>
                      </a:cubicBezTo>
                      <a:cubicBezTo>
                        <a:pt x="2769" y="810"/>
                        <a:pt x="2706" y="784"/>
                        <a:pt x="2644" y="784"/>
                      </a:cubicBezTo>
                      <a:cubicBezTo>
                        <a:pt x="2611" y="784"/>
                        <a:pt x="2578" y="792"/>
                        <a:pt x="2549" y="808"/>
                      </a:cubicBezTo>
                      <a:lnTo>
                        <a:pt x="1837" y="1175"/>
                      </a:lnTo>
                      <a:cubicBezTo>
                        <a:pt x="1574" y="808"/>
                        <a:pt x="1298" y="453"/>
                        <a:pt x="1046" y="96"/>
                      </a:cubicBezTo>
                      <a:cubicBezTo>
                        <a:pt x="997" y="31"/>
                        <a:pt x="931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30"/>
                <p:cNvSpPr/>
                <p:nvPr/>
              </p:nvSpPr>
              <p:spPr>
                <a:xfrm>
                  <a:off x="1405839" y="3036720"/>
                  <a:ext cx="117126" cy="140283"/>
                </a:xfrm>
                <a:custGeom>
                  <a:rect b="b" l="l" r="r" t="t"/>
                  <a:pathLst>
                    <a:path extrusionOk="0" h="3768" w="3146">
                      <a:moveTo>
                        <a:pt x="1860" y="1459"/>
                      </a:moveTo>
                      <a:lnTo>
                        <a:pt x="1860" y="1528"/>
                      </a:lnTo>
                      <a:lnTo>
                        <a:pt x="1826" y="1528"/>
                      </a:lnTo>
                      <a:lnTo>
                        <a:pt x="1860" y="1459"/>
                      </a:lnTo>
                      <a:close/>
                      <a:moveTo>
                        <a:pt x="2308" y="1998"/>
                      </a:moveTo>
                      <a:cubicBezTo>
                        <a:pt x="2308" y="1998"/>
                        <a:pt x="2308" y="2010"/>
                        <a:pt x="2296" y="2010"/>
                      </a:cubicBezTo>
                      <a:lnTo>
                        <a:pt x="2296" y="1998"/>
                      </a:lnTo>
                      <a:close/>
                      <a:moveTo>
                        <a:pt x="1562" y="1952"/>
                      </a:moveTo>
                      <a:cubicBezTo>
                        <a:pt x="1653" y="1964"/>
                        <a:pt x="1757" y="1975"/>
                        <a:pt x="1849" y="1987"/>
                      </a:cubicBezTo>
                      <a:lnTo>
                        <a:pt x="1849" y="2240"/>
                      </a:lnTo>
                      <a:cubicBezTo>
                        <a:pt x="1780" y="2274"/>
                        <a:pt x="1722" y="2308"/>
                        <a:pt x="1653" y="2342"/>
                      </a:cubicBezTo>
                      <a:cubicBezTo>
                        <a:pt x="1596" y="2274"/>
                        <a:pt x="1528" y="2194"/>
                        <a:pt x="1459" y="2113"/>
                      </a:cubicBezTo>
                      <a:cubicBezTo>
                        <a:pt x="1493" y="2056"/>
                        <a:pt x="1528" y="2010"/>
                        <a:pt x="1562" y="1952"/>
                      </a:cubicBezTo>
                      <a:close/>
                      <a:moveTo>
                        <a:pt x="1206" y="2515"/>
                      </a:moveTo>
                      <a:cubicBezTo>
                        <a:pt x="1217" y="2538"/>
                        <a:pt x="1240" y="2561"/>
                        <a:pt x="1263" y="2584"/>
                      </a:cubicBezTo>
                      <a:cubicBezTo>
                        <a:pt x="1194" y="2618"/>
                        <a:pt x="1137" y="2664"/>
                        <a:pt x="1068" y="2699"/>
                      </a:cubicBezTo>
                      <a:cubicBezTo>
                        <a:pt x="1114" y="2641"/>
                        <a:pt x="1160" y="2572"/>
                        <a:pt x="1206" y="2515"/>
                      </a:cubicBezTo>
                      <a:close/>
                      <a:moveTo>
                        <a:pt x="2243" y="1"/>
                      </a:moveTo>
                      <a:cubicBezTo>
                        <a:pt x="2157" y="1"/>
                        <a:pt x="2079" y="46"/>
                        <a:pt x="2044" y="127"/>
                      </a:cubicBezTo>
                      <a:cubicBezTo>
                        <a:pt x="1826" y="586"/>
                        <a:pt x="1596" y="1023"/>
                        <a:pt x="1332" y="1459"/>
                      </a:cubicBezTo>
                      <a:cubicBezTo>
                        <a:pt x="1091" y="1413"/>
                        <a:pt x="850" y="1344"/>
                        <a:pt x="620" y="1263"/>
                      </a:cubicBezTo>
                      <a:cubicBezTo>
                        <a:pt x="592" y="1251"/>
                        <a:pt x="565" y="1245"/>
                        <a:pt x="538" y="1245"/>
                      </a:cubicBezTo>
                      <a:cubicBezTo>
                        <a:pt x="465" y="1245"/>
                        <a:pt x="398" y="1288"/>
                        <a:pt x="356" y="1355"/>
                      </a:cubicBezTo>
                      <a:cubicBezTo>
                        <a:pt x="299" y="1447"/>
                        <a:pt x="311" y="1562"/>
                        <a:pt x="390" y="1643"/>
                      </a:cubicBezTo>
                      <a:cubicBezTo>
                        <a:pt x="563" y="1803"/>
                        <a:pt x="735" y="1975"/>
                        <a:pt x="896" y="2159"/>
                      </a:cubicBezTo>
                      <a:cubicBezTo>
                        <a:pt x="643" y="2538"/>
                        <a:pt x="367" y="2906"/>
                        <a:pt x="81" y="3273"/>
                      </a:cubicBezTo>
                      <a:cubicBezTo>
                        <a:pt x="0" y="3365"/>
                        <a:pt x="23" y="3514"/>
                        <a:pt x="115" y="3582"/>
                      </a:cubicBezTo>
                      <a:cubicBezTo>
                        <a:pt x="150" y="3617"/>
                        <a:pt x="184" y="3628"/>
                        <a:pt x="219" y="3628"/>
                      </a:cubicBezTo>
                      <a:cubicBezTo>
                        <a:pt x="230" y="3663"/>
                        <a:pt x="265" y="3674"/>
                        <a:pt x="288" y="3686"/>
                      </a:cubicBezTo>
                      <a:cubicBezTo>
                        <a:pt x="319" y="3700"/>
                        <a:pt x="353" y="3706"/>
                        <a:pt x="386" y="3706"/>
                      </a:cubicBezTo>
                      <a:cubicBezTo>
                        <a:pt x="436" y="3706"/>
                        <a:pt x="487" y="3691"/>
                        <a:pt x="528" y="3663"/>
                      </a:cubicBezTo>
                      <a:cubicBezTo>
                        <a:pt x="850" y="3399"/>
                        <a:pt x="1183" y="3158"/>
                        <a:pt x="1539" y="2940"/>
                      </a:cubicBezTo>
                      <a:cubicBezTo>
                        <a:pt x="1711" y="3169"/>
                        <a:pt x="1872" y="3411"/>
                        <a:pt x="2021" y="3651"/>
                      </a:cubicBezTo>
                      <a:cubicBezTo>
                        <a:pt x="2055" y="3729"/>
                        <a:pt x="2135" y="3768"/>
                        <a:pt x="2212" y="3768"/>
                      </a:cubicBezTo>
                      <a:cubicBezTo>
                        <a:pt x="2237" y="3768"/>
                        <a:pt x="2262" y="3764"/>
                        <a:pt x="2285" y="3755"/>
                      </a:cubicBezTo>
                      <a:cubicBezTo>
                        <a:pt x="2388" y="3709"/>
                        <a:pt x="2457" y="3605"/>
                        <a:pt x="2434" y="3503"/>
                      </a:cubicBezTo>
                      <a:cubicBezTo>
                        <a:pt x="2377" y="3169"/>
                        <a:pt x="2331" y="2837"/>
                        <a:pt x="2319" y="2503"/>
                      </a:cubicBezTo>
                      <a:cubicBezTo>
                        <a:pt x="2538" y="2388"/>
                        <a:pt x="2768" y="2286"/>
                        <a:pt x="2997" y="2194"/>
                      </a:cubicBezTo>
                      <a:cubicBezTo>
                        <a:pt x="3066" y="2159"/>
                        <a:pt x="3112" y="2102"/>
                        <a:pt x="3135" y="2033"/>
                      </a:cubicBezTo>
                      <a:cubicBezTo>
                        <a:pt x="3146" y="1952"/>
                        <a:pt x="3123" y="1883"/>
                        <a:pt x="3077" y="1826"/>
                      </a:cubicBezTo>
                      <a:cubicBezTo>
                        <a:pt x="2870" y="1608"/>
                        <a:pt x="2572" y="1562"/>
                        <a:pt x="2308" y="1551"/>
                      </a:cubicBezTo>
                      <a:cubicBezTo>
                        <a:pt x="2331" y="1114"/>
                        <a:pt x="2388" y="689"/>
                        <a:pt x="2469" y="276"/>
                      </a:cubicBezTo>
                      <a:cubicBezTo>
                        <a:pt x="2492" y="161"/>
                        <a:pt x="2423" y="46"/>
                        <a:pt x="2319" y="12"/>
                      </a:cubicBezTo>
                      <a:cubicBezTo>
                        <a:pt x="2294" y="4"/>
                        <a:pt x="2268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30"/>
                <p:cNvSpPr/>
                <p:nvPr/>
              </p:nvSpPr>
              <p:spPr>
                <a:xfrm>
                  <a:off x="1036100" y="3008462"/>
                  <a:ext cx="76508" cy="80864"/>
                </a:xfrm>
                <a:custGeom>
                  <a:rect b="b" l="l" r="r" t="t"/>
                  <a:pathLst>
                    <a:path extrusionOk="0" h="2172" w="2055">
                      <a:moveTo>
                        <a:pt x="1045" y="0"/>
                      </a:moveTo>
                      <a:cubicBezTo>
                        <a:pt x="1038" y="0"/>
                        <a:pt x="1030" y="1"/>
                        <a:pt x="1021" y="1"/>
                      </a:cubicBezTo>
                      <a:cubicBezTo>
                        <a:pt x="919" y="13"/>
                        <a:pt x="827" y="105"/>
                        <a:pt x="827" y="220"/>
                      </a:cubicBezTo>
                      <a:cubicBezTo>
                        <a:pt x="815" y="404"/>
                        <a:pt x="792" y="587"/>
                        <a:pt x="769" y="759"/>
                      </a:cubicBezTo>
                      <a:lnTo>
                        <a:pt x="207" y="840"/>
                      </a:lnTo>
                      <a:cubicBezTo>
                        <a:pt x="80" y="863"/>
                        <a:pt x="0" y="966"/>
                        <a:pt x="11" y="1093"/>
                      </a:cubicBezTo>
                      <a:cubicBezTo>
                        <a:pt x="32" y="1205"/>
                        <a:pt x="117" y="1291"/>
                        <a:pt x="225" y="1291"/>
                      </a:cubicBezTo>
                      <a:cubicBezTo>
                        <a:pt x="238" y="1291"/>
                        <a:pt x="251" y="1290"/>
                        <a:pt x="264" y="1287"/>
                      </a:cubicBezTo>
                      <a:cubicBezTo>
                        <a:pt x="293" y="1285"/>
                        <a:pt x="323" y="1283"/>
                        <a:pt x="353" y="1283"/>
                      </a:cubicBezTo>
                      <a:cubicBezTo>
                        <a:pt x="450" y="1283"/>
                        <a:pt x="548" y="1298"/>
                        <a:pt x="654" y="1333"/>
                      </a:cubicBezTo>
                      <a:cubicBezTo>
                        <a:pt x="608" y="1517"/>
                        <a:pt x="562" y="1690"/>
                        <a:pt x="505" y="1861"/>
                      </a:cubicBezTo>
                      <a:cubicBezTo>
                        <a:pt x="459" y="1988"/>
                        <a:pt x="528" y="2114"/>
                        <a:pt x="643" y="2160"/>
                      </a:cubicBezTo>
                      <a:cubicBezTo>
                        <a:pt x="666" y="2160"/>
                        <a:pt x="689" y="2172"/>
                        <a:pt x="712" y="2172"/>
                      </a:cubicBezTo>
                      <a:cubicBezTo>
                        <a:pt x="815" y="2172"/>
                        <a:pt x="896" y="2103"/>
                        <a:pt x="930" y="2011"/>
                      </a:cubicBezTo>
                      <a:cubicBezTo>
                        <a:pt x="930" y="2011"/>
                        <a:pt x="930" y="1999"/>
                        <a:pt x="942" y="1999"/>
                      </a:cubicBezTo>
                      <a:lnTo>
                        <a:pt x="942" y="1988"/>
                      </a:lnTo>
                      <a:cubicBezTo>
                        <a:pt x="1056" y="1884"/>
                        <a:pt x="1159" y="1782"/>
                        <a:pt x="1274" y="1678"/>
                      </a:cubicBezTo>
                      <a:cubicBezTo>
                        <a:pt x="1378" y="1759"/>
                        <a:pt x="1493" y="1861"/>
                        <a:pt x="1596" y="1965"/>
                      </a:cubicBezTo>
                      <a:cubicBezTo>
                        <a:pt x="1641" y="2010"/>
                        <a:pt x="1704" y="2033"/>
                        <a:pt x="1764" y="2033"/>
                      </a:cubicBezTo>
                      <a:cubicBezTo>
                        <a:pt x="1812" y="2033"/>
                        <a:pt x="1859" y="2019"/>
                        <a:pt x="1894" y="1988"/>
                      </a:cubicBezTo>
                      <a:cubicBezTo>
                        <a:pt x="1986" y="1907"/>
                        <a:pt x="2009" y="1782"/>
                        <a:pt x="1952" y="1690"/>
                      </a:cubicBezTo>
                      <a:cubicBezTo>
                        <a:pt x="1860" y="1552"/>
                        <a:pt x="1779" y="1402"/>
                        <a:pt x="1710" y="1264"/>
                      </a:cubicBezTo>
                      <a:cubicBezTo>
                        <a:pt x="1802" y="1173"/>
                        <a:pt x="1883" y="1093"/>
                        <a:pt x="1975" y="1012"/>
                      </a:cubicBezTo>
                      <a:cubicBezTo>
                        <a:pt x="2044" y="943"/>
                        <a:pt x="2055" y="840"/>
                        <a:pt x="2021" y="748"/>
                      </a:cubicBezTo>
                      <a:cubicBezTo>
                        <a:pt x="1979" y="665"/>
                        <a:pt x="1891" y="620"/>
                        <a:pt x="1806" y="620"/>
                      </a:cubicBezTo>
                      <a:cubicBezTo>
                        <a:pt x="1797" y="620"/>
                        <a:pt x="1788" y="620"/>
                        <a:pt x="1779" y="621"/>
                      </a:cubicBezTo>
                      <a:lnTo>
                        <a:pt x="1435" y="667"/>
                      </a:lnTo>
                      <a:cubicBezTo>
                        <a:pt x="1378" y="507"/>
                        <a:pt x="1320" y="335"/>
                        <a:pt x="1274" y="162"/>
                      </a:cubicBezTo>
                      <a:cubicBezTo>
                        <a:pt x="1242" y="67"/>
                        <a:pt x="1151" y="0"/>
                        <a:pt x="10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/>
          <p:nvPr>
            <p:ph type="title"/>
          </p:nvPr>
        </p:nvSpPr>
        <p:spPr>
          <a:xfrm>
            <a:off x="720000" y="4486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User Stories</a:t>
            </a:r>
            <a:endParaRPr/>
          </a:p>
        </p:txBody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720000" y="1139975"/>
            <a:ext cx="7704000" cy="3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300"/>
              <a:t>As a registered customer, I want to log in so that I can access my shopping cart and order history.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Test Case 1:</a:t>
            </a:r>
            <a:r>
              <a:rPr lang="en" sz="1200"/>
              <a:t>  Given that a customer has a valid account, when they enter the correct email and password, then the system should log them in. </a:t>
            </a:r>
            <a:endParaRPr sz="12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 sz="1200"/>
              <a:t>Test Case 2:</a:t>
            </a:r>
            <a:r>
              <a:rPr lang="en" sz="1200"/>
              <a:t> Given that a customer enters an incorrect password, when they try to log in, then the system should display an error message.</a:t>
            </a:r>
            <a:endParaRPr sz="12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300"/>
              <a:t>As a customer, I want to add a delivery address so that I can choose where my grocery order should be delivered. 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Test Case 1:</a:t>
            </a:r>
            <a:r>
              <a:rPr lang="en" sz="1200"/>
              <a:t> Given that a customer is logged in, when they enter a valid address and save it, then the system should store the address with their account.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Test Case 2:</a:t>
            </a:r>
            <a:r>
              <a:rPr lang="en" sz="1200"/>
              <a:t> Given that a customer leaves required address fields blank, when they submit the address form, then the system should display a validation message.</a:t>
            </a:r>
            <a:endParaRPr sz="12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➢"/>
            </a:pPr>
            <a:r>
              <a:rPr lang="en" sz="1300"/>
              <a:t>As a customer, I want to search for products by item name or description so that I can find specific grocery items quickly. 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Test Case 1:</a:t>
            </a:r>
            <a:r>
              <a:rPr lang="en" sz="1200"/>
              <a:t> Given that a customer enters a product keyword in the search bar, when matching products exist, then the system should display only matching products.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/>
              <a:t>Test Case 2:</a:t>
            </a:r>
            <a:r>
              <a:rPr lang="en" sz="1200"/>
              <a:t> Given that no products match the search keyword, when the customer searches, then the system should display a message saying no products were found.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41" name="Google Shape;341;p31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342" name="Google Shape;342;p31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1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1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31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/>
          <p:nvPr/>
        </p:nvSpPr>
        <p:spPr>
          <a:xfrm>
            <a:off x="720025" y="3383325"/>
            <a:ext cx="46026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 txBox="1"/>
          <p:nvPr>
            <p:ph type="title"/>
          </p:nvPr>
        </p:nvSpPr>
        <p:spPr>
          <a:xfrm>
            <a:off x="720013" y="2369125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352" name="Google Shape;352;p32"/>
          <p:cNvSpPr txBox="1"/>
          <p:nvPr>
            <p:ph idx="2" type="title"/>
          </p:nvPr>
        </p:nvSpPr>
        <p:spPr>
          <a:xfrm>
            <a:off x="720013" y="1402350"/>
            <a:ext cx="1859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353" name="Google Shape;353;p32"/>
          <p:cNvPicPr preferRelativeResize="0"/>
          <p:nvPr/>
        </p:nvPicPr>
        <p:blipFill rotWithShape="1">
          <a:blip r:embed="rId3">
            <a:alphaModFix/>
          </a:blip>
          <a:srcRect b="1951" l="0" r="0" t="1951"/>
          <a:stretch/>
        </p:blipFill>
        <p:spPr>
          <a:xfrm>
            <a:off x="5847000" y="1485900"/>
            <a:ext cx="2577001" cy="2476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4" name="Google Shape;354;p32"/>
          <p:cNvSpPr txBox="1"/>
          <p:nvPr>
            <p:ph idx="1" type="subTitle"/>
          </p:nvPr>
        </p:nvSpPr>
        <p:spPr>
          <a:xfrm>
            <a:off x="720024" y="3487575"/>
            <a:ext cx="46026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UML class diagram, and object state diagrams</a:t>
            </a:r>
            <a:endParaRPr/>
          </a:p>
        </p:txBody>
      </p:sp>
      <p:grpSp>
        <p:nvGrpSpPr>
          <p:cNvPr id="355" name="Google Shape;355;p32"/>
          <p:cNvGrpSpPr/>
          <p:nvPr/>
        </p:nvGrpSpPr>
        <p:grpSpPr>
          <a:xfrm>
            <a:off x="4935431" y="2337540"/>
            <a:ext cx="146104" cy="123033"/>
            <a:chOff x="1171856" y="4093128"/>
            <a:chExt cx="146104" cy="123033"/>
          </a:xfrm>
        </p:grpSpPr>
        <p:sp>
          <p:nvSpPr>
            <p:cNvPr id="356" name="Google Shape;356;p32"/>
            <p:cNvSpPr/>
            <p:nvPr/>
          </p:nvSpPr>
          <p:spPr>
            <a:xfrm>
              <a:off x="1171856" y="4093128"/>
              <a:ext cx="146104" cy="123033"/>
            </a:xfrm>
            <a:custGeom>
              <a:rect b="b" l="l" r="r" t="t"/>
              <a:pathLst>
                <a:path extrusionOk="0" h="3365" w="3996">
                  <a:moveTo>
                    <a:pt x="3973" y="2331"/>
                  </a:moveTo>
                  <a:cubicBezTo>
                    <a:pt x="3996" y="2240"/>
                    <a:pt x="3950" y="2136"/>
                    <a:pt x="3869" y="2079"/>
                  </a:cubicBezTo>
                  <a:lnTo>
                    <a:pt x="3077" y="1608"/>
                  </a:lnTo>
                  <a:lnTo>
                    <a:pt x="3559" y="322"/>
                  </a:lnTo>
                  <a:cubicBezTo>
                    <a:pt x="3605" y="230"/>
                    <a:pt x="3570" y="115"/>
                    <a:pt x="3490" y="58"/>
                  </a:cubicBezTo>
                  <a:cubicBezTo>
                    <a:pt x="3410" y="0"/>
                    <a:pt x="3295" y="0"/>
                    <a:pt x="3215" y="58"/>
                  </a:cubicBezTo>
                  <a:cubicBezTo>
                    <a:pt x="2813" y="357"/>
                    <a:pt x="2399" y="666"/>
                    <a:pt x="1986" y="954"/>
                  </a:cubicBezTo>
                  <a:lnTo>
                    <a:pt x="1205" y="494"/>
                  </a:lnTo>
                  <a:cubicBezTo>
                    <a:pt x="1125" y="436"/>
                    <a:pt x="1010" y="448"/>
                    <a:pt x="942" y="517"/>
                  </a:cubicBezTo>
                  <a:cubicBezTo>
                    <a:pt x="861" y="586"/>
                    <a:pt x="850" y="689"/>
                    <a:pt x="884" y="781"/>
                  </a:cubicBezTo>
                  <a:lnTo>
                    <a:pt x="1228" y="1505"/>
                  </a:lnTo>
                  <a:lnTo>
                    <a:pt x="126" y="2263"/>
                  </a:lnTo>
                  <a:cubicBezTo>
                    <a:pt x="34" y="2319"/>
                    <a:pt x="0" y="2434"/>
                    <a:pt x="34" y="2526"/>
                  </a:cubicBezTo>
                  <a:cubicBezTo>
                    <a:pt x="69" y="2630"/>
                    <a:pt x="172" y="2687"/>
                    <a:pt x="276" y="2676"/>
                  </a:cubicBezTo>
                  <a:cubicBezTo>
                    <a:pt x="758" y="2618"/>
                    <a:pt x="1240" y="2584"/>
                    <a:pt x="1733" y="2572"/>
                  </a:cubicBezTo>
                  <a:lnTo>
                    <a:pt x="2044" y="3238"/>
                  </a:lnTo>
                  <a:cubicBezTo>
                    <a:pt x="2090" y="3319"/>
                    <a:pt x="2170" y="3365"/>
                    <a:pt x="2262" y="3365"/>
                  </a:cubicBezTo>
                  <a:cubicBezTo>
                    <a:pt x="2353" y="3365"/>
                    <a:pt x="2434" y="3307"/>
                    <a:pt x="2468" y="3215"/>
                  </a:cubicBezTo>
                  <a:lnTo>
                    <a:pt x="2710" y="2561"/>
                  </a:lnTo>
                  <a:cubicBezTo>
                    <a:pt x="3054" y="2572"/>
                    <a:pt x="3387" y="2595"/>
                    <a:pt x="3731" y="2618"/>
                  </a:cubicBezTo>
                  <a:cubicBezTo>
                    <a:pt x="3858" y="2630"/>
                    <a:pt x="3961" y="2538"/>
                    <a:pt x="3973" y="2411"/>
                  </a:cubicBezTo>
                  <a:lnTo>
                    <a:pt x="3973" y="240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2"/>
            <p:cNvSpPr/>
            <p:nvPr/>
          </p:nvSpPr>
          <p:spPr>
            <a:xfrm>
              <a:off x="1171856" y="4093639"/>
              <a:ext cx="146104" cy="122521"/>
            </a:xfrm>
            <a:custGeom>
              <a:rect b="b" l="l" r="r" t="t"/>
              <a:pathLst>
                <a:path extrusionOk="0" h="3351" w="3996">
                  <a:moveTo>
                    <a:pt x="2859" y="871"/>
                  </a:moveTo>
                  <a:lnTo>
                    <a:pt x="2675" y="1353"/>
                  </a:lnTo>
                  <a:lnTo>
                    <a:pt x="2411" y="1203"/>
                  </a:lnTo>
                  <a:cubicBezTo>
                    <a:pt x="2560" y="1088"/>
                    <a:pt x="2710" y="986"/>
                    <a:pt x="2859" y="871"/>
                  </a:cubicBezTo>
                  <a:close/>
                  <a:moveTo>
                    <a:pt x="2009" y="1491"/>
                  </a:moveTo>
                  <a:lnTo>
                    <a:pt x="2514" y="1789"/>
                  </a:lnTo>
                  <a:lnTo>
                    <a:pt x="2399" y="2088"/>
                  </a:lnTo>
                  <a:lnTo>
                    <a:pt x="2021" y="2088"/>
                  </a:lnTo>
                  <a:lnTo>
                    <a:pt x="1802" y="1640"/>
                  </a:lnTo>
                  <a:cubicBezTo>
                    <a:pt x="1871" y="1594"/>
                    <a:pt x="1940" y="1537"/>
                    <a:pt x="2009" y="1491"/>
                  </a:cubicBezTo>
                  <a:close/>
                  <a:moveTo>
                    <a:pt x="2904" y="2030"/>
                  </a:moveTo>
                  <a:lnTo>
                    <a:pt x="3042" y="2111"/>
                  </a:lnTo>
                  <a:cubicBezTo>
                    <a:pt x="2985" y="2099"/>
                    <a:pt x="2939" y="2099"/>
                    <a:pt x="2882" y="2099"/>
                  </a:cubicBezTo>
                  <a:lnTo>
                    <a:pt x="2904" y="2030"/>
                  </a:lnTo>
                  <a:close/>
                  <a:moveTo>
                    <a:pt x="1424" y="1904"/>
                  </a:moveTo>
                  <a:lnTo>
                    <a:pt x="1516" y="2111"/>
                  </a:lnTo>
                  <a:cubicBezTo>
                    <a:pt x="1378" y="2111"/>
                    <a:pt x="1240" y="2122"/>
                    <a:pt x="1102" y="2134"/>
                  </a:cubicBezTo>
                  <a:cubicBezTo>
                    <a:pt x="1205" y="2053"/>
                    <a:pt x="1320" y="1984"/>
                    <a:pt x="1424" y="1904"/>
                  </a:cubicBezTo>
                  <a:close/>
                  <a:moveTo>
                    <a:pt x="3352" y="1"/>
                  </a:moveTo>
                  <a:cubicBezTo>
                    <a:pt x="3304" y="1"/>
                    <a:pt x="3255" y="15"/>
                    <a:pt x="3215" y="44"/>
                  </a:cubicBezTo>
                  <a:cubicBezTo>
                    <a:pt x="2813" y="343"/>
                    <a:pt x="2399" y="652"/>
                    <a:pt x="1986" y="940"/>
                  </a:cubicBezTo>
                  <a:lnTo>
                    <a:pt x="1205" y="480"/>
                  </a:lnTo>
                  <a:cubicBezTo>
                    <a:pt x="1171" y="455"/>
                    <a:pt x="1130" y="443"/>
                    <a:pt x="1089" y="443"/>
                  </a:cubicBezTo>
                  <a:cubicBezTo>
                    <a:pt x="1035" y="443"/>
                    <a:pt x="981" y="464"/>
                    <a:pt x="942" y="503"/>
                  </a:cubicBezTo>
                  <a:cubicBezTo>
                    <a:pt x="861" y="572"/>
                    <a:pt x="850" y="675"/>
                    <a:pt x="884" y="767"/>
                  </a:cubicBezTo>
                  <a:lnTo>
                    <a:pt x="1228" y="1491"/>
                  </a:lnTo>
                  <a:lnTo>
                    <a:pt x="126" y="2249"/>
                  </a:lnTo>
                  <a:cubicBezTo>
                    <a:pt x="34" y="2305"/>
                    <a:pt x="0" y="2420"/>
                    <a:pt x="34" y="2512"/>
                  </a:cubicBezTo>
                  <a:cubicBezTo>
                    <a:pt x="66" y="2607"/>
                    <a:pt x="155" y="2663"/>
                    <a:pt x="250" y="2663"/>
                  </a:cubicBezTo>
                  <a:cubicBezTo>
                    <a:pt x="259" y="2663"/>
                    <a:pt x="267" y="2663"/>
                    <a:pt x="276" y="2662"/>
                  </a:cubicBezTo>
                  <a:cubicBezTo>
                    <a:pt x="758" y="2604"/>
                    <a:pt x="1240" y="2570"/>
                    <a:pt x="1733" y="2558"/>
                  </a:cubicBezTo>
                  <a:lnTo>
                    <a:pt x="2044" y="3224"/>
                  </a:lnTo>
                  <a:cubicBezTo>
                    <a:pt x="2090" y="3305"/>
                    <a:pt x="2170" y="3351"/>
                    <a:pt x="2262" y="3351"/>
                  </a:cubicBezTo>
                  <a:cubicBezTo>
                    <a:pt x="2353" y="3351"/>
                    <a:pt x="2434" y="3293"/>
                    <a:pt x="2468" y="3201"/>
                  </a:cubicBezTo>
                  <a:lnTo>
                    <a:pt x="2710" y="2547"/>
                  </a:lnTo>
                  <a:cubicBezTo>
                    <a:pt x="3054" y="2558"/>
                    <a:pt x="3387" y="2581"/>
                    <a:pt x="3731" y="2604"/>
                  </a:cubicBezTo>
                  <a:cubicBezTo>
                    <a:pt x="3739" y="2605"/>
                    <a:pt x="3746" y="2605"/>
                    <a:pt x="3753" y="2605"/>
                  </a:cubicBezTo>
                  <a:cubicBezTo>
                    <a:pt x="3870" y="2605"/>
                    <a:pt x="3961" y="2517"/>
                    <a:pt x="3973" y="2397"/>
                  </a:cubicBezTo>
                  <a:lnTo>
                    <a:pt x="3973" y="2386"/>
                  </a:lnTo>
                  <a:lnTo>
                    <a:pt x="3973" y="2317"/>
                  </a:lnTo>
                  <a:cubicBezTo>
                    <a:pt x="3996" y="2226"/>
                    <a:pt x="3950" y="2122"/>
                    <a:pt x="3869" y="2065"/>
                  </a:cubicBezTo>
                  <a:lnTo>
                    <a:pt x="3077" y="1594"/>
                  </a:lnTo>
                  <a:lnTo>
                    <a:pt x="3559" y="308"/>
                  </a:lnTo>
                  <a:cubicBezTo>
                    <a:pt x="3605" y="216"/>
                    <a:pt x="3570" y="101"/>
                    <a:pt x="3490" y="44"/>
                  </a:cubicBezTo>
                  <a:cubicBezTo>
                    <a:pt x="3450" y="15"/>
                    <a:pt x="3401" y="1"/>
                    <a:pt x="33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32"/>
          <p:cNvSpPr/>
          <p:nvPr/>
        </p:nvSpPr>
        <p:spPr>
          <a:xfrm>
            <a:off x="8601038" y="4718179"/>
            <a:ext cx="78938" cy="74405"/>
          </a:xfrm>
          <a:custGeom>
            <a:rect b="b" l="l" r="r" t="t"/>
            <a:pathLst>
              <a:path extrusionOk="0" h="2035" w="2159">
                <a:moveTo>
                  <a:pt x="878" y="1"/>
                </a:moveTo>
                <a:cubicBezTo>
                  <a:pt x="846" y="1"/>
                  <a:pt x="813" y="8"/>
                  <a:pt x="781" y="24"/>
                </a:cubicBezTo>
                <a:cubicBezTo>
                  <a:pt x="689" y="59"/>
                  <a:pt x="643" y="162"/>
                  <a:pt x="655" y="254"/>
                </a:cubicBezTo>
                <a:lnTo>
                  <a:pt x="689" y="598"/>
                </a:lnTo>
                <a:cubicBezTo>
                  <a:pt x="518" y="656"/>
                  <a:pt x="345" y="702"/>
                  <a:pt x="173" y="748"/>
                </a:cubicBezTo>
                <a:cubicBezTo>
                  <a:pt x="69" y="782"/>
                  <a:pt x="0" y="874"/>
                  <a:pt x="12" y="989"/>
                </a:cubicBezTo>
                <a:cubicBezTo>
                  <a:pt x="12" y="1103"/>
                  <a:pt x="104" y="1184"/>
                  <a:pt x="219" y="1195"/>
                </a:cubicBezTo>
                <a:cubicBezTo>
                  <a:pt x="391" y="1218"/>
                  <a:pt x="575" y="1241"/>
                  <a:pt x="758" y="1276"/>
                </a:cubicBezTo>
                <a:lnTo>
                  <a:pt x="816" y="1838"/>
                </a:lnTo>
                <a:cubicBezTo>
                  <a:pt x="826" y="1947"/>
                  <a:pt x="930" y="2035"/>
                  <a:pt x="1048" y="2035"/>
                </a:cubicBezTo>
                <a:cubicBezTo>
                  <a:pt x="1055" y="2035"/>
                  <a:pt x="1062" y="2034"/>
                  <a:pt x="1069" y="2034"/>
                </a:cubicBezTo>
                <a:cubicBezTo>
                  <a:pt x="1195" y="2022"/>
                  <a:pt x="1275" y="1919"/>
                  <a:pt x="1275" y="1792"/>
                </a:cubicBezTo>
                <a:cubicBezTo>
                  <a:pt x="1263" y="1666"/>
                  <a:pt x="1275" y="1540"/>
                  <a:pt x="1321" y="1402"/>
                </a:cubicBezTo>
                <a:cubicBezTo>
                  <a:pt x="1505" y="1448"/>
                  <a:pt x="1677" y="1506"/>
                  <a:pt x="1849" y="1575"/>
                </a:cubicBezTo>
                <a:cubicBezTo>
                  <a:pt x="1878" y="1585"/>
                  <a:pt x="1907" y="1590"/>
                  <a:pt x="1936" y="1590"/>
                </a:cubicBezTo>
                <a:cubicBezTo>
                  <a:pt x="2029" y="1590"/>
                  <a:pt x="2113" y="1534"/>
                  <a:pt x="2148" y="1437"/>
                </a:cubicBezTo>
                <a:cubicBezTo>
                  <a:pt x="2159" y="1414"/>
                  <a:pt x="2159" y="1391"/>
                  <a:pt x="2159" y="1368"/>
                </a:cubicBezTo>
                <a:cubicBezTo>
                  <a:pt x="2159" y="1276"/>
                  <a:pt x="2102" y="1184"/>
                  <a:pt x="2010" y="1149"/>
                </a:cubicBezTo>
                <a:cubicBezTo>
                  <a:pt x="2010" y="1149"/>
                  <a:pt x="1998" y="1149"/>
                  <a:pt x="1998" y="1138"/>
                </a:cubicBezTo>
                <a:lnTo>
                  <a:pt x="1987" y="1138"/>
                </a:lnTo>
                <a:cubicBezTo>
                  <a:pt x="1883" y="1023"/>
                  <a:pt x="1792" y="909"/>
                  <a:pt x="1689" y="794"/>
                </a:cubicBezTo>
                <a:cubicBezTo>
                  <a:pt x="1781" y="690"/>
                  <a:pt x="1872" y="587"/>
                  <a:pt x="1987" y="483"/>
                </a:cubicBezTo>
                <a:cubicBezTo>
                  <a:pt x="2067" y="403"/>
                  <a:pt x="2079" y="277"/>
                  <a:pt x="2010" y="174"/>
                </a:cubicBezTo>
                <a:cubicBezTo>
                  <a:pt x="1966" y="116"/>
                  <a:pt x="1899" y="85"/>
                  <a:pt x="1833" y="85"/>
                </a:cubicBezTo>
                <a:cubicBezTo>
                  <a:pt x="1794" y="85"/>
                  <a:pt x="1756" y="95"/>
                  <a:pt x="1723" y="116"/>
                </a:cubicBezTo>
                <a:cubicBezTo>
                  <a:pt x="1574" y="197"/>
                  <a:pt x="1436" y="277"/>
                  <a:pt x="1286" y="346"/>
                </a:cubicBezTo>
                <a:cubicBezTo>
                  <a:pt x="1206" y="254"/>
                  <a:pt x="1126" y="162"/>
                  <a:pt x="1046" y="82"/>
                </a:cubicBezTo>
                <a:cubicBezTo>
                  <a:pt x="1000" y="29"/>
                  <a:pt x="940" y="1"/>
                  <a:pt x="8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32"/>
          <p:cNvGrpSpPr/>
          <p:nvPr/>
        </p:nvGrpSpPr>
        <p:grpSpPr>
          <a:xfrm>
            <a:off x="523524" y="4531563"/>
            <a:ext cx="392968" cy="290451"/>
            <a:chOff x="-1078188" y="2374200"/>
            <a:chExt cx="392968" cy="290451"/>
          </a:xfrm>
        </p:grpSpPr>
        <p:grpSp>
          <p:nvGrpSpPr>
            <p:cNvPr id="360" name="Google Shape;360;p32"/>
            <p:cNvGrpSpPr/>
            <p:nvPr/>
          </p:nvGrpSpPr>
          <p:grpSpPr>
            <a:xfrm>
              <a:off x="-809971" y="2374200"/>
              <a:ext cx="124751" cy="144349"/>
              <a:chOff x="-809971" y="2374200"/>
              <a:chExt cx="124751" cy="144349"/>
            </a:xfrm>
          </p:grpSpPr>
          <p:sp>
            <p:nvSpPr>
              <p:cNvPr id="361" name="Google Shape;361;p32"/>
              <p:cNvSpPr/>
              <p:nvPr/>
            </p:nvSpPr>
            <p:spPr>
              <a:xfrm>
                <a:off x="-809971" y="2374310"/>
                <a:ext cx="124313" cy="144239"/>
              </a:xfrm>
              <a:custGeom>
                <a:rect b="b" l="l" r="r" t="t"/>
                <a:pathLst>
                  <a:path extrusionOk="0" h="3945" w="3400">
                    <a:moveTo>
                      <a:pt x="860" y="1"/>
                    </a:moveTo>
                    <a:cubicBezTo>
                      <a:pt x="830" y="1"/>
                      <a:pt x="799" y="6"/>
                      <a:pt x="770" y="18"/>
                    </a:cubicBezTo>
                    <a:cubicBezTo>
                      <a:pt x="712" y="41"/>
                      <a:pt x="678" y="75"/>
                      <a:pt x="656" y="133"/>
                    </a:cubicBezTo>
                    <a:cubicBezTo>
                      <a:pt x="644" y="144"/>
                      <a:pt x="633" y="167"/>
                      <a:pt x="633" y="179"/>
                    </a:cubicBezTo>
                    <a:lnTo>
                      <a:pt x="633" y="225"/>
                    </a:lnTo>
                    <a:lnTo>
                      <a:pt x="633" y="259"/>
                    </a:lnTo>
                    <a:cubicBezTo>
                      <a:pt x="633" y="282"/>
                      <a:pt x="633" y="293"/>
                      <a:pt x="644" y="316"/>
                    </a:cubicBezTo>
                    <a:cubicBezTo>
                      <a:pt x="690" y="649"/>
                      <a:pt x="724" y="982"/>
                      <a:pt x="758" y="1327"/>
                    </a:cubicBezTo>
                    <a:cubicBezTo>
                      <a:pt x="770" y="1453"/>
                      <a:pt x="781" y="1579"/>
                      <a:pt x="781" y="1705"/>
                    </a:cubicBezTo>
                    <a:lnTo>
                      <a:pt x="196" y="2016"/>
                    </a:lnTo>
                    <a:lnTo>
                      <a:pt x="127" y="2050"/>
                    </a:lnTo>
                    <a:cubicBezTo>
                      <a:pt x="47" y="2085"/>
                      <a:pt x="1" y="2176"/>
                      <a:pt x="1" y="2268"/>
                    </a:cubicBezTo>
                    <a:cubicBezTo>
                      <a:pt x="13" y="2325"/>
                      <a:pt x="47" y="2394"/>
                      <a:pt x="92" y="2429"/>
                    </a:cubicBezTo>
                    <a:lnTo>
                      <a:pt x="161" y="2463"/>
                    </a:lnTo>
                    <a:lnTo>
                      <a:pt x="816" y="2693"/>
                    </a:lnTo>
                    <a:lnTo>
                      <a:pt x="816" y="2819"/>
                    </a:lnTo>
                    <a:cubicBezTo>
                      <a:pt x="827" y="2991"/>
                      <a:pt x="816" y="3164"/>
                      <a:pt x="816" y="3336"/>
                    </a:cubicBezTo>
                    <a:cubicBezTo>
                      <a:pt x="816" y="3462"/>
                      <a:pt x="804" y="3588"/>
                      <a:pt x="804" y="3703"/>
                    </a:cubicBezTo>
                    <a:cubicBezTo>
                      <a:pt x="793" y="3761"/>
                      <a:pt x="816" y="3807"/>
                      <a:pt x="839" y="3841"/>
                    </a:cubicBezTo>
                    <a:cubicBezTo>
                      <a:pt x="850" y="3864"/>
                      <a:pt x="862" y="3876"/>
                      <a:pt x="873" y="3887"/>
                    </a:cubicBezTo>
                    <a:cubicBezTo>
                      <a:pt x="885" y="3899"/>
                      <a:pt x="896" y="3910"/>
                      <a:pt x="908" y="3910"/>
                    </a:cubicBezTo>
                    <a:cubicBezTo>
                      <a:pt x="942" y="3933"/>
                      <a:pt x="977" y="3945"/>
                      <a:pt x="1011" y="3945"/>
                    </a:cubicBezTo>
                    <a:lnTo>
                      <a:pt x="1023" y="3945"/>
                    </a:lnTo>
                    <a:cubicBezTo>
                      <a:pt x="1046" y="3945"/>
                      <a:pt x="1069" y="3945"/>
                      <a:pt x="1092" y="3933"/>
                    </a:cubicBezTo>
                    <a:cubicBezTo>
                      <a:pt x="1116" y="3938"/>
                      <a:pt x="1138" y="3941"/>
                      <a:pt x="1158" y="3941"/>
                    </a:cubicBezTo>
                    <a:cubicBezTo>
                      <a:pt x="1187" y="3941"/>
                      <a:pt x="1214" y="3935"/>
                      <a:pt x="1241" y="3922"/>
                    </a:cubicBezTo>
                    <a:lnTo>
                      <a:pt x="1253" y="3910"/>
                    </a:lnTo>
                    <a:cubicBezTo>
                      <a:pt x="1264" y="3910"/>
                      <a:pt x="1276" y="3899"/>
                      <a:pt x="1276" y="3899"/>
                    </a:cubicBezTo>
                    <a:lnTo>
                      <a:pt x="1344" y="3830"/>
                    </a:lnTo>
                    <a:lnTo>
                      <a:pt x="1585" y="3371"/>
                    </a:lnTo>
                    <a:lnTo>
                      <a:pt x="1792" y="3026"/>
                    </a:lnTo>
                    <a:lnTo>
                      <a:pt x="3078" y="3462"/>
                    </a:lnTo>
                    <a:lnTo>
                      <a:pt x="3090" y="3473"/>
                    </a:lnTo>
                    <a:cubicBezTo>
                      <a:pt x="3108" y="3478"/>
                      <a:pt x="3128" y="3480"/>
                      <a:pt x="3148" y="3480"/>
                    </a:cubicBezTo>
                    <a:cubicBezTo>
                      <a:pt x="3226" y="3480"/>
                      <a:pt x="3308" y="3446"/>
                      <a:pt x="3353" y="3382"/>
                    </a:cubicBezTo>
                    <a:cubicBezTo>
                      <a:pt x="3365" y="3359"/>
                      <a:pt x="3376" y="3336"/>
                      <a:pt x="3376" y="3313"/>
                    </a:cubicBezTo>
                    <a:cubicBezTo>
                      <a:pt x="3399" y="3256"/>
                      <a:pt x="3388" y="3175"/>
                      <a:pt x="3342" y="3118"/>
                    </a:cubicBezTo>
                    <a:lnTo>
                      <a:pt x="3342" y="3106"/>
                    </a:lnTo>
                    <a:cubicBezTo>
                      <a:pt x="3284" y="3049"/>
                      <a:pt x="3238" y="2980"/>
                      <a:pt x="3181" y="2911"/>
                    </a:cubicBezTo>
                    <a:cubicBezTo>
                      <a:pt x="3147" y="2865"/>
                      <a:pt x="3101" y="2819"/>
                      <a:pt x="3067" y="2762"/>
                    </a:cubicBezTo>
                    <a:cubicBezTo>
                      <a:pt x="2837" y="2486"/>
                      <a:pt x="2618" y="2199"/>
                      <a:pt x="2401" y="1912"/>
                    </a:cubicBezTo>
                    <a:lnTo>
                      <a:pt x="2435" y="1855"/>
                    </a:lnTo>
                    <a:lnTo>
                      <a:pt x="2848" y="1120"/>
                    </a:lnTo>
                    <a:cubicBezTo>
                      <a:pt x="2860" y="1085"/>
                      <a:pt x="2871" y="1051"/>
                      <a:pt x="2871" y="1016"/>
                    </a:cubicBezTo>
                    <a:lnTo>
                      <a:pt x="2871" y="959"/>
                    </a:lnTo>
                    <a:cubicBezTo>
                      <a:pt x="2860" y="925"/>
                      <a:pt x="2837" y="891"/>
                      <a:pt x="2814" y="856"/>
                    </a:cubicBezTo>
                    <a:cubicBezTo>
                      <a:pt x="2802" y="845"/>
                      <a:pt x="2779" y="833"/>
                      <a:pt x="2768" y="822"/>
                    </a:cubicBezTo>
                    <a:cubicBezTo>
                      <a:pt x="2733" y="799"/>
                      <a:pt x="2676" y="787"/>
                      <a:pt x="2630" y="787"/>
                    </a:cubicBezTo>
                    <a:lnTo>
                      <a:pt x="2584" y="787"/>
                    </a:lnTo>
                    <a:cubicBezTo>
                      <a:pt x="2572" y="799"/>
                      <a:pt x="2561" y="799"/>
                      <a:pt x="2538" y="810"/>
                    </a:cubicBezTo>
                    <a:lnTo>
                      <a:pt x="1838" y="1177"/>
                    </a:lnTo>
                    <a:cubicBezTo>
                      <a:pt x="1792" y="1120"/>
                      <a:pt x="1758" y="1062"/>
                      <a:pt x="1712" y="1005"/>
                    </a:cubicBezTo>
                    <a:cubicBezTo>
                      <a:pt x="1585" y="833"/>
                      <a:pt x="1447" y="649"/>
                      <a:pt x="1321" y="477"/>
                    </a:cubicBezTo>
                    <a:lnTo>
                      <a:pt x="1046" y="98"/>
                    </a:lnTo>
                    <a:cubicBezTo>
                      <a:pt x="1011" y="64"/>
                      <a:pt x="988" y="29"/>
                      <a:pt x="942" y="18"/>
                    </a:cubicBezTo>
                    <a:cubicBezTo>
                      <a:pt x="919" y="6"/>
                      <a:pt x="890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32"/>
              <p:cNvSpPr/>
              <p:nvPr/>
            </p:nvSpPr>
            <p:spPr>
              <a:xfrm>
                <a:off x="-809971" y="2374200"/>
                <a:ext cx="124751" cy="144349"/>
              </a:xfrm>
              <a:custGeom>
                <a:rect b="b" l="l" r="r" t="t"/>
                <a:pathLst>
                  <a:path extrusionOk="0" h="3948" w="3412">
                    <a:moveTo>
                      <a:pt x="1184" y="1065"/>
                    </a:moveTo>
                    <a:lnTo>
                      <a:pt x="1184" y="1065"/>
                    </a:lnTo>
                    <a:cubicBezTo>
                      <a:pt x="1264" y="1169"/>
                      <a:pt x="1344" y="1284"/>
                      <a:pt x="1424" y="1387"/>
                    </a:cubicBezTo>
                    <a:lnTo>
                      <a:pt x="1230" y="1491"/>
                    </a:lnTo>
                    <a:cubicBezTo>
                      <a:pt x="1218" y="1353"/>
                      <a:pt x="1207" y="1203"/>
                      <a:pt x="1184" y="1065"/>
                    </a:cubicBezTo>
                    <a:close/>
                    <a:moveTo>
                      <a:pt x="1700" y="1754"/>
                    </a:moveTo>
                    <a:cubicBezTo>
                      <a:pt x="1758" y="1823"/>
                      <a:pt x="1804" y="1892"/>
                      <a:pt x="1861" y="1961"/>
                    </a:cubicBezTo>
                    <a:lnTo>
                      <a:pt x="1574" y="2466"/>
                    </a:lnTo>
                    <a:lnTo>
                      <a:pt x="1276" y="2363"/>
                    </a:lnTo>
                    <a:cubicBezTo>
                      <a:pt x="1264" y="2236"/>
                      <a:pt x="1264" y="2111"/>
                      <a:pt x="1253" y="1984"/>
                    </a:cubicBezTo>
                    <a:lnTo>
                      <a:pt x="1700" y="1754"/>
                    </a:lnTo>
                    <a:close/>
                    <a:moveTo>
                      <a:pt x="2159" y="2351"/>
                    </a:moveTo>
                    <a:cubicBezTo>
                      <a:pt x="2274" y="2501"/>
                      <a:pt x="2389" y="2650"/>
                      <a:pt x="2504" y="2788"/>
                    </a:cubicBezTo>
                    <a:lnTo>
                      <a:pt x="2010" y="2627"/>
                    </a:lnTo>
                    <a:lnTo>
                      <a:pt x="2159" y="2351"/>
                    </a:lnTo>
                    <a:close/>
                    <a:moveTo>
                      <a:pt x="1276" y="2845"/>
                    </a:moveTo>
                    <a:lnTo>
                      <a:pt x="1355" y="2879"/>
                    </a:lnTo>
                    <a:lnTo>
                      <a:pt x="1276" y="3006"/>
                    </a:lnTo>
                    <a:lnTo>
                      <a:pt x="1276" y="2845"/>
                    </a:lnTo>
                    <a:close/>
                    <a:moveTo>
                      <a:pt x="857" y="1"/>
                    </a:moveTo>
                    <a:cubicBezTo>
                      <a:pt x="827" y="1"/>
                      <a:pt x="798" y="7"/>
                      <a:pt x="770" y="21"/>
                    </a:cubicBezTo>
                    <a:cubicBezTo>
                      <a:pt x="678" y="55"/>
                      <a:pt x="621" y="159"/>
                      <a:pt x="633" y="262"/>
                    </a:cubicBezTo>
                    <a:cubicBezTo>
                      <a:pt x="701" y="744"/>
                      <a:pt x="758" y="1226"/>
                      <a:pt x="781" y="1708"/>
                    </a:cubicBezTo>
                    <a:lnTo>
                      <a:pt x="127" y="2053"/>
                    </a:lnTo>
                    <a:cubicBezTo>
                      <a:pt x="47" y="2088"/>
                      <a:pt x="1" y="2179"/>
                      <a:pt x="1" y="2271"/>
                    </a:cubicBezTo>
                    <a:cubicBezTo>
                      <a:pt x="13" y="2363"/>
                      <a:pt x="70" y="2432"/>
                      <a:pt x="161" y="2466"/>
                    </a:cubicBezTo>
                    <a:lnTo>
                      <a:pt x="816" y="2696"/>
                    </a:lnTo>
                    <a:cubicBezTo>
                      <a:pt x="827" y="3029"/>
                      <a:pt x="816" y="3374"/>
                      <a:pt x="804" y="3706"/>
                    </a:cubicBezTo>
                    <a:cubicBezTo>
                      <a:pt x="793" y="3833"/>
                      <a:pt x="885" y="3948"/>
                      <a:pt x="1011" y="3948"/>
                    </a:cubicBezTo>
                    <a:lnTo>
                      <a:pt x="1023" y="3948"/>
                    </a:lnTo>
                    <a:cubicBezTo>
                      <a:pt x="1046" y="3948"/>
                      <a:pt x="1069" y="3948"/>
                      <a:pt x="1092" y="3936"/>
                    </a:cubicBezTo>
                    <a:cubicBezTo>
                      <a:pt x="1108" y="3940"/>
                      <a:pt x="1124" y="3942"/>
                      <a:pt x="1141" y="3942"/>
                    </a:cubicBezTo>
                    <a:cubicBezTo>
                      <a:pt x="1218" y="3942"/>
                      <a:pt x="1297" y="3899"/>
                      <a:pt x="1344" y="3833"/>
                    </a:cubicBezTo>
                    <a:lnTo>
                      <a:pt x="1792" y="3029"/>
                    </a:lnTo>
                    <a:lnTo>
                      <a:pt x="3090" y="3476"/>
                    </a:lnTo>
                    <a:cubicBezTo>
                      <a:pt x="3108" y="3481"/>
                      <a:pt x="3128" y="3483"/>
                      <a:pt x="3148" y="3483"/>
                    </a:cubicBezTo>
                    <a:cubicBezTo>
                      <a:pt x="3226" y="3483"/>
                      <a:pt x="3308" y="3449"/>
                      <a:pt x="3353" y="3385"/>
                    </a:cubicBezTo>
                    <a:cubicBezTo>
                      <a:pt x="3411" y="3305"/>
                      <a:pt x="3399" y="3190"/>
                      <a:pt x="3342" y="3109"/>
                    </a:cubicBezTo>
                    <a:cubicBezTo>
                      <a:pt x="3021" y="2719"/>
                      <a:pt x="2710" y="2317"/>
                      <a:pt x="2401" y="1915"/>
                    </a:cubicBezTo>
                    <a:lnTo>
                      <a:pt x="2848" y="1123"/>
                    </a:lnTo>
                    <a:cubicBezTo>
                      <a:pt x="2894" y="1042"/>
                      <a:pt x="2883" y="928"/>
                      <a:pt x="2814" y="859"/>
                    </a:cubicBezTo>
                    <a:cubicBezTo>
                      <a:pt x="2770" y="814"/>
                      <a:pt x="2706" y="789"/>
                      <a:pt x="2642" y="789"/>
                    </a:cubicBezTo>
                    <a:cubicBezTo>
                      <a:pt x="2606" y="789"/>
                      <a:pt x="2571" y="796"/>
                      <a:pt x="2538" y="813"/>
                    </a:cubicBezTo>
                    <a:lnTo>
                      <a:pt x="1838" y="1180"/>
                    </a:lnTo>
                    <a:cubicBezTo>
                      <a:pt x="1562" y="813"/>
                      <a:pt x="1298" y="457"/>
                      <a:pt x="1046" y="101"/>
                    </a:cubicBezTo>
                    <a:cubicBezTo>
                      <a:pt x="998" y="37"/>
                      <a:pt x="927" y="1"/>
                      <a:pt x="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" name="Google Shape;363;p32"/>
            <p:cNvGrpSpPr/>
            <p:nvPr/>
          </p:nvGrpSpPr>
          <p:grpSpPr>
            <a:xfrm>
              <a:off x="-1078188" y="2511746"/>
              <a:ext cx="104532" cy="152904"/>
              <a:chOff x="-1078188" y="2511746"/>
              <a:chExt cx="104532" cy="152904"/>
            </a:xfrm>
          </p:grpSpPr>
          <p:sp>
            <p:nvSpPr>
              <p:cNvPr id="364" name="Google Shape;364;p32"/>
              <p:cNvSpPr/>
              <p:nvPr/>
            </p:nvSpPr>
            <p:spPr>
              <a:xfrm>
                <a:off x="-1078188" y="2511783"/>
                <a:ext cx="103691" cy="152868"/>
              </a:xfrm>
              <a:custGeom>
                <a:rect b="b" l="l" r="r" t="t"/>
                <a:pathLst>
                  <a:path extrusionOk="0" h="4181" w="2836">
                    <a:moveTo>
                      <a:pt x="1263" y="1"/>
                    </a:moveTo>
                    <a:cubicBezTo>
                      <a:pt x="1149" y="12"/>
                      <a:pt x="1057" y="104"/>
                      <a:pt x="1057" y="219"/>
                    </a:cubicBezTo>
                    <a:cubicBezTo>
                      <a:pt x="1045" y="655"/>
                      <a:pt x="1022" y="1103"/>
                      <a:pt x="976" y="1539"/>
                    </a:cubicBezTo>
                    <a:cubicBezTo>
                      <a:pt x="976" y="1596"/>
                      <a:pt x="965" y="1654"/>
                      <a:pt x="953" y="1711"/>
                    </a:cubicBezTo>
                    <a:cubicBezTo>
                      <a:pt x="746" y="1769"/>
                      <a:pt x="529" y="1803"/>
                      <a:pt x="310" y="1826"/>
                    </a:cubicBezTo>
                    <a:lnTo>
                      <a:pt x="230" y="1826"/>
                    </a:lnTo>
                    <a:cubicBezTo>
                      <a:pt x="149" y="1838"/>
                      <a:pt x="69" y="1884"/>
                      <a:pt x="34" y="1964"/>
                    </a:cubicBezTo>
                    <a:cubicBezTo>
                      <a:pt x="34" y="1976"/>
                      <a:pt x="23" y="1999"/>
                      <a:pt x="23" y="2033"/>
                    </a:cubicBezTo>
                    <a:cubicBezTo>
                      <a:pt x="0" y="2136"/>
                      <a:pt x="69" y="2239"/>
                      <a:pt x="172" y="2274"/>
                    </a:cubicBezTo>
                    <a:cubicBezTo>
                      <a:pt x="345" y="2331"/>
                      <a:pt x="529" y="2400"/>
                      <a:pt x="700" y="2481"/>
                    </a:cubicBezTo>
                    <a:cubicBezTo>
                      <a:pt x="746" y="2492"/>
                      <a:pt x="792" y="2515"/>
                      <a:pt x="838" y="2538"/>
                    </a:cubicBezTo>
                    <a:cubicBezTo>
                      <a:pt x="804" y="2767"/>
                      <a:pt x="758" y="2986"/>
                      <a:pt x="712" y="3216"/>
                    </a:cubicBezTo>
                    <a:cubicBezTo>
                      <a:pt x="666" y="3433"/>
                      <a:pt x="620" y="3663"/>
                      <a:pt x="563" y="3882"/>
                    </a:cubicBezTo>
                    <a:cubicBezTo>
                      <a:pt x="552" y="3916"/>
                      <a:pt x="552" y="3951"/>
                      <a:pt x="552" y="3985"/>
                    </a:cubicBezTo>
                    <a:cubicBezTo>
                      <a:pt x="563" y="4042"/>
                      <a:pt x="608" y="4099"/>
                      <a:pt x="666" y="4134"/>
                    </a:cubicBezTo>
                    <a:cubicBezTo>
                      <a:pt x="677" y="4145"/>
                      <a:pt x="700" y="4157"/>
                      <a:pt x="723" y="4157"/>
                    </a:cubicBezTo>
                    <a:cubicBezTo>
                      <a:pt x="723" y="4168"/>
                      <a:pt x="735" y="4168"/>
                      <a:pt x="746" y="4168"/>
                    </a:cubicBezTo>
                    <a:lnTo>
                      <a:pt x="827" y="4168"/>
                    </a:lnTo>
                    <a:cubicBezTo>
                      <a:pt x="861" y="4180"/>
                      <a:pt x="884" y="4180"/>
                      <a:pt x="919" y="4180"/>
                    </a:cubicBezTo>
                    <a:lnTo>
                      <a:pt x="976" y="4180"/>
                    </a:lnTo>
                    <a:cubicBezTo>
                      <a:pt x="988" y="4168"/>
                      <a:pt x="988" y="4168"/>
                      <a:pt x="999" y="4168"/>
                    </a:cubicBezTo>
                    <a:cubicBezTo>
                      <a:pt x="1045" y="4157"/>
                      <a:pt x="1091" y="4111"/>
                      <a:pt x="1126" y="4065"/>
                    </a:cubicBezTo>
                    <a:cubicBezTo>
                      <a:pt x="1194" y="3928"/>
                      <a:pt x="1263" y="3790"/>
                      <a:pt x="1343" y="3652"/>
                    </a:cubicBezTo>
                    <a:cubicBezTo>
                      <a:pt x="1458" y="3456"/>
                      <a:pt x="1573" y="3262"/>
                      <a:pt x="1700" y="3066"/>
                    </a:cubicBezTo>
                    <a:cubicBezTo>
                      <a:pt x="1723" y="3043"/>
                      <a:pt x="1734" y="3020"/>
                      <a:pt x="1757" y="2986"/>
                    </a:cubicBezTo>
                    <a:cubicBezTo>
                      <a:pt x="1803" y="3020"/>
                      <a:pt x="1860" y="3043"/>
                      <a:pt x="1906" y="3078"/>
                    </a:cubicBezTo>
                    <a:cubicBezTo>
                      <a:pt x="1940" y="3101"/>
                      <a:pt x="1963" y="3112"/>
                      <a:pt x="1998" y="3135"/>
                    </a:cubicBezTo>
                    <a:cubicBezTo>
                      <a:pt x="2044" y="3170"/>
                      <a:pt x="2101" y="3193"/>
                      <a:pt x="2159" y="3227"/>
                    </a:cubicBezTo>
                    <a:cubicBezTo>
                      <a:pt x="2262" y="3296"/>
                      <a:pt x="2377" y="3376"/>
                      <a:pt x="2480" y="3445"/>
                    </a:cubicBezTo>
                    <a:cubicBezTo>
                      <a:pt x="2491" y="3445"/>
                      <a:pt x="2491" y="3456"/>
                      <a:pt x="2503" y="3456"/>
                    </a:cubicBezTo>
                    <a:cubicBezTo>
                      <a:pt x="2503" y="3456"/>
                      <a:pt x="2514" y="3468"/>
                      <a:pt x="2526" y="3468"/>
                    </a:cubicBezTo>
                    <a:lnTo>
                      <a:pt x="2537" y="3468"/>
                    </a:lnTo>
                    <a:cubicBezTo>
                      <a:pt x="2563" y="3479"/>
                      <a:pt x="2590" y="3484"/>
                      <a:pt x="2617" y="3484"/>
                    </a:cubicBezTo>
                    <a:cubicBezTo>
                      <a:pt x="2673" y="3484"/>
                      <a:pt x="2728" y="3461"/>
                      <a:pt x="2767" y="3422"/>
                    </a:cubicBezTo>
                    <a:cubicBezTo>
                      <a:pt x="2790" y="3399"/>
                      <a:pt x="2813" y="3365"/>
                      <a:pt x="2825" y="3331"/>
                    </a:cubicBezTo>
                    <a:cubicBezTo>
                      <a:pt x="2825" y="3319"/>
                      <a:pt x="2836" y="3296"/>
                      <a:pt x="2836" y="3285"/>
                    </a:cubicBezTo>
                    <a:cubicBezTo>
                      <a:pt x="2836" y="3227"/>
                      <a:pt x="2825" y="3170"/>
                      <a:pt x="2802" y="3135"/>
                    </a:cubicBezTo>
                    <a:cubicBezTo>
                      <a:pt x="2606" y="2848"/>
                      <a:pt x="2434" y="2561"/>
                      <a:pt x="2285" y="2274"/>
                    </a:cubicBezTo>
                    <a:cubicBezTo>
                      <a:pt x="2446" y="2079"/>
                      <a:pt x="2606" y="1884"/>
                      <a:pt x="2779" y="1711"/>
                    </a:cubicBezTo>
                    <a:cubicBezTo>
                      <a:pt x="2802" y="1677"/>
                      <a:pt x="2813" y="1654"/>
                      <a:pt x="2825" y="1619"/>
                    </a:cubicBezTo>
                    <a:cubicBezTo>
                      <a:pt x="2836" y="1585"/>
                      <a:pt x="2836" y="1539"/>
                      <a:pt x="2825" y="1505"/>
                    </a:cubicBezTo>
                    <a:cubicBezTo>
                      <a:pt x="2825" y="1471"/>
                      <a:pt x="2802" y="1436"/>
                      <a:pt x="2779" y="1402"/>
                    </a:cubicBezTo>
                    <a:cubicBezTo>
                      <a:pt x="2756" y="1379"/>
                      <a:pt x="2733" y="1356"/>
                      <a:pt x="2698" y="1344"/>
                    </a:cubicBezTo>
                    <a:cubicBezTo>
                      <a:pt x="2675" y="1333"/>
                      <a:pt x="2652" y="1321"/>
                      <a:pt x="2629" y="1321"/>
                    </a:cubicBezTo>
                    <a:cubicBezTo>
                      <a:pt x="2548" y="1294"/>
                      <a:pt x="2466" y="1282"/>
                      <a:pt x="2385" y="1282"/>
                    </a:cubicBezTo>
                    <a:cubicBezTo>
                      <a:pt x="2227" y="1282"/>
                      <a:pt x="2073" y="1325"/>
                      <a:pt x="1929" y="1379"/>
                    </a:cubicBezTo>
                    <a:cubicBezTo>
                      <a:pt x="1929" y="1390"/>
                      <a:pt x="1917" y="1390"/>
                      <a:pt x="1906" y="1390"/>
                    </a:cubicBezTo>
                    <a:cubicBezTo>
                      <a:pt x="1906" y="1390"/>
                      <a:pt x="1894" y="1402"/>
                      <a:pt x="1883" y="1402"/>
                    </a:cubicBezTo>
                    <a:cubicBezTo>
                      <a:pt x="1746" y="1057"/>
                      <a:pt x="1631" y="690"/>
                      <a:pt x="1539" y="333"/>
                    </a:cubicBezTo>
                    <a:cubicBezTo>
                      <a:pt x="1527" y="276"/>
                      <a:pt x="1516" y="219"/>
                      <a:pt x="1504" y="173"/>
                    </a:cubicBezTo>
                    <a:cubicBezTo>
                      <a:pt x="1504" y="162"/>
                      <a:pt x="1493" y="150"/>
                      <a:pt x="1493" y="127"/>
                    </a:cubicBezTo>
                    <a:lnTo>
                      <a:pt x="1481" y="116"/>
                    </a:lnTo>
                    <a:cubicBezTo>
                      <a:pt x="1447" y="47"/>
                      <a:pt x="1378" y="1"/>
                      <a:pt x="13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32"/>
              <p:cNvSpPr/>
              <p:nvPr/>
            </p:nvSpPr>
            <p:spPr>
              <a:xfrm>
                <a:off x="-1078188" y="2511746"/>
                <a:ext cx="104532" cy="152904"/>
              </a:xfrm>
              <a:custGeom>
                <a:rect b="b" l="l" r="r" t="t"/>
                <a:pathLst>
                  <a:path extrusionOk="0" h="4182" w="2859">
                    <a:moveTo>
                      <a:pt x="1435" y="1506"/>
                    </a:moveTo>
                    <a:cubicBezTo>
                      <a:pt x="1447" y="1528"/>
                      <a:pt x="1458" y="1551"/>
                      <a:pt x="1458" y="1563"/>
                    </a:cubicBezTo>
                    <a:cubicBezTo>
                      <a:pt x="1447" y="1574"/>
                      <a:pt x="1435" y="1574"/>
                      <a:pt x="1435" y="1574"/>
                    </a:cubicBezTo>
                    <a:lnTo>
                      <a:pt x="1435" y="1506"/>
                    </a:lnTo>
                    <a:close/>
                    <a:moveTo>
                      <a:pt x="1642" y="1988"/>
                    </a:moveTo>
                    <a:cubicBezTo>
                      <a:pt x="1677" y="2069"/>
                      <a:pt x="1711" y="2148"/>
                      <a:pt x="1746" y="2217"/>
                    </a:cubicBezTo>
                    <a:cubicBezTo>
                      <a:pt x="1700" y="2275"/>
                      <a:pt x="1654" y="2344"/>
                      <a:pt x="1619" y="2401"/>
                    </a:cubicBezTo>
                    <a:lnTo>
                      <a:pt x="1343" y="2263"/>
                    </a:lnTo>
                    <a:cubicBezTo>
                      <a:pt x="1355" y="2206"/>
                      <a:pt x="1366" y="2137"/>
                      <a:pt x="1366" y="2080"/>
                    </a:cubicBezTo>
                    <a:cubicBezTo>
                      <a:pt x="1458" y="2046"/>
                      <a:pt x="1550" y="2023"/>
                      <a:pt x="1642" y="1988"/>
                    </a:cubicBezTo>
                    <a:close/>
                    <a:moveTo>
                      <a:pt x="1274" y="2734"/>
                    </a:moveTo>
                    <a:cubicBezTo>
                      <a:pt x="1297" y="2746"/>
                      <a:pt x="1320" y="2757"/>
                      <a:pt x="1355" y="2780"/>
                    </a:cubicBezTo>
                    <a:cubicBezTo>
                      <a:pt x="1309" y="2837"/>
                      <a:pt x="1274" y="2895"/>
                      <a:pt x="1228" y="2964"/>
                    </a:cubicBezTo>
                    <a:cubicBezTo>
                      <a:pt x="1240" y="2883"/>
                      <a:pt x="1263" y="2814"/>
                      <a:pt x="1274" y="2734"/>
                    </a:cubicBezTo>
                    <a:close/>
                    <a:moveTo>
                      <a:pt x="1289" y="1"/>
                    </a:moveTo>
                    <a:cubicBezTo>
                      <a:pt x="1281" y="1"/>
                      <a:pt x="1272" y="1"/>
                      <a:pt x="1263" y="2"/>
                    </a:cubicBezTo>
                    <a:cubicBezTo>
                      <a:pt x="1149" y="13"/>
                      <a:pt x="1057" y="105"/>
                      <a:pt x="1057" y="220"/>
                    </a:cubicBezTo>
                    <a:cubicBezTo>
                      <a:pt x="1045" y="725"/>
                      <a:pt x="1011" y="1219"/>
                      <a:pt x="953" y="1712"/>
                    </a:cubicBezTo>
                    <a:cubicBezTo>
                      <a:pt x="723" y="1770"/>
                      <a:pt x="471" y="1816"/>
                      <a:pt x="230" y="1827"/>
                    </a:cubicBezTo>
                    <a:cubicBezTo>
                      <a:pt x="115" y="1839"/>
                      <a:pt x="34" y="1919"/>
                      <a:pt x="23" y="2034"/>
                    </a:cubicBezTo>
                    <a:cubicBezTo>
                      <a:pt x="0" y="2137"/>
                      <a:pt x="69" y="2240"/>
                      <a:pt x="172" y="2275"/>
                    </a:cubicBezTo>
                    <a:cubicBezTo>
                      <a:pt x="402" y="2355"/>
                      <a:pt x="620" y="2436"/>
                      <a:pt x="838" y="2539"/>
                    </a:cubicBezTo>
                    <a:cubicBezTo>
                      <a:pt x="769" y="2987"/>
                      <a:pt x="677" y="3446"/>
                      <a:pt x="563" y="3883"/>
                    </a:cubicBezTo>
                    <a:cubicBezTo>
                      <a:pt x="529" y="4008"/>
                      <a:pt x="597" y="4135"/>
                      <a:pt x="723" y="4158"/>
                    </a:cubicBezTo>
                    <a:cubicBezTo>
                      <a:pt x="758" y="4169"/>
                      <a:pt x="792" y="4169"/>
                      <a:pt x="827" y="4169"/>
                    </a:cubicBezTo>
                    <a:cubicBezTo>
                      <a:pt x="861" y="4181"/>
                      <a:pt x="884" y="4181"/>
                      <a:pt x="919" y="4181"/>
                    </a:cubicBezTo>
                    <a:cubicBezTo>
                      <a:pt x="999" y="4181"/>
                      <a:pt x="1080" y="4135"/>
                      <a:pt x="1126" y="4066"/>
                    </a:cubicBezTo>
                    <a:cubicBezTo>
                      <a:pt x="1309" y="3687"/>
                      <a:pt x="1527" y="3332"/>
                      <a:pt x="1757" y="2987"/>
                    </a:cubicBezTo>
                    <a:cubicBezTo>
                      <a:pt x="1998" y="3136"/>
                      <a:pt x="2251" y="3286"/>
                      <a:pt x="2480" y="3446"/>
                    </a:cubicBezTo>
                    <a:cubicBezTo>
                      <a:pt x="2520" y="3471"/>
                      <a:pt x="2566" y="3483"/>
                      <a:pt x="2611" y="3483"/>
                    </a:cubicBezTo>
                    <a:cubicBezTo>
                      <a:pt x="2671" y="3483"/>
                      <a:pt x="2728" y="3462"/>
                      <a:pt x="2767" y="3423"/>
                    </a:cubicBezTo>
                    <a:cubicBezTo>
                      <a:pt x="2848" y="3343"/>
                      <a:pt x="2859" y="3217"/>
                      <a:pt x="2802" y="3136"/>
                    </a:cubicBezTo>
                    <a:cubicBezTo>
                      <a:pt x="2606" y="2849"/>
                      <a:pt x="2434" y="2562"/>
                      <a:pt x="2285" y="2275"/>
                    </a:cubicBezTo>
                    <a:cubicBezTo>
                      <a:pt x="2446" y="2080"/>
                      <a:pt x="2606" y="1885"/>
                      <a:pt x="2779" y="1712"/>
                    </a:cubicBezTo>
                    <a:cubicBezTo>
                      <a:pt x="2825" y="1655"/>
                      <a:pt x="2848" y="1574"/>
                      <a:pt x="2825" y="1506"/>
                    </a:cubicBezTo>
                    <a:cubicBezTo>
                      <a:pt x="2813" y="1437"/>
                      <a:pt x="2767" y="1368"/>
                      <a:pt x="2698" y="1345"/>
                    </a:cubicBezTo>
                    <a:cubicBezTo>
                      <a:pt x="2593" y="1303"/>
                      <a:pt x="2489" y="1285"/>
                      <a:pt x="2388" y="1285"/>
                    </a:cubicBezTo>
                    <a:cubicBezTo>
                      <a:pt x="2212" y="1285"/>
                      <a:pt x="2043" y="1337"/>
                      <a:pt x="1883" y="1403"/>
                    </a:cubicBezTo>
                    <a:cubicBezTo>
                      <a:pt x="1734" y="1000"/>
                      <a:pt x="1608" y="599"/>
                      <a:pt x="1504" y="174"/>
                    </a:cubicBezTo>
                    <a:cubicBezTo>
                      <a:pt x="1483" y="67"/>
                      <a:pt x="1393" y="1"/>
                      <a:pt x="1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6" name="Google Shape;366;p32"/>
          <p:cNvGrpSpPr/>
          <p:nvPr/>
        </p:nvGrpSpPr>
        <p:grpSpPr>
          <a:xfrm rot="1800044">
            <a:off x="1688623" y="1123841"/>
            <a:ext cx="486854" cy="399288"/>
            <a:chOff x="1036100" y="2778525"/>
            <a:chExt cx="486864" cy="399297"/>
          </a:xfrm>
        </p:grpSpPr>
        <p:sp>
          <p:nvSpPr>
            <p:cNvPr id="367" name="Google Shape;367;p32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2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2"/>
            <p:cNvSpPr/>
            <p:nvPr/>
          </p:nvSpPr>
          <p:spPr>
            <a:xfrm>
              <a:off x="1212611" y="2779232"/>
              <a:ext cx="126992" cy="146798"/>
            </a:xfrm>
            <a:custGeom>
              <a:rect b="b" l="l" r="r" t="t"/>
              <a:pathLst>
                <a:path extrusionOk="0" h="3943" w="3411">
                  <a:moveTo>
                    <a:pt x="1195" y="1061"/>
                  </a:moveTo>
                  <a:lnTo>
                    <a:pt x="1195" y="1061"/>
                  </a:lnTo>
                  <a:cubicBezTo>
                    <a:pt x="1263" y="1175"/>
                    <a:pt x="1344" y="1279"/>
                    <a:pt x="1424" y="1382"/>
                  </a:cubicBezTo>
                  <a:lnTo>
                    <a:pt x="1229" y="1486"/>
                  </a:lnTo>
                  <a:cubicBezTo>
                    <a:pt x="1217" y="1348"/>
                    <a:pt x="1206" y="1198"/>
                    <a:pt x="1195" y="1061"/>
                  </a:cubicBezTo>
                  <a:close/>
                  <a:moveTo>
                    <a:pt x="1700" y="1750"/>
                  </a:moveTo>
                  <a:cubicBezTo>
                    <a:pt x="1758" y="1818"/>
                    <a:pt x="1815" y="1887"/>
                    <a:pt x="1860" y="1956"/>
                  </a:cubicBezTo>
                  <a:lnTo>
                    <a:pt x="1574" y="2461"/>
                  </a:lnTo>
                  <a:lnTo>
                    <a:pt x="1275" y="2359"/>
                  </a:lnTo>
                  <a:cubicBezTo>
                    <a:pt x="1263" y="2232"/>
                    <a:pt x="1263" y="2106"/>
                    <a:pt x="1263" y="1979"/>
                  </a:cubicBezTo>
                  <a:lnTo>
                    <a:pt x="1700" y="1750"/>
                  </a:lnTo>
                  <a:close/>
                  <a:moveTo>
                    <a:pt x="2159" y="2347"/>
                  </a:moveTo>
                  <a:cubicBezTo>
                    <a:pt x="2274" y="2496"/>
                    <a:pt x="2389" y="2645"/>
                    <a:pt x="2503" y="2783"/>
                  </a:cubicBezTo>
                  <a:lnTo>
                    <a:pt x="2010" y="2622"/>
                  </a:lnTo>
                  <a:lnTo>
                    <a:pt x="2159" y="2347"/>
                  </a:lnTo>
                  <a:close/>
                  <a:moveTo>
                    <a:pt x="1275" y="2841"/>
                  </a:moveTo>
                  <a:lnTo>
                    <a:pt x="1355" y="2875"/>
                  </a:lnTo>
                  <a:lnTo>
                    <a:pt x="1275" y="3002"/>
                  </a:lnTo>
                  <a:lnTo>
                    <a:pt x="1275" y="2841"/>
                  </a:lnTo>
                  <a:close/>
                  <a:moveTo>
                    <a:pt x="860" y="1"/>
                  </a:moveTo>
                  <a:cubicBezTo>
                    <a:pt x="831" y="1"/>
                    <a:pt x="800" y="6"/>
                    <a:pt x="770" y="16"/>
                  </a:cubicBezTo>
                  <a:cubicBezTo>
                    <a:pt x="678" y="50"/>
                    <a:pt x="620" y="154"/>
                    <a:pt x="632" y="257"/>
                  </a:cubicBezTo>
                  <a:cubicBezTo>
                    <a:pt x="701" y="739"/>
                    <a:pt x="758" y="1221"/>
                    <a:pt x="793" y="1704"/>
                  </a:cubicBezTo>
                  <a:lnTo>
                    <a:pt x="127" y="2048"/>
                  </a:lnTo>
                  <a:cubicBezTo>
                    <a:pt x="46" y="2083"/>
                    <a:pt x="0" y="2175"/>
                    <a:pt x="12" y="2267"/>
                  </a:cubicBezTo>
                  <a:cubicBezTo>
                    <a:pt x="12" y="2359"/>
                    <a:pt x="69" y="2427"/>
                    <a:pt x="161" y="2461"/>
                  </a:cubicBezTo>
                  <a:lnTo>
                    <a:pt x="827" y="2691"/>
                  </a:lnTo>
                  <a:cubicBezTo>
                    <a:pt x="827" y="3024"/>
                    <a:pt x="816" y="3369"/>
                    <a:pt x="804" y="3713"/>
                  </a:cubicBezTo>
                  <a:cubicBezTo>
                    <a:pt x="793" y="3828"/>
                    <a:pt x="896" y="3943"/>
                    <a:pt x="1023" y="3943"/>
                  </a:cubicBezTo>
                  <a:lnTo>
                    <a:pt x="1034" y="3943"/>
                  </a:lnTo>
                  <a:cubicBezTo>
                    <a:pt x="1057" y="3943"/>
                    <a:pt x="1080" y="3943"/>
                    <a:pt x="1092" y="3931"/>
                  </a:cubicBezTo>
                  <a:cubicBezTo>
                    <a:pt x="1112" y="3936"/>
                    <a:pt x="1133" y="3938"/>
                    <a:pt x="1152" y="3938"/>
                  </a:cubicBezTo>
                  <a:cubicBezTo>
                    <a:pt x="1230" y="3938"/>
                    <a:pt x="1298" y="3902"/>
                    <a:pt x="1344" y="3828"/>
                  </a:cubicBezTo>
                  <a:lnTo>
                    <a:pt x="1792" y="3024"/>
                  </a:lnTo>
                  <a:lnTo>
                    <a:pt x="3089" y="3472"/>
                  </a:lnTo>
                  <a:cubicBezTo>
                    <a:pt x="3116" y="3481"/>
                    <a:pt x="3142" y="3485"/>
                    <a:pt x="3168" y="3485"/>
                  </a:cubicBezTo>
                  <a:cubicBezTo>
                    <a:pt x="3242" y="3485"/>
                    <a:pt x="3311" y="3448"/>
                    <a:pt x="3353" y="3380"/>
                  </a:cubicBezTo>
                  <a:cubicBezTo>
                    <a:pt x="3411" y="3300"/>
                    <a:pt x="3411" y="3185"/>
                    <a:pt x="3342" y="3116"/>
                  </a:cubicBezTo>
                  <a:cubicBezTo>
                    <a:pt x="3032" y="2714"/>
                    <a:pt x="2710" y="2324"/>
                    <a:pt x="2401" y="1922"/>
                  </a:cubicBezTo>
                  <a:lnTo>
                    <a:pt x="2848" y="1119"/>
                  </a:lnTo>
                  <a:cubicBezTo>
                    <a:pt x="2894" y="1038"/>
                    <a:pt x="2883" y="923"/>
                    <a:pt x="2814" y="854"/>
                  </a:cubicBezTo>
                  <a:cubicBezTo>
                    <a:pt x="2769" y="810"/>
                    <a:pt x="2706" y="784"/>
                    <a:pt x="2644" y="784"/>
                  </a:cubicBezTo>
                  <a:cubicBezTo>
                    <a:pt x="2611" y="784"/>
                    <a:pt x="2578" y="792"/>
                    <a:pt x="2549" y="808"/>
                  </a:cubicBezTo>
                  <a:lnTo>
                    <a:pt x="1837" y="1175"/>
                  </a:lnTo>
                  <a:cubicBezTo>
                    <a:pt x="1574" y="808"/>
                    <a:pt x="1298" y="453"/>
                    <a:pt x="1046" y="96"/>
                  </a:cubicBezTo>
                  <a:cubicBezTo>
                    <a:pt x="997" y="31"/>
                    <a:pt x="931" y="1"/>
                    <a:pt x="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0" name="Google Shape;370;p32"/>
            <p:cNvGrpSpPr/>
            <p:nvPr/>
          </p:nvGrpSpPr>
          <p:grpSpPr>
            <a:xfrm>
              <a:off x="1036100" y="2779232"/>
              <a:ext cx="486864" cy="398590"/>
              <a:chOff x="1036100" y="2779232"/>
              <a:chExt cx="486864" cy="398590"/>
            </a:xfrm>
          </p:grpSpPr>
          <p:sp>
            <p:nvSpPr>
              <p:cNvPr id="371" name="Google Shape;371;p32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2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2"/>
              <p:cNvSpPr/>
              <p:nvPr/>
            </p:nvSpPr>
            <p:spPr>
              <a:xfrm>
                <a:off x="1405839" y="3036720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74" name="Google Shape;374;p32"/>
              <p:cNvGrpSpPr/>
              <p:nvPr/>
            </p:nvGrpSpPr>
            <p:grpSpPr>
              <a:xfrm>
                <a:off x="1036100" y="2779232"/>
                <a:ext cx="486864" cy="397771"/>
                <a:chOff x="1036100" y="2779232"/>
                <a:chExt cx="486864" cy="397771"/>
              </a:xfrm>
            </p:grpSpPr>
            <p:sp>
              <p:nvSpPr>
                <p:cNvPr id="375" name="Google Shape;375;p32"/>
                <p:cNvSpPr/>
                <p:nvPr/>
              </p:nvSpPr>
              <p:spPr>
                <a:xfrm>
                  <a:off x="1212611" y="2779232"/>
                  <a:ext cx="126992" cy="146798"/>
                </a:xfrm>
                <a:custGeom>
                  <a:rect b="b" l="l" r="r" t="t"/>
                  <a:pathLst>
                    <a:path extrusionOk="0" h="3943" w="3411">
                      <a:moveTo>
                        <a:pt x="1195" y="1061"/>
                      </a:moveTo>
                      <a:lnTo>
                        <a:pt x="1195" y="1061"/>
                      </a:lnTo>
                      <a:cubicBezTo>
                        <a:pt x="1263" y="1175"/>
                        <a:pt x="1344" y="1279"/>
                        <a:pt x="1424" y="1382"/>
                      </a:cubicBezTo>
                      <a:lnTo>
                        <a:pt x="1229" y="1486"/>
                      </a:lnTo>
                      <a:cubicBezTo>
                        <a:pt x="1217" y="1348"/>
                        <a:pt x="1206" y="1198"/>
                        <a:pt x="1195" y="1061"/>
                      </a:cubicBezTo>
                      <a:close/>
                      <a:moveTo>
                        <a:pt x="1700" y="1750"/>
                      </a:moveTo>
                      <a:cubicBezTo>
                        <a:pt x="1758" y="1818"/>
                        <a:pt x="1815" y="1887"/>
                        <a:pt x="1860" y="1956"/>
                      </a:cubicBezTo>
                      <a:lnTo>
                        <a:pt x="1574" y="2461"/>
                      </a:lnTo>
                      <a:lnTo>
                        <a:pt x="1275" y="2359"/>
                      </a:lnTo>
                      <a:cubicBezTo>
                        <a:pt x="1263" y="2232"/>
                        <a:pt x="1263" y="2106"/>
                        <a:pt x="1263" y="1979"/>
                      </a:cubicBezTo>
                      <a:lnTo>
                        <a:pt x="1700" y="1750"/>
                      </a:lnTo>
                      <a:close/>
                      <a:moveTo>
                        <a:pt x="2159" y="2347"/>
                      </a:moveTo>
                      <a:cubicBezTo>
                        <a:pt x="2274" y="2496"/>
                        <a:pt x="2389" y="2645"/>
                        <a:pt x="2503" y="2783"/>
                      </a:cubicBezTo>
                      <a:lnTo>
                        <a:pt x="2010" y="2622"/>
                      </a:lnTo>
                      <a:lnTo>
                        <a:pt x="2159" y="2347"/>
                      </a:lnTo>
                      <a:close/>
                      <a:moveTo>
                        <a:pt x="1275" y="2841"/>
                      </a:moveTo>
                      <a:lnTo>
                        <a:pt x="1355" y="2875"/>
                      </a:lnTo>
                      <a:lnTo>
                        <a:pt x="1275" y="3002"/>
                      </a:lnTo>
                      <a:lnTo>
                        <a:pt x="1275" y="2841"/>
                      </a:lnTo>
                      <a:close/>
                      <a:moveTo>
                        <a:pt x="860" y="1"/>
                      </a:moveTo>
                      <a:cubicBezTo>
                        <a:pt x="831" y="1"/>
                        <a:pt x="800" y="6"/>
                        <a:pt x="770" y="16"/>
                      </a:cubicBezTo>
                      <a:cubicBezTo>
                        <a:pt x="678" y="50"/>
                        <a:pt x="620" y="154"/>
                        <a:pt x="632" y="257"/>
                      </a:cubicBezTo>
                      <a:cubicBezTo>
                        <a:pt x="701" y="739"/>
                        <a:pt x="758" y="1221"/>
                        <a:pt x="793" y="1704"/>
                      </a:cubicBezTo>
                      <a:lnTo>
                        <a:pt x="127" y="2048"/>
                      </a:lnTo>
                      <a:cubicBezTo>
                        <a:pt x="46" y="2083"/>
                        <a:pt x="0" y="2175"/>
                        <a:pt x="12" y="2267"/>
                      </a:cubicBezTo>
                      <a:cubicBezTo>
                        <a:pt x="12" y="2359"/>
                        <a:pt x="69" y="2427"/>
                        <a:pt x="161" y="2461"/>
                      </a:cubicBezTo>
                      <a:lnTo>
                        <a:pt x="827" y="2691"/>
                      </a:lnTo>
                      <a:cubicBezTo>
                        <a:pt x="827" y="3024"/>
                        <a:pt x="816" y="3369"/>
                        <a:pt x="804" y="3713"/>
                      </a:cubicBezTo>
                      <a:cubicBezTo>
                        <a:pt x="793" y="3828"/>
                        <a:pt x="896" y="3943"/>
                        <a:pt x="1023" y="3943"/>
                      </a:cubicBezTo>
                      <a:lnTo>
                        <a:pt x="1034" y="3943"/>
                      </a:lnTo>
                      <a:cubicBezTo>
                        <a:pt x="1057" y="3943"/>
                        <a:pt x="1080" y="3943"/>
                        <a:pt x="1092" y="3931"/>
                      </a:cubicBezTo>
                      <a:cubicBezTo>
                        <a:pt x="1112" y="3936"/>
                        <a:pt x="1133" y="3938"/>
                        <a:pt x="1152" y="3938"/>
                      </a:cubicBezTo>
                      <a:cubicBezTo>
                        <a:pt x="1230" y="3938"/>
                        <a:pt x="1298" y="3902"/>
                        <a:pt x="1344" y="3828"/>
                      </a:cubicBezTo>
                      <a:lnTo>
                        <a:pt x="1792" y="3024"/>
                      </a:lnTo>
                      <a:lnTo>
                        <a:pt x="3089" y="3472"/>
                      </a:lnTo>
                      <a:cubicBezTo>
                        <a:pt x="3116" y="3481"/>
                        <a:pt x="3142" y="3485"/>
                        <a:pt x="3168" y="3485"/>
                      </a:cubicBezTo>
                      <a:cubicBezTo>
                        <a:pt x="3242" y="3485"/>
                        <a:pt x="3311" y="3448"/>
                        <a:pt x="3353" y="3380"/>
                      </a:cubicBezTo>
                      <a:cubicBezTo>
                        <a:pt x="3411" y="3300"/>
                        <a:pt x="3411" y="3185"/>
                        <a:pt x="3342" y="3116"/>
                      </a:cubicBezTo>
                      <a:cubicBezTo>
                        <a:pt x="3032" y="2714"/>
                        <a:pt x="2710" y="2324"/>
                        <a:pt x="2401" y="1922"/>
                      </a:cubicBezTo>
                      <a:lnTo>
                        <a:pt x="2848" y="1119"/>
                      </a:lnTo>
                      <a:cubicBezTo>
                        <a:pt x="2894" y="1038"/>
                        <a:pt x="2883" y="923"/>
                        <a:pt x="2814" y="854"/>
                      </a:cubicBezTo>
                      <a:cubicBezTo>
                        <a:pt x="2769" y="810"/>
                        <a:pt x="2706" y="784"/>
                        <a:pt x="2644" y="784"/>
                      </a:cubicBezTo>
                      <a:cubicBezTo>
                        <a:pt x="2611" y="784"/>
                        <a:pt x="2578" y="792"/>
                        <a:pt x="2549" y="808"/>
                      </a:cubicBezTo>
                      <a:lnTo>
                        <a:pt x="1837" y="1175"/>
                      </a:lnTo>
                      <a:cubicBezTo>
                        <a:pt x="1574" y="808"/>
                        <a:pt x="1298" y="453"/>
                        <a:pt x="1046" y="96"/>
                      </a:cubicBezTo>
                      <a:cubicBezTo>
                        <a:pt x="997" y="31"/>
                        <a:pt x="931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6" name="Google Shape;376;p32"/>
                <p:cNvSpPr/>
                <p:nvPr/>
              </p:nvSpPr>
              <p:spPr>
                <a:xfrm>
                  <a:off x="1405839" y="3036720"/>
                  <a:ext cx="117126" cy="140283"/>
                </a:xfrm>
                <a:custGeom>
                  <a:rect b="b" l="l" r="r" t="t"/>
                  <a:pathLst>
                    <a:path extrusionOk="0" h="3768" w="3146">
                      <a:moveTo>
                        <a:pt x="1860" y="1459"/>
                      </a:moveTo>
                      <a:lnTo>
                        <a:pt x="1860" y="1528"/>
                      </a:lnTo>
                      <a:lnTo>
                        <a:pt x="1826" y="1528"/>
                      </a:lnTo>
                      <a:lnTo>
                        <a:pt x="1860" y="1459"/>
                      </a:lnTo>
                      <a:close/>
                      <a:moveTo>
                        <a:pt x="2308" y="1998"/>
                      </a:moveTo>
                      <a:cubicBezTo>
                        <a:pt x="2308" y="1998"/>
                        <a:pt x="2308" y="2010"/>
                        <a:pt x="2296" y="2010"/>
                      </a:cubicBezTo>
                      <a:lnTo>
                        <a:pt x="2296" y="1998"/>
                      </a:lnTo>
                      <a:close/>
                      <a:moveTo>
                        <a:pt x="1562" y="1952"/>
                      </a:moveTo>
                      <a:cubicBezTo>
                        <a:pt x="1653" y="1964"/>
                        <a:pt x="1757" y="1975"/>
                        <a:pt x="1849" y="1987"/>
                      </a:cubicBezTo>
                      <a:lnTo>
                        <a:pt x="1849" y="2240"/>
                      </a:lnTo>
                      <a:cubicBezTo>
                        <a:pt x="1780" y="2274"/>
                        <a:pt x="1722" y="2308"/>
                        <a:pt x="1653" y="2342"/>
                      </a:cubicBezTo>
                      <a:cubicBezTo>
                        <a:pt x="1596" y="2274"/>
                        <a:pt x="1528" y="2194"/>
                        <a:pt x="1459" y="2113"/>
                      </a:cubicBezTo>
                      <a:cubicBezTo>
                        <a:pt x="1493" y="2056"/>
                        <a:pt x="1528" y="2010"/>
                        <a:pt x="1562" y="1952"/>
                      </a:cubicBezTo>
                      <a:close/>
                      <a:moveTo>
                        <a:pt x="1206" y="2515"/>
                      </a:moveTo>
                      <a:cubicBezTo>
                        <a:pt x="1217" y="2538"/>
                        <a:pt x="1240" y="2561"/>
                        <a:pt x="1263" y="2584"/>
                      </a:cubicBezTo>
                      <a:cubicBezTo>
                        <a:pt x="1194" y="2618"/>
                        <a:pt x="1137" y="2664"/>
                        <a:pt x="1068" y="2699"/>
                      </a:cubicBezTo>
                      <a:cubicBezTo>
                        <a:pt x="1114" y="2641"/>
                        <a:pt x="1160" y="2572"/>
                        <a:pt x="1206" y="2515"/>
                      </a:cubicBezTo>
                      <a:close/>
                      <a:moveTo>
                        <a:pt x="2243" y="1"/>
                      </a:moveTo>
                      <a:cubicBezTo>
                        <a:pt x="2157" y="1"/>
                        <a:pt x="2079" y="46"/>
                        <a:pt x="2044" y="127"/>
                      </a:cubicBezTo>
                      <a:cubicBezTo>
                        <a:pt x="1826" y="586"/>
                        <a:pt x="1596" y="1023"/>
                        <a:pt x="1332" y="1459"/>
                      </a:cubicBezTo>
                      <a:cubicBezTo>
                        <a:pt x="1091" y="1413"/>
                        <a:pt x="850" y="1344"/>
                        <a:pt x="620" y="1263"/>
                      </a:cubicBezTo>
                      <a:cubicBezTo>
                        <a:pt x="592" y="1251"/>
                        <a:pt x="565" y="1245"/>
                        <a:pt x="538" y="1245"/>
                      </a:cubicBezTo>
                      <a:cubicBezTo>
                        <a:pt x="465" y="1245"/>
                        <a:pt x="398" y="1288"/>
                        <a:pt x="356" y="1355"/>
                      </a:cubicBezTo>
                      <a:cubicBezTo>
                        <a:pt x="299" y="1447"/>
                        <a:pt x="311" y="1562"/>
                        <a:pt x="390" y="1643"/>
                      </a:cubicBezTo>
                      <a:cubicBezTo>
                        <a:pt x="563" y="1803"/>
                        <a:pt x="735" y="1975"/>
                        <a:pt x="896" y="2159"/>
                      </a:cubicBezTo>
                      <a:cubicBezTo>
                        <a:pt x="643" y="2538"/>
                        <a:pt x="367" y="2906"/>
                        <a:pt x="81" y="3273"/>
                      </a:cubicBezTo>
                      <a:cubicBezTo>
                        <a:pt x="0" y="3365"/>
                        <a:pt x="23" y="3514"/>
                        <a:pt x="115" y="3582"/>
                      </a:cubicBezTo>
                      <a:cubicBezTo>
                        <a:pt x="150" y="3617"/>
                        <a:pt x="184" y="3628"/>
                        <a:pt x="219" y="3628"/>
                      </a:cubicBezTo>
                      <a:cubicBezTo>
                        <a:pt x="230" y="3663"/>
                        <a:pt x="265" y="3674"/>
                        <a:pt x="288" y="3686"/>
                      </a:cubicBezTo>
                      <a:cubicBezTo>
                        <a:pt x="319" y="3700"/>
                        <a:pt x="353" y="3706"/>
                        <a:pt x="386" y="3706"/>
                      </a:cubicBezTo>
                      <a:cubicBezTo>
                        <a:pt x="436" y="3706"/>
                        <a:pt x="487" y="3691"/>
                        <a:pt x="528" y="3663"/>
                      </a:cubicBezTo>
                      <a:cubicBezTo>
                        <a:pt x="850" y="3399"/>
                        <a:pt x="1183" y="3158"/>
                        <a:pt x="1539" y="2940"/>
                      </a:cubicBezTo>
                      <a:cubicBezTo>
                        <a:pt x="1711" y="3169"/>
                        <a:pt x="1872" y="3411"/>
                        <a:pt x="2021" y="3651"/>
                      </a:cubicBezTo>
                      <a:cubicBezTo>
                        <a:pt x="2055" y="3729"/>
                        <a:pt x="2135" y="3768"/>
                        <a:pt x="2212" y="3768"/>
                      </a:cubicBezTo>
                      <a:cubicBezTo>
                        <a:pt x="2237" y="3768"/>
                        <a:pt x="2262" y="3764"/>
                        <a:pt x="2285" y="3755"/>
                      </a:cubicBezTo>
                      <a:cubicBezTo>
                        <a:pt x="2388" y="3709"/>
                        <a:pt x="2457" y="3605"/>
                        <a:pt x="2434" y="3503"/>
                      </a:cubicBezTo>
                      <a:cubicBezTo>
                        <a:pt x="2377" y="3169"/>
                        <a:pt x="2331" y="2837"/>
                        <a:pt x="2319" y="2503"/>
                      </a:cubicBezTo>
                      <a:cubicBezTo>
                        <a:pt x="2538" y="2388"/>
                        <a:pt x="2768" y="2286"/>
                        <a:pt x="2997" y="2194"/>
                      </a:cubicBezTo>
                      <a:cubicBezTo>
                        <a:pt x="3066" y="2159"/>
                        <a:pt x="3112" y="2102"/>
                        <a:pt x="3135" y="2033"/>
                      </a:cubicBezTo>
                      <a:cubicBezTo>
                        <a:pt x="3146" y="1952"/>
                        <a:pt x="3123" y="1883"/>
                        <a:pt x="3077" y="1826"/>
                      </a:cubicBezTo>
                      <a:cubicBezTo>
                        <a:pt x="2870" y="1608"/>
                        <a:pt x="2572" y="1562"/>
                        <a:pt x="2308" y="1551"/>
                      </a:cubicBezTo>
                      <a:cubicBezTo>
                        <a:pt x="2331" y="1114"/>
                        <a:pt x="2388" y="689"/>
                        <a:pt x="2469" y="276"/>
                      </a:cubicBezTo>
                      <a:cubicBezTo>
                        <a:pt x="2492" y="161"/>
                        <a:pt x="2423" y="46"/>
                        <a:pt x="2319" y="12"/>
                      </a:cubicBezTo>
                      <a:cubicBezTo>
                        <a:pt x="2294" y="4"/>
                        <a:pt x="2268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77" name="Google Shape;377;p32"/>
                <p:cNvSpPr/>
                <p:nvPr/>
              </p:nvSpPr>
              <p:spPr>
                <a:xfrm>
                  <a:off x="1036100" y="3008462"/>
                  <a:ext cx="76508" cy="80864"/>
                </a:xfrm>
                <a:custGeom>
                  <a:rect b="b" l="l" r="r" t="t"/>
                  <a:pathLst>
                    <a:path extrusionOk="0" h="2172" w="2055">
                      <a:moveTo>
                        <a:pt x="1045" y="0"/>
                      </a:moveTo>
                      <a:cubicBezTo>
                        <a:pt x="1038" y="0"/>
                        <a:pt x="1030" y="1"/>
                        <a:pt x="1021" y="1"/>
                      </a:cubicBezTo>
                      <a:cubicBezTo>
                        <a:pt x="919" y="13"/>
                        <a:pt x="827" y="105"/>
                        <a:pt x="827" y="220"/>
                      </a:cubicBezTo>
                      <a:cubicBezTo>
                        <a:pt x="815" y="404"/>
                        <a:pt x="792" y="587"/>
                        <a:pt x="769" y="759"/>
                      </a:cubicBezTo>
                      <a:lnTo>
                        <a:pt x="207" y="840"/>
                      </a:lnTo>
                      <a:cubicBezTo>
                        <a:pt x="80" y="863"/>
                        <a:pt x="0" y="966"/>
                        <a:pt x="11" y="1093"/>
                      </a:cubicBezTo>
                      <a:cubicBezTo>
                        <a:pt x="32" y="1205"/>
                        <a:pt x="117" y="1291"/>
                        <a:pt x="225" y="1291"/>
                      </a:cubicBezTo>
                      <a:cubicBezTo>
                        <a:pt x="238" y="1291"/>
                        <a:pt x="251" y="1290"/>
                        <a:pt x="264" y="1287"/>
                      </a:cubicBezTo>
                      <a:cubicBezTo>
                        <a:pt x="293" y="1285"/>
                        <a:pt x="323" y="1283"/>
                        <a:pt x="353" y="1283"/>
                      </a:cubicBezTo>
                      <a:cubicBezTo>
                        <a:pt x="450" y="1283"/>
                        <a:pt x="548" y="1298"/>
                        <a:pt x="654" y="1333"/>
                      </a:cubicBezTo>
                      <a:cubicBezTo>
                        <a:pt x="608" y="1517"/>
                        <a:pt x="562" y="1690"/>
                        <a:pt x="505" y="1861"/>
                      </a:cubicBezTo>
                      <a:cubicBezTo>
                        <a:pt x="459" y="1988"/>
                        <a:pt x="528" y="2114"/>
                        <a:pt x="643" y="2160"/>
                      </a:cubicBezTo>
                      <a:cubicBezTo>
                        <a:pt x="666" y="2160"/>
                        <a:pt x="689" y="2172"/>
                        <a:pt x="712" y="2172"/>
                      </a:cubicBezTo>
                      <a:cubicBezTo>
                        <a:pt x="815" y="2172"/>
                        <a:pt x="896" y="2103"/>
                        <a:pt x="930" y="2011"/>
                      </a:cubicBezTo>
                      <a:cubicBezTo>
                        <a:pt x="930" y="2011"/>
                        <a:pt x="930" y="1999"/>
                        <a:pt x="942" y="1999"/>
                      </a:cubicBezTo>
                      <a:lnTo>
                        <a:pt x="942" y="1988"/>
                      </a:lnTo>
                      <a:cubicBezTo>
                        <a:pt x="1056" y="1884"/>
                        <a:pt x="1159" y="1782"/>
                        <a:pt x="1274" y="1678"/>
                      </a:cubicBezTo>
                      <a:cubicBezTo>
                        <a:pt x="1378" y="1759"/>
                        <a:pt x="1493" y="1861"/>
                        <a:pt x="1596" y="1965"/>
                      </a:cubicBezTo>
                      <a:cubicBezTo>
                        <a:pt x="1641" y="2010"/>
                        <a:pt x="1704" y="2033"/>
                        <a:pt x="1764" y="2033"/>
                      </a:cubicBezTo>
                      <a:cubicBezTo>
                        <a:pt x="1812" y="2033"/>
                        <a:pt x="1859" y="2019"/>
                        <a:pt x="1894" y="1988"/>
                      </a:cubicBezTo>
                      <a:cubicBezTo>
                        <a:pt x="1986" y="1907"/>
                        <a:pt x="2009" y="1782"/>
                        <a:pt x="1952" y="1690"/>
                      </a:cubicBezTo>
                      <a:cubicBezTo>
                        <a:pt x="1860" y="1552"/>
                        <a:pt x="1779" y="1402"/>
                        <a:pt x="1710" y="1264"/>
                      </a:cubicBezTo>
                      <a:cubicBezTo>
                        <a:pt x="1802" y="1173"/>
                        <a:pt x="1883" y="1093"/>
                        <a:pt x="1975" y="1012"/>
                      </a:cubicBezTo>
                      <a:cubicBezTo>
                        <a:pt x="2044" y="943"/>
                        <a:pt x="2055" y="840"/>
                        <a:pt x="2021" y="748"/>
                      </a:cubicBezTo>
                      <a:cubicBezTo>
                        <a:pt x="1979" y="665"/>
                        <a:pt x="1891" y="620"/>
                        <a:pt x="1806" y="620"/>
                      </a:cubicBezTo>
                      <a:cubicBezTo>
                        <a:pt x="1797" y="620"/>
                        <a:pt x="1788" y="620"/>
                        <a:pt x="1779" y="621"/>
                      </a:cubicBezTo>
                      <a:lnTo>
                        <a:pt x="1435" y="667"/>
                      </a:lnTo>
                      <a:cubicBezTo>
                        <a:pt x="1378" y="507"/>
                        <a:pt x="1320" y="335"/>
                        <a:pt x="1274" y="162"/>
                      </a:cubicBezTo>
                      <a:cubicBezTo>
                        <a:pt x="1242" y="67"/>
                        <a:pt x="1151" y="0"/>
                        <a:pt x="10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720000" y="4486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Original Model UML Design</a:t>
            </a:r>
            <a:endParaRPr/>
          </a:p>
        </p:txBody>
      </p:sp>
      <p:grpSp>
        <p:nvGrpSpPr>
          <p:cNvPr id="383" name="Google Shape;383;p33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384" name="Google Shape;384;p33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3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7" name="Google Shape;387;p33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213" y="1224778"/>
            <a:ext cx="5887571" cy="3301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4" title="UML cla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13" y="1174950"/>
            <a:ext cx="8106373" cy="3423849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 txBox="1"/>
          <p:nvPr>
            <p:ph type="title"/>
          </p:nvPr>
        </p:nvSpPr>
        <p:spPr>
          <a:xfrm>
            <a:off x="720000" y="4486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Updated UML Design</a:t>
            </a:r>
            <a:endParaRPr/>
          </a:p>
        </p:txBody>
      </p:sp>
      <p:grpSp>
        <p:nvGrpSpPr>
          <p:cNvPr id="395" name="Google Shape;395;p34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396" name="Google Shape;396;p34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34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type="title"/>
          </p:nvPr>
        </p:nvSpPr>
        <p:spPr>
          <a:xfrm>
            <a:off x="720000" y="4486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Object State Diagram</a:t>
            </a:r>
            <a:endParaRPr/>
          </a:p>
        </p:txBody>
      </p:sp>
      <p:grpSp>
        <p:nvGrpSpPr>
          <p:cNvPr id="405" name="Google Shape;405;p35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406" name="Google Shape;406;p35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5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5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9" name="Google Shape;409;p35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5" title="Stat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7399" y="1183351"/>
            <a:ext cx="3189199" cy="33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6"/>
          <p:cNvPicPr preferRelativeResize="0"/>
          <p:nvPr/>
        </p:nvPicPr>
        <p:blipFill rotWithShape="1">
          <a:blip r:embed="rId3">
            <a:alphaModFix/>
          </a:blip>
          <a:srcRect b="0" l="1048" r="1048" t="0"/>
          <a:stretch/>
        </p:blipFill>
        <p:spPr>
          <a:xfrm>
            <a:off x="5799950" y="1489175"/>
            <a:ext cx="2624024" cy="247314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6" name="Google Shape;416;p36"/>
          <p:cNvSpPr/>
          <p:nvPr/>
        </p:nvSpPr>
        <p:spPr>
          <a:xfrm>
            <a:off x="720025" y="3383325"/>
            <a:ext cx="46026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36"/>
          <p:cNvGrpSpPr/>
          <p:nvPr/>
        </p:nvGrpSpPr>
        <p:grpSpPr>
          <a:xfrm>
            <a:off x="4572006" y="1799265"/>
            <a:ext cx="299296" cy="301894"/>
            <a:chOff x="1171856" y="4093128"/>
            <a:chExt cx="299296" cy="301894"/>
          </a:xfrm>
        </p:grpSpPr>
        <p:grpSp>
          <p:nvGrpSpPr>
            <p:cNvPr id="418" name="Google Shape;418;p36"/>
            <p:cNvGrpSpPr/>
            <p:nvPr/>
          </p:nvGrpSpPr>
          <p:grpSpPr>
            <a:xfrm>
              <a:off x="1171856" y="4093128"/>
              <a:ext cx="146104" cy="123033"/>
              <a:chOff x="1171856" y="4093128"/>
              <a:chExt cx="146104" cy="123033"/>
            </a:xfrm>
          </p:grpSpPr>
          <p:sp>
            <p:nvSpPr>
              <p:cNvPr id="419" name="Google Shape;419;p36"/>
              <p:cNvSpPr/>
              <p:nvPr/>
            </p:nvSpPr>
            <p:spPr>
              <a:xfrm>
                <a:off x="1171856" y="4093128"/>
                <a:ext cx="146104" cy="123033"/>
              </a:xfrm>
              <a:custGeom>
                <a:rect b="b" l="l" r="r" t="t"/>
                <a:pathLst>
                  <a:path extrusionOk="0" h="3365" w="3996">
                    <a:moveTo>
                      <a:pt x="3973" y="2331"/>
                    </a:moveTo>
                    <a:cubicBezTo>
                      <a:pt x="3996" y="2240"/>
                      <a:pt x="3950" y="2136"/>
                      <a:pt x="3869" y="2079"/>
                    </a:cubicBezTo>
                    <a:lnTo>
                      <a:pt x="3077" y="1608"/>
                    </a:lnTo>
                    <a:lnTo>
                      <a:pt x="3559" y="322"/>
                    </a:lnTo>
                    <a:cubicBezTo>
                      <a:pt x="3605" y="230"/>
                      <a:pt x="3570" y="115"/>
                      <a:pt x="3490" y="58"/>
                    </a:cubicBezTo>
                    <a:cubicBezTo>
                      <a:pt x="3410" y="0"/>
                      <a:pt x="3295" y="0"/>
                      <a:pt x="3215" y="58"/>
                    </a:cubicBezTo>
                    <a:cubicBezTo>
                      <a:pt x="2813" y="357"/>
                      <a:pt x="2399" y="666"/>
                      <a:pt x="1986" y="954"/>
                    </a:cubicBezTo>
                    <a:lnTo>
                      <a:pt x="1205" y="494"/>
                    </a:lnTo>
                    <a:cubicBezTo>
                      <a:pt x="1125" y="436"/>
                      <a:pt x="1010" y="448"/>
                      <a:pt x="942" y="517"/>
                    </a:cubicBezTo>
                    <a:cubicBezTo>
                      <a:pt x="861" y="586"/>
                      <a:pt x="850" y="689"/>
                      <a:pt x="884" y="781"/>
                    </a:cubicBezTo>
                    <a:lnTo>
                      <a:pt x="1228" y="1505"/>
                    </a:lnTo>
                    <a:lnTo>
                      <a:pt x="126" y="2263"/>
                    </a:lnTo>
                    <a:cubicBezTo>
                      <a:pt x="34" y="2319"/>
                      <a:pt x="0" y="2434"/>
                      <a:pt x="34" y="2526"/>
                    </a:cubicBezTo>
                    <a:cubicBezTo>
                      <a:pt x="69" y="2630"/>
                      <a:pt x="172" y="2687"/>
                      <a:pt x="276" y="2676"/>
                    </a:cubicBezTo>
                    <a:cubicBezTo>
                      <a:pt x="758" y="2618"/>
                      <a:pt x="1240" y="2584"/>
                      <a:pt x="1733" y="2572"/>
                    </a:cubicBezTo>
                    <a:lnTo>
                      <a:pt x="2044" y="3238"/>
                    </a:lnTo>
                    <a:cubicBezTo>
                      <a:pt x="2090" y="3319"/>
                      <a:pt x="2170" y="3365"/>
                      <a:pt x="2262" y="3365"/>
                    </a:cubicBezTo>
                    <a:cubicBezTo>
                      <a:pt x="2353" y="3365"/>
                      <a:pt x="2434" y="3307"/>
                      <a:pt x="2468" y="3215"/>
                    </a:cubicBezTo>
                    <a:lnTo>
                      <a:pt x="2710" y="2561"/>
                    </a:lnTo>
                    <a:cubicBezTo>
                      <a:pt x="3054" y="2572"/>
                      <a:pt x="3387" y="2595"/>
                      <a:pt x="3731" y="2618"/>
                    </a:cubicBezTo>
                    <a:cubicBezTo>
                      <a:pt x="3858" y="2630"/>
                      <a:pt x="3961" y="2538"/>
                      <a:pt x="3973" y="2411"/>
                    </a:cubicBezTo>
                    <a:lnTo>
                      <a:pt x="3973" y="24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6"/>
              <p:cNvSpPr/>
              <p:nvPr/>
            </p:nvSpPr>
            <p:spPr>
              <a:xfrm>
                <a:off x="1171856" y="4093639"/>
                <a:ext cx="146104" cy="122521"/>
              </a:xfrm>
              <a:custGeom>
                <a:rect b="b" l="l" r="r" t="t"/>
                <a:pathLst>
                  <a:path extrusionOk="0" h="3351" w="3996">
                    <a:moveTo>
                      <a:pt x="2859" y="871"/>
                    </a:moveTo>
                    <a:lnTo>
                      <a:pt x="2675" y="1353"/>
                    </a:lnTo>
                    <a:lnTo>
                      <a:pt x="2411" y="1203"/>
                    </a:lnTo>
                    <a:cubicBezTo>
                      <a:pt x="2560" y="1088"/>
                      <a:pt x="2710" y="986"/>
                      <a:pt x="2859" y="871"/>
                    </a:cubicBezTo>
                    <a:close/>
                    <a:moveTo>
                      <a:pt x="2009" y="1491"/>
                    </a:moveTo>
                    <a:lnTo>
                      <a:pt x="2514" y="1789"/>
                    </a:lnTo>
                    <a:lnTo>
                      <a:pt x="2399" y="2088"/>
                    </a:lnTo>
                    <a:lnTo>
                      <a:pt x="2021" y="2088"/>
                    </a:lnTo>
                    <a:lnTo>
                      <a:pt x="1802" y="1640"/>
                    </a:lnTo>
                    <a:cubicBezTo>
                      <a:pt x="1871" y="1594"/>
                      <a:pt x="1940" y="1537"/>
                      <a:pt x="2009" y="1491"/>
                    </a:cubicBezTo>
                    <a:close/>
                    <a:moveTo>
                      <a:pt x="2904" y="2030"/>
                    </a:moveTo>
                    <a:lnTo>
                      <a:pt x="3042" y="2111"/>
                    </a:lnTo>
                    <a:cubicBezTo>
                      <a:pt x="2985" y="2099"/>
                      <a:pt x="2939" y="2099"/>
                      <a:pt x="2882" y="2099"/>
                    </a:cubicBezTo>
                    <a:lnTo>
                      <a:pt x="2904" y="2030"/>
                    </a:lnTo>
                    <a:close/>
                    <a:moveTo>
                      <a:pt x="1424" y="1904"/>
                    </a:moveTo>
                    <a:lnTo>
                      <a:pt x="1516" y="2111"/>
                    </a:lnTo>
                    <a:cubicBezTo>
                      <a:pt x="1378" y="2111"/>
                      <a:pt x="1240" y="2122"/>
                      <a:pt x="1102" y="2134"/>
                    </a:cubicBezTo>
                    <a:cubicBezTo>
                      <a:pt x="1205" y="2053"/>
                      <a:pt x="1320" y="1984"/>
                      <a:pt x="1424" y="1904"/>
                    </a:cubicBezTo>
                    <a:close/>
                    <a:moveTo>
                      <a:pt x="3352" y="1"/>
                    </a:moveTo>
                    <a:cubicBezTo>
                      <a:pt x="3304" y="1"/>
                      <a:pt x="3255" y="15"/>
                      <a:pt x="3215" y="44"/>
                    </a:cubicBezTo>
                    <a:cubicBezTo>
                      <a:pt x="2813" y="343"/>
                      <a:pt x="2399" y="652"/>
                      <a:pt x="1986" y="940"/>
                    </a:cubicBezTo>
                    <a:lnTo>
                      <a:pt x="1205" y="480"/>
                    </a:lnTo>
                    <a:cubicBezTo>
                      <a:pt x="1171" y="455"/>
                      <a:pt x="1130" y="443"/>
                      <a:pt x="1089" y="443"/>
                    </a:cubicBezTo>
                    <a:cubicBezTo>
                      <a:pt x="1035" y="443"/>
                      <a:pt x="981" y="464"/>
                      <a:pt x="942" y="503"/>
                    </a:cubicBezTo>
                    <a:cubicBezTo>
                      <a:pt x="861" y="572"/>
                      <a:pt x="850" y="675"/>
                      <a:pt x="884" y="767"/>
                    </a:cubicBezTo>
                    <a:lnTo>
                      <a:pt x="1228" y="1491"/>
                    </a:lnTo>
                    <a:lnTo>
                      <a:pt x="126" y="2249"/>
                    </a:lnTo>
                    <a:cubicBezTo>
                      <a:pt x="34" y="2305"/>
                      <a:pt x="0" y="2420"/>
                      <a:pt x="34" y="2512"/>
                    </a:cubicBezTo>
                    <a:cubicBezTo>
                      <a:pt x="66" y="2607"/>
                      <a:pt x="155" y="2663"/>
                      <a:pt x="250" y="2663"/>
                    </a:cubicBezTo>
                    <a:cubicBezTo>
                      <a:pt x="259" y="2663"/>
                      <a:pt x="267" y="2663"/>
                      <a:pt x="276" y="2662"/>
                    </a:cubicBezTo>
                    <a:cubicBezTo>
                      <a:pt x="758" y="2604"/>
                      <a:pt x="1240" y="2570"/>
                      <a:pt x="1733" y="2558"/>
                    </a:cubicBezTo>
                    <a:lnTo>
                      <a:pt x="2044" y="3224"/>
                    </a:lnTo>
                    <a:cubicBezTo>
                      <a:pt x="2090" y="3305"/>
                      <a:pt x="2170" y="3351"/>
                      <a:pt x="2262" y="3351"/>
                    </a:cubicBezTo>
                    <a:cubicBezTo>
                      <a:pt x="2353" y="3351"/>
                      <a:pt x="2434" y="3293"/>
                      <a:pt x="2468" y="3201"/>
                    </a:cubicBezTo>
                    <a:lnTo>
                      <a:pt x="2710" y="2547"/>
                    </a:lnTo>
                    <a:cubicBezTo>
                      <a:pt x="3054" y="2558"/>
                      <a:pt x="3387" y="2581"/>
                      <a:pt x="3731" y="2604"/>
                    </a:cubicBezTo>
                    <a:cubicBezTo>
                      <a:pt x="3739" y="2605"/>
                      <a:pt x="3746" y="2605"/>
                      <a:pt x="3753" y="2605"/>
                    </a:cubicBezTo>
                    <a:cubicBezTo>
                      <a:pt x="3870" y="2605"/>
                      <a:pt x="3961" y="2517"/>
                      <a:pt x="3973" y="2397"/>
                    </a:cubicBezTo>
                    <a:lnTo>
                      <a:pt x="3973" y="2386"/>
                    </a:lnTo>
                    <a:lnTo>
                      <a:pt x="3973" y="2317"/>
                    </a:lnTo>
                    <a:cubicBezTo>
                      <a:pt x="3996" y="2226"/>
                      <a:pt x="3950" y="2122"/>
                      <a:pt x="3869" y="2065"/>
                    </a:cubicBezTo>
                    <a:lnTo>
                      <a:pt x="3077" y="1594"/>
                    </a:lnTo>
                    <a:lnTo>
                      <a:pt x="3559" y="308"/>
                    </a:lnTo>
                    <a:cubicBezTo>
                      <a:pt x="3605" y="216"/>
                      <a:pt x="3570" y="101"/>
                      <a:pt x="3490" y="44"/>
                    </a:cubicBezTo>
                    <a:cubicBezTo>
                      <a:pt x="3450" y="15"/>
                      <a:pt x="3401" y="1"/>
                      <a:pt x="3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1" name="Google Shape;421;p36"/>
            <p:cNvSpPr/>
            <p:nvPr/>
          </p:nvSpPr>
          <p:spPr>
            <a:xfrm>
              <a:off x="1392213" y="4320617"/>
              <a:ext cx="78938" cy="74405"/>
            </a:xfrm>
            <a:custGeom>
              <a:rect b="b" l="l" r="r" t="t"/>
              <a:pathLst>
                <a:path extrusionOk="0" h="2035" w="2159">
                  <a:moveTo>
                    <a:pt x="878" y="1"/>
                  </a:moveTo>
                  <a:cubicBezTo>
                    <a:pt x="846" y="1"/>
                    <a:pt x="813" y="8"/>
                    <a:pt x="781" y="24"/>
                  </a:cubicBezTo>
                  <a:cubicBezTo>
                    <a:pt x="689" y="59"/>
                    <a:pt x="643" y="162"/>
                    <a:pt x="655" y="254"/>
                  </a:cubicBezTo>
                  <a:lnTo>
                    <a:pt x="689" y="598"/>
                  </a:lnTo>
                  <a:cubicBezTo>
                    <a:pt x="518" y="656"/>
                    <a:pt x="345" y="702"/>
                    <a:pt x="173" y="748"/>
                  </a:cubicBezTo>
                  <a:cubicBezTo>
                    <a:pt x="69" y="782"/>
                    <a:pt x="0" y="874"/>
                    <a:pt x="12" y="989"/>
                  </a:cubicBezTo>
                  <a:cubicBezTo>
                    <a:pt x="12" y="1103"/>
                    <a:pt x="104" y="1184"/>
                    <a:pt x="219" y="1195"/>
                  </a:cubicBezTo>
                  <a:cubicBezTo>
                    <a:pt x="391" y="1218"/>
                    <a:pt x="575" y="1241"/>
                    <a:pt x="758" y="1276"/>
                  </a:cubicBezTo>
                  <a:lnTo>
                    <a:pt x="816" y="1838"/>
                  </a:lnTo>
                  <a:cubicBezTo>
                    <a:pt x="826" y="1947"/>
                    <a:pt x="930" y="2035"/>
                    <a:pt x="1048" y="2035"/>
                  </a:cubicBezTo>
                  <a:cubicBezTo>
                    <a:pt x="1055" y="2035"/>
                    <a:pt x="1062" y="2034"/>
                    <a:pt x="1069" y="2034"/>
                  </a:cubicBezTo>
                  <a:cubicBezTo>
                    <a:pt x="1195" y="2022"/>
                    <a:pt x="1275" y="1919"/>
                    <a:pt x="1275" y="1792"/>
                  </a:cubicBezTo>
                  <a:cubicBezTo>
                    <a:pt x="1263" y="1666"/>
                    <a:pt x="1275" y="1540"/>
                    <a:pt x="1321" y="1402"/>
                  </a:cubicBezTo>
                  <a:cubicBezTo>
                    <a:pt x="1505" y="1448"/>
                    <a:pt x="1677" y="1506"/>
                    <a:pt x="1849" y="1575"/>
                  </a:cubicBezTo>
                  <a:cubicBezTo>
                    <a:pt x="1878" y="1585"/>
                    <a:pt x="1907" y="1590"/>
                    <a:pt x="1936" y="1590"/>
                  </a:cubicBezTo>
                  <a:cubicBezTo>
                    <a:pt x="2029" y="1590"/>
                    <a:pt x="2113" y="1534"/>
                    <a:pt x="2148" y="1437"/>
                  </a:cubicBezTo>
                  <a:cubicBezTo>
                    <a:pt x="2159" y="1414"/>
                    <a:pt x="2159" y="1391"/>
                    <a:pt x="2159" y="1368"/>
                  </a:cubicBezTo>
                  <a:cubicBezTo>
                    <a:pt x="2159" y="1276"/>
                    <a:pt x="2102" y="1184"/>
                    <a:pt x="2010" y="1149"/>
                  </a:cubicBezTo>
                  <a:cubicBezTo>
                    <a:pt x="2010" y="1149"/>
                    <a:pt x="1998" y="1149"/>
                    <a:pt x="1998" y="1138"/>
                  </a:cubicBezTo>
                  <a:lnTo>
                    <a:pt x="1987" y="1138"/>
                  </a:lnTo>
                  <a:cubicBezTo>
                    <a:pt x="1883" y="1023"/>
                    <a:pt x="1792" y="909"/>
                    <a:pt x="1689" y="794"/>
                  </a:cubicBezTo>
                  <a:cubicBezTo>
                    <a:pt x="1781" y="690"/>
                    <a:pt x="1872" y="587"/>
                    <a:pt x="1987" y="483"/>
                  </a:cubicBezTo>
                  <a:cubicBezTo>
                    <a:pt x="2067" y="403"/>
                    <a:pt x="2079" y="277"/>
                    <a:pt x="2010" y="174"/>
                  </a:cubicBezTo>
                  <a:cubicBezTo>
                    <a:pt x="1966" y="116"/>
                    <a:pt x="1899" y="85"/>
                    <a:pt x="1833" y="85"/>
                  </a:cubicBezTo>
                  <a:cubicBezTo>
                    <a:pt x="1794" y="85"/>
                    <a:pt x="1756" y="95"/>
                    <a:pt x="1723" y="116"/>
                  </a:cubicBezTo>
                  <a:cubicBezTo>
                    <a:pt x="1574" y="197"/>
                    <a:pt x="1436" y="277"/>
                    <a:pt x="1286" y="346"/>
                  </a:cubicBezTo>
                  <a:cubicBezTo>
                    <a:pt x="1206" y="254"/>
                    <a:pt x="1126" y="162"/>
                    <a:pt x="1046" y="82"/>
                  </a:cubicBezTo>
                  <a:cubicBezTo>
                    <a:pt x="1000" y="29"/>
                    <a:pt x="940" y="1"/>
                    <a:pt x="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2" name="Google Shape;422;p36"/>
          <p:cNvGrpSpPr/>
          <p:nvPr/>
        </p:nvGrpSpPr>
        <p:grpSpPr>
          <a:xfrm>
            <a:off x="1154112" y="4314188"/>
            <a:ext cx="392968" cy="290451"/>
            <a:chOff x="-1078188" y="2374200"/>
            <a:chExt cx="392968" cy="290451"/>
          </a:xfrm>
        </p:grpSpPr>
        <p:grpSp>
          <p:nvGrpSpPr>
            <p:cNvPr id="423" name="Google Shape;423;p36"/>
            <p:cNvGrpSpPr/>
            <p:nvPr/>
          </p:nvGrpSpPr>
          <p:grpSpPr>
            <a:xfrm>
              <a:off x="-809971" y="2374200"/>
              <a:ext cx="124751" cy="144349"/>
              <a:chOff x="-809971" y="2374200"/>
              <a:chExt cx="124751" cy="144349"/>
            </a:xfrm>
          </p:grpSpPr>
          <p:sp>
            <p:nvSpPr>
              <p:cNvPr id="424" name="Google Shape;424;p36"/>
              <p:cNvSpPr/>
              <p:nvPr/>
            </p:nvSpPr>
            <p:spPr>
              <a:xfrm>
                <a:off x="-809971" y="2374310"/>
                <a:ext cx="124313" cy="144239"/>
              </a:xfrm>
              <a:custGeom>
                <a:rect b="b" l="l" r="r" t="t"/>
                <a:pathLst>
                  <a:path extrusionOk="0" h="3945" w="3400">
                    <a:moveTo>
                      <a:pt x="860" y="1"/>
                    </a:moveTo>
                    <a:cubicBezTo>
                      <a:pt x="830" y="1"/>
                      <a:pt x="799" y="6"/>
                      <a:pt x="770" y="18"/>
                    </a:cubicBezTo>
                    <a:cubicBezTo>
                      <a:pt x="712" y="41"/>
                      <a:pt x="678" y="75"/>
                      <a:pt x="656" y="133"/>
                    </a:cubicBezTo>
                    <a:cubicBezTo>
                      <a:pt x="644" y="144"/>
                      <a:pt x="633" y="167"/>
                      <a:pt x="633" y="179"/>
                    </a:cubicBezTo>
                    <a:lnTo>
                      <a:pt x="633" y="225"/>
                    </a:lnTo>
                    <a:lnTo>
                      <a:pt x="633" y="259"/>
                    </a:lnTo>
                    <a:cubicBezTo>
                      <a:pt x="633" y="282"/>
                      <a:pt x="633" y="293"/>
                      <a:pt x="644" y="316"/>
                    </a:cubicBezTo>
                    <a:cubicBezTo>
                      <a:pt x="690" y="649"/>
                      <a:pt x="724" y="982"/>
                      <a:pt x="758" y="1327"/>
                    </a:cubicBezTo>
                    <a:cubicBezTo>
                      <a:pt x="770" y="1453"/>
                      <a:pt x="781" y="1579"/>
                      <a:pt x="781" y="1705"/>
                    </a:cubicBezTo>
                    <a:lnTo>
                      <a:pt x="196" y="2016"/>
                    </a:lnTo>
                    <a:lnTo>
                      <a:pt x="127" y="2050"/>
                    </a:lnTo>
                    <a:cubicBezTo>
                      <a:pt x="47" y="2085"/>
                      <a:pt x="1" y="2176"/>
                      <a:pt x="1" y="2268"/>
                    </a:cubicBezTo>
                    <a:cubicBezTo>
                      <a:pt x="13" y="2325"/>
                      <a:pt x="47" y="2394"/>
                      <a:pt x="92" y="2429"/>
                    </a:cubicBezTo>
                    <a:lnTo>
                      <a:pt x="161" y="2463"/>
                    </a:lnTo>
                    <a:lnTo>
                      <a:pt x="816" y="2693"/>
                    </a:lnTo>
                    <a:lnTo>
                      <a:pt x="816" y="2819"/>
                    </a:lnTo>
                    <a:cubicBezTo>
                      <a:pt x="827" y="2991"/>
                      <a:pt x="816" y="3164"/>
                      <a:pt x="816" y="3336"/>
                    </a:cubicBezTo>
                    <a:cubicBezTo>
                      <a:pt x="816" y="3462"/>
                      <a:pt x="804" y="3588"/>
                      <a:pt x="804" y="3703"/>
                    </a:cubicBezTo>
                    <a:cubicBezTo>
                      <a:pt x="793" y="3761"/>
                      <a:pt x="816" y="3807"/>
                      <a:pt x="839" y="3841"/>
                    </a:cubicBezTo>
                    <a:cubicBezTo>
                      <a:pt x="850" y="3864"/>
                      <a:pt x="862" y="3876"/>
                      <a:pt x="873" y="3887"/>
                    </a:cubicBezTo>
                    <a:cubicBezTo>
                      <a:pt x="885" y="3899"/>
                      <a:pt x="896" y="3910"/>
                      <a:pt x="908" y="3910"/>
                    </a:cubicBezTo>
                    <a:cubicBezTo>
                      <a:pt x="942" y="3933"/>
                      <a:pt x="977" y="3945"/>
                      <a:pt x="1011" y="3945"/>
                    </a:cubicBezTo>
                    <a:lnTo>
                      <a:pt x="1023" y="3945"/>
                    </a:lnTo>
                    <a:cubicBezTo>
                      <a:pt x="1046" y="3945"/>
                      <a:pt x="1069" y="3945"/>
                      <a:pt x="1092" y="3933"/>
                    </a:cubicBezTo>
                    <a:cubicBezTo>
                      <a:pt x="1116" y="3938"/>
                      <a:pt x="1138" y="3941"/>
                      <a:pt x="1158" y="3941"/>
                    </a:cubicBezTo>
                    <a:cubicBezTo>
                      <a:pt x="1187" y="3941"/>
                      <a:pt x="1214" y="3935"/>
                      <a:pt x="1241" y="3922"/>
                    </a:cubicBezTo>
                    <a:lnTo>
                      <a:pt x="1253" y="3910"/>
                    </a:lnTo>
                    <a:cubicBezTo>
                      <a:pt x="1264" y="3910"/>
                      <a:pt x="1276" y="3899"/>
                      <a:pt x="1276" y="3899"/>
                    </a:cubicBezTo>
                    <a:lnTo>
                      <a:pt x="1344" y="3830"/>
                    </a:lnTo>
                    <a:lnTo>
                      <a:pt x="1585" y="3371"/>
                    </a:lnTo>
                    <a:lnTo>
                      <a:pt x="1792" y="3026"/>
                    </a:lnTo>
                    <a:lnTo>
                      <a:pt x="3078" y="3462"/>
                    </a:lnTo>
                    <a:lnTo>
                      <a:pt x="3090" y="3473"/>
                    </a:lnTo>
                    <a:cubicBezTo>
                      <a:pt x="3108" y="3478"/>
                      <a:pt x="3128" y="3480"/>
                      <a:pt x="3148" y="3480"/>
                    </a:cubicBezTo>
                    <a:cubicBezTo>
                      <a:pt x="3226" y="3480"/>
                      <a:pt x="3308" y="3446"/>
                      <a:pt x="3353" y="3382"/>
                    </a:cubicBezTo>
                    <a:cubicBezTo>
                      <a:pt x="3365" y="3359"/>
                      <a:pt x="3376" y="3336"/>
                      <a:pt x="3376" y="3313"/>
                    </a:cubicBezTo>
                    <a:cubicBezTo>
                      <a:pt x="3399" y="3256"/>
                      <a:pt x="3388" y="3175"/>
                      <a:pt x="3342" y="3118"/>
                    </a:cubicBezTo>
                    <a:lnTo>
                      <a:pt x="3342" y="3106"/>
                    </a:lnTo>
                    <a:cubicBezTo>
                      <a:pt x="3284" y="3049"/>
                      <a:pt x="3238" y="2980"/>
                      <a:pt x="3181" y="2911"/>
                    </a:cubicBezTo>
                    <a:cubicBezTo>
                      <a:pt x="3147" y="2865"/>
                      <a:pt x="3101" y="2819"/>
                      <a:pt x="3067" y="2762"/>
                    </a:cubicBezTo>
                    <a:cubicBezTo>
                      <a:pt x="2837" y="2486"/>
                      <a:pt x="2618" y="2199"/>
                      <a:pt x="2401" y="1912"/>
                    </a:cubicBezTo>
                    <a:lnTo>
                      <a:pt x="2435" y="1855"/>
                    </a:lnTo>
                    <a:lnTo>
                      <a:pt x="2848" y="1120"/>
                    </a:lnTo>
                    <a:cubicBezTo>
                      <a:pt x="2860" y="1085"/>
                      <a:pt x="2871" y="1051"/>
                      <a:pt x="2871" y="1016"/>
                    </a:cubicBezTo>
                    <a:lnTo>
                      <a:pt x="2871" y="959"/>
                    </a:lnTo>
                    <a:cubicBezTo>
                      <a:pt x="2860" y="925"/>
                      <a:pt x="2837" y="891"/>
                      <a:pt x="2814" y="856"/>
                    </a:cubicBezTo>
                    <a:cubicBezTo>
                      <a:pt x="2802" y="845"/>
                      <a:pt x="2779" y="833"/>
                      <a:pt x="2768" y="822"/>
                    </a:cubicBezTo>
                    <a:cubicBezTo>
                      <a:pt x="2733" y="799"/>
                      <a:pt x="2676" y="787"/>
                      <a:pt x="2630" y="787"/>
                    </a:cubicBezTo>
                    <a:lnTo>
                      <a:pt x="2584" y="787"/>
                    </a:lnTo>
                    <a:cubicBezTo>
                      <a:pt x="2572" y="799"/>
                      <a:pt x="2561" y="799"/>
                      <a:pt x="2538" y="810"/>
                    </a:cubicBezTo>
                    <a:lnTo>
                      <a:pt x="1838" y="1177"/>
                    </a:lnTo>
                    <a:cubicBezTo>
                      <a:pt x="1792" y="1120"/>
                      <a:pt x="1758" y="1062"/>
                      <a:pt x="1712" y="1005"/>
                    </a:cubicBezTo>
                    <a:cubicBezTo>
                      <a:pt x="1585" y="833"/>
                      <a:pt x="1447" y="649"/>
                      <a:pt x="1321" y="477"/>
                    </a:cubicBezTo>
                    <a:lnTo>
                      <a:pt x="1046" y="98"/>
                    </a:lnTo>
                    <a:cubicBezTo>
                      <a:pt x="1011" y="64"/>
                      <a:pt x="988" y="29"/>
                      <a:pt x="942" y="18"/>
                    </a:cubicBezTo>
                    <a:cubicBezTo>
                      <a:pt x="919" y="6"/>
                      <a:pt x="890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6"/>
              <p:cNvSpPr/>
              <p:nvPr/>
            </p:nvSpPr>
            <p:spPr>
              <a:xfrm>
                <a:off x="-809971" y="2374200"/>
                <a:ext cx="124751" cy="144349"/>
              </a:xfrm>
              <a:custGeom>
                <a:rect b="b" l="l" r="r" t="t"/>
                <a:pathLst>
                  <a:path extrusionOk="0" h="3948" w="3412">
                    <a:moveTo>
                      <a:pt x="1184" y="1065"/>
                    </a:moveTo>
                    <a:lnTo>
                      <a:pt x="1184" y="1065"/>
                    </a:lnTo>
                    <a:cubicBezTo>
                      <a:pt x="1264" y="1169"/>
                      <a:pt x="1344" y="1284"/>
                      <a:pt x="1424" y="1387"/>
                    </a:cubicBezTo>
                    <a:lnTo>
                      <a:pt x="1230" y="1491"/>
                    </a:lnTo>
                    <a:cubicBezTo>
                      <a:pt x="1218" y="1353"/>
                      <a:pt x="1207" y="1203"/>
                      <a:pt x="1184" y="1065"/>
                    </a:cubicBezTo>
                    <a:close/>
                    <a:moveTo>
                      <a:pt x="1700" y="1754"/>
                    </a:moveTo>
                    <a:cubicBezTo>
                      <a:pt x="1758" y="1823"/>
                      <a:pt x="1804" y="1892"/>
                      <a:pt x="1861" y="1961"/>
                    </a:cubicBezTo>
                    <a:lnTo>
                      <a:pt x="1574" y="2466"/>
                    </a:lnTo>
                    <a:lnTo>
                      <a:pt x="1276" y="2363"/>
                    </a:lnTo>
                    <a:cubicBezTo>
                      <a:pt x="1264" y="2236"/>
                      <a:pt x="1264" y="2111"/>
                      <a:pt x="1253" y="1984"/>
                    </a:cubicBezTo>
                    <a:lnTo>
                      <a:pt x="1700" y="1754"/>
                    </a:lnTo>
                    <a:close/>
                    <a:moveTo>
                      <a:pt x="2159" y="2351"/>
                    </a:moveTo>
                    <a:cubicBezTo>
                      <a:pt x="2274" y="2501"/>
                      <a:pt x="2389" y="2650"/>
                      <a:pt x="2504" y="2788"/>
                    </a:cubicBezTo>
                    <a:lnTo>
                      <a:pt x="2010" y="2627"/>
                    </a:lnTo>
                    <a:lnTo>
                      <a:pt x="2159" y="2351"/>
                    </a:lnTo>
                    <a:close/>
                    <a:moveTo>
                      <a:pt x="1276" y="2845"/>
                    </a:moveTo>
                    <a:lnTo>
                      <a:pt x="1355" y="2879"/>
                    </a:lnTo>
                    <a:lnTo>
                      <a:pt x="1276" y="3006"/>
                    </a:lnTo>
                    <a:lnTo>
                      <a:pt x="1276" y="2845"/>
                    </a:lnTo>
                    <a:close/>
                    <a:moveTo>
                      <a:pt x="857" y="1"/>
                    </a:moveTo>
                    <a:cubicBezTo>
                      <a:pt x="827" y="1"/>
                      <a:pt x="798" y="7"/>
                      <a:pt x="770" y="21"/>
                    </a:cubicBezTo>
                    <a:cubicBezTo>
                      <a:pt x="678" y="55"/>
                      <a:pt x="621" y="159"/>
                      <a:pt x="633" y="262"/>
                    </a:cubicBezTo>
                    <a:cubicBezTo>
                      <a:pt x="701" y="744"/>
                      <a:pt x="758" y="1226"/>
                      <a:pt x="781" y="1708"/>
                    </a:cubicBezTo>
                    <a:lnTo>
                      <a:pt x="127" y="2053"/>
                    </a:lnTo>
                    <a:cubicBezTo>
                      <a:pt x="47" y="2088"/>
                      <a:pt x="1" y="2179"/>
                      <a:pt x="1" y="2271"/>
                    </a:cubicBezTo>
                    <a:cubicBezTo>
                      <a:pt x="13" y="2363"/>
                      <a:pt x="70" y="2432"/>
                      <a:pt x="161" y="2466"/>
                    </a:cubicBezTo>
                    <a:lnTo>
                      <a:pt x="816" y="2696"/>
                    </a:lnTo>
                    <a:cubicBezTo>
                      <a:pt x="827" y="3029"/>
                      <a:pt x="816" y="3374"/>
                      <a:pt x="804" y="3706"/>
                    </a:cubicBezTo>
                    <a:cubicBezTo>
                      <a:pt x="793" y="3833"/>
                      <a:pt x="885" y="3948"/>
                      <a:pt x="1011" y="3948"/>
                    </a:cubicBezTo>
                    <a:lnTo>
                      <a:pt x="1023" y="3948"/>
                    </a:lnTo>
                    <a:cubicBezTo>
                      <a:pt x="1046" y="3948"/>
                      <a:pt x="1069" y="3948"/>
                      <a:pt x="1092" y="3936"/>
                    </a:cubicBezTo>
                    <a:cubicBezTo>
                      <a:pt x="1108" y="3940"/>
                      <a:pt x="1124" y="3942"/>
                      <a:pt x="1141" y="3942"/>
                    </a:cubicBezTo>
                    <a:cubicBezTo>
                      <a:pt x="1218" y="3942"/>
                      <a:pt x="1297" y="3899"/>
                      <a:pt x="1344" y="3833"/>
                    </a:cubicBezTo>
                    <a:lnTo>
                      <a:pt x="1792" y="3029"/>
                    </a:lnTo>
                    <a:lnTo>
                      <a:pt x="3090" y="3476"/>
                    </a:lnTo>
                    <a:cubicBezTo>
                      <a:pt x="3108" y="3481"/>
                      <a:pt x="3128" y="3483"/>
                      <a:pt x="3148" y="3483"/>
                    </a:cubicBezTo>
                    <a:cubicBezTo>
                      <a:pt x="3226" y="3483"/>
                      <a:pt x="3308" y="3449"/>
                      <a:pt x="3353" y="3385"/>
                    </a:cubicBezTo>
                    <a:cubicBezTo>
                      <a:pt x="3411" y="3305"/>
                      <a:pt x="3399" y="3190"/>
                      <a:pt x="3342" y="3109"/>
                    </a:cubicBezTo>
                    <a:cubicBezTo>
                      <a:pt x="3021" y="2719"/>
                      <a:pt x="2710" y="2317"/>
                      <a:pt x="2401" y="1915"/>
                    </a:cubicBezTo>
                    <a:lnTo>
                      <a:pt x="2848" y="1123"/>
                    </a:lnTo>
                    <a:cubicBezTo>
                      <a:pt x="2894" y="1042"/>
                      <a:pt x="2883" y="928"/>
                      <a:pt x="2814" y="859"/>
                    </a:cubicBezTo>
                    <a:cubicBezTo>
                      <a:pt x="2770" y="814"/>
                      <a:pt x="2706" y="789"/>
                      <a:pt x="2642" y="789"/>
                    </a:cubicBezTo>
                    <a:cubicBezTo>
                      <a:pt x="2606" y="789"/>
                      <a:pt x="2571" y="796"/>
                      <a:pt x="2538" y="813"/>
                    </a:cubicBezTo>
                    <a:lnTo>
                      <a:pt x="1838" y="1180"/>
                    </a:lnTo>
                    <a:cubicBezTo>
                      <a:pt x="1562" y="813"/>
                      <a:pt x="1298" y="457"/>
                      <a:pt x="1046" y="101"/>
                    </a:cubicBezTo>
                    <a:cubicBezTo>
                      <a:pt x="998" y="37"/>
                      <a:pt x="927" y="1"/>
                      <a:pt x="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26" name="Google Shape;426;p36"/>
            <p:cNvGrpSpPr/>
            <p:nvPr/>
          </p:nvGrpSpPr>
          <p:grpSpPr>
            <a:xfrm>
              <a:off x="-1078188" y="2511746"/>
              <a:ext cx="104532" cy="152904"/>
              <a:chOff x="-1078188" y="2511746"/>
              <a:chExt cx="104532" cy="152904"/>
            </a:xfrm>
          </p:grpSpPr>
          <p:sp>
            <p:nvSpPr>
              <p:cNvPr id="427" name="Google Shape;427;p36"/>
              <p:cNvSpPr/>
              <p:nvPr/>
            </p:nvSpPr>
            <p:spPr>
              <a:xfrm>
                <a:off x="-1078188" y="2511783"/>
                <a:ext cx="103691" cy="152868"/>
              </a:xfrm>
              <a:custGeom>
                <a:rect b="b" l="l" r="r" t="t"/>
                <a:pathLst>
                  <a:path extrusionOk="0" h="4181" w="2836">
                    <a:moveTo>
                      <a:pt x="1263" y="1"/>
                    </a:moveTo>
                    <a:cubicBezTo>
                      <a:pt x="1149" y="12"/>
                      <a:pt x="1057" y="104"/>
                      <a:pt x="1057" y="219"/>
                    </a:cubicBezTo>
                    <a:cubicBezTo>
                      <a:pt x="1045" y="655"/>
                      <a:pt x="1022" y="1103"/>
                      <a:pt x="976" y="1539"/>
                    </a:cubicBezTo>
                    <a:cubicBezTo>
                      <a:pt x="976" y="1596"/>
                      <a:pt x="965" y="1654"/>
                      <a:pt x="953" y="1711"/>
                    </a:cubicBezTo>
                    <a:cubicBezTo>
                      <a:pt x="746" y="1769"/>
                      <a:pt x="529" y="1803"/>
                      <a:pt x="310" y="1826"/>
                    </a:cubicBezTo>
                    <a:lnTo>
                      <a:pt x="230" y="1826"/>
                    </a:lnTo>
                    <a:cubicBezTo>
                      <a:pt x="149" y="1838"/>
                      <a:pt x="69" y="1884"/>
                      <a:pt x="34" y="1964"/>
                    </a:cubicBezTo>
                    <a:cubicBezTo>
                      <a:pt x="34" y="1976"/>
                      <a:pt x="23" y="1999"/>
                      <a:pt x="23" y="2033"/>
                    </a:cubicBezTo>
                    <a:cubicBezTo>
                      <a:pt x="0" y="2136"/>
                      <a:pt x="69" y="2239"/>
                      <a:pt x="172" y="2274"/>
                    </a:cubicBezTo>
                    <a:cubicBezTo>
                      <a:pt x="345" y="2331"/>
                      <a:pt x="529" y="2400"/>
                      <a:pt x="700" y="2481"/>
                    </a:cubicBezTo>
                    <a:cubicBezTo>
                      <a:pt x="746" y="2492"/>
                      <a:pt x="792" y="2515"/>
                      <a:pt x="838" y="2538"/>
                    </a:cubicBezTo>
                    <a:cubicBezTo>
                      <a:pt x="804" y="2767"/>
                      <a:pt x="758" y="2986"/>
                      <a:pt x="712" y="3216"/>
                    </a:cubicBezTo>
                    <a:cubicBezTo>
                      <a:pt x="666" y="3433"/>
                      <a:pt x="620" y="3663"/>
                      <a:pt x="563" y="3882"/>
                    </a:cubicBezTo>
                    <a:cubicBezTo>
                      <a:pt x="552" y="3916"/>
                      <a:pt x="552" y="3951"/>
                      <a:pt x="552" y="3985"/>
                    </a:cubicBezTo>
                    <a:cubicBezTo>
                      <a:pt x="563" y="4042"/>
                      <a:pt x="608" y="4099"/>
                      <a:pt x="666" y="4134"/>
                    </a:cubicBezTo>
                    <a:cubicBezTo>
                      <a:pt x="677" y="4145"/>
                      <a:pt x="700" y="4157"/>
                      <a:pt x="723" y="4157"/>
                    </a:cubicBezTo>
                    <a:cubicBezTo>
                      <a:pt x="723" y="4168"/>
                      <a:pt x="735" y="4168"/>
                      <a:pt x="746" y="4168"/>
                    </a:cubicBezTo>
                    <a:lnTo>
                      <a:pt x="827" y="4168"/>
                    </a:lnTo>
                    <a:cubicBezTo>
                      <a:pt x="861" y="4180"/>
                      <a:pt x="884" y="4180"/>
                      <a:pt x="919" y="4180"/>
                    </a:cubicBezTo>
                    <a:lnTo>
                      <a:pt x="976" y="4180"/>
                    </a:lnTo>
                    <a:cubicBezTo>
                      <a:pt x="988" y="4168"/>
                      <a:pt x="988" y="4168"/>
                      <a:pt x="999" y="4168"/>
                    </a:cubicBezTo>
                    <a:cubicBezTo>
                      <a:pt x="1045" y="4157"/>
                      <a:pt x="1091" y="4111"/>
                      <a:pt x="1126" y="4065"/>
                    </a:cubicBezTo>
                    <a:cubicBezTo>
                      <a:pt x="1194" y="3928"/>
                      <a:pt x="1263" y="3790"/>
                      <a:pt x="1343" y="3652"/>
                    </a:cubicBezTo>
                    <a:cubicBezTo>
                      <a:pt x="1458" y="3456"/>
                      <a:pt x="1573" y="3262"/>
                      <a:pt x="1700" y="3066"/>
                    </a:cubicBezTo>
                    <a:cubicBezTo>
                      <a:pt x="1723" y="3043"/>
                      <a:pt x="1734" y="3020"/>
                      <a:pt x="1757" y="2986"/>
                    </a:cubicBezTo>
                    <a:cubicBezTo>
                      <a:pt x="1803" y="3020"/>
                      <a:pt x="1860" y="3043"/>
                      <a:pt x="1906" y="3078"/>
                    </a:cubicBezTo>
                    <a:cubicBezTo>
                      <a:pt x="1940" y="3101"/>
                      <a:pt x="1963" y="3112"/>
                      <a:pt x="1998" y="3135"/>
                    </a:cubicBezTo>
                    <a:cubicBezTo>
                      <a:pt x="2044" y="3170"/>
                      <a:pt x="2101" y="3193"/>
                      <a:pt x="2159" y="3227"/>
                    </a:cubicBezTo>
                    <a:cubicBezTo>
                      <a:pt x="2262" y="3296"/>
                      <a:pt x="2377" y="3376"/>
                      <a:pt x="2480" y="3445"/>
                    </a:cubicBezTo>
                    <a:cubicBezTo>
                      <a:pt x="2491" y="3445"/>
                      <a:pt x="2491" y="3456"/>
                      <a:pt x="2503" y="3456"/>
                    </a:cubicBezTo>
                    <a:cubicBezTo>
                      <a:pt x="2503" y="3456"/>
                      <a:pt x="2514" y="3468"/>
                      <a:pt x="2526" y="3468"/>
                    </a:cubicBezTo>
                    <a:lnTo>
                      <a:pt x="2537" y="3468"/>
                    </a:lnTo>
                    <a:cubicBezTo>
                      <a:pt x="2563" y="3479"/>
                      <a:pt x="2590" y="3484"/>
                      <a:pt x="2617" y="3484"/>
                    </a:cubicBezTo>
                    <a:cubicBezTo>
                      <a:pt x="2673" y="3484"/>
                      <a:pt x="2728" y="3461"/>
                      <a:pt x="2767" y="3422"/>
                    </a:cubicBezTo>
                    <a:cubicBezTo>
                      <a:pt x="2790" y="3399"/>
                      <a:pt x="2813" y="3365"/>
                      <a:pt x="2825" y="3331"/>
                    </a:cubicBezTo>
                    <a:cubicBezTo>
                      <a:pt x="2825" y="3319"/>
                      <a:pt x="2836" y="3296"/>
                      <a:pt x="2836" y="3285"/>
                    </a:cubicBezTo>
                    <a:cubicBezTo>
                      <a:pt x="2836" y="3227"/>
                      <a:pt x="2825" y="3170"/>
                      <a:pt x="2802" y="3135"/>
                    </a:cubicBezTo>
                    <a:cubicBezTo>
                      <a:pt x="2606" y="2848"/>
                      <a:pt x="2434" y="2561"/>
                      <a:pt x="2285" y="2274"/>
                    </a:cubicBezTo>
                    <a:cubicBezTo>
                      <a:pt x="2446" y="2079"/>
                      <a:pt x="2606" y="1884"/>
                      <a:pt x="2779" y="1711"/>
                    </a:cubicBezTo>
                    <a:cubicBezTo>
                      <a:pt x="2802" y="1677"/>
                      <a:pt x="2813" y="1654"/>
                      <a:pt x="2825" y="1619"/>
                    </a:cubicBezTo>
                    <a:cubicBezTo>
                      <a:pt x="2836" y="1585"/>
                      <a:pt x="2836" y="1539"/>
                      <a:pt x="2825" y="1505"/>
                    </a:cubicBezTo>
                    <a:cubicBezTo>
                      <a:pt x="2825" y="1471"/>
                      <a:pt x="2802" y="1436"/>
                      <a:pt x="2779" y="1402"/>
                    </a:cubicBezTo>
                    <a:cubicBezTo>
                      <a:pt x="2756" y="1379"/>
                      <a:pt x="2733" y="1356"/>
                      <a:pt x="2698" y="1344"/>
                    </a:cubicBezTo>
                    <a:cubicBezTo>
                      <a:pt x="2675" y="1333"/>
                      <a:pt x="2652" y="1321"/>
                      <a:pt x="2629" y="1321"/>
                    </a:cubicBezTo>
                    <a:cubicBezTo>
                      <a:pt x="2548" y="1294"/>
                      <a:pt x="2466" y="1282"/>
                      <a:pt x="2385" y="1282"/>
                    </a:cubicBezTo>
                    <a:cubicBezTo>
                      <a:pt x="2227" y="1282"/>
                      <a:pt x="2073" y="1325"/>
                      <a:pt x="1929" y="1379"/>
                    </a:cubicBezTo>
                    <a:cubicBezTo>
                      <a:pt x="1929" y="1390"/>
                      <a:pt x="1917" y="1390"/>
                      <a:pt x="1906" y="1390"/>
                    </a:cubicBezTo>
                    <a:cubicBezTo>
                      <a:pt x="1906" y="1390"/>
                      <a:pt x="1894" y="1402"/>
                      <a:pt x="1883" y="1402"/>
                    </a:cubicBezTo>
                    <a:cubicBezTo>
                      <a:pt x="1746" y="1057"/>
                      <a:pt x="1631" y="690"/>
                      <a:pt x="1539" y="333"/>
                    </a:cubicBezTo>
                    <a:cubicBezTo>
                      <a:pt x="1527" y="276"/>
                      <a:pt x="1516" y="219"/>
                      <a:pt x="1504" y="173"/>
                    </a:cubicBezTo>
                    <a:cubicBezTo>
                      <a:pt x="1504" y="162"/>
                      <a:pt x="1493" y="150"/>
                      <a:pt x="1493" y="127"/>
                    </a:cubicBezTo>
                    <a:lnTo>
                      <a:pt x="1481" y="116"/>
                    </a:lnTo>
                    <a:cubicBezTo>
                      <a:pt x="1447" y="47"/>
                      <a:pt x="1378" y="1"/>
                      <a:pt x="13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36"/>
              <p:cNvSpPr/>
              <p:nvPr/>
            </p:nvSpPr>
            <p:spPr>
              <a:xfrm>
                <a:off x="-1078188" y="2511746"/>
                <a:ext cx="104532" cy="152904"/>
              </a:xfrm>
              <a:custGeom>
                <a:rect b="b" l="l" r="r" t="t"/>
                <a:pathLst>
                  <a:path extrusionOk="0" h="4182" w="2859">
                    <a:moveTo>
                      <a:pt x="1435" y="1506"/>
                    </a:moveTo>
                    <a:cubicBezTo>
                      <a:pt x="1447" y="1528"/>
                      <a:pt x="1458" y="1551"/>
                      <a:pt x="1458" y="1563"/>
                    </a:cubicBezTo>
                    <a:cubicBezTo>
                      <a:pt x="1447" y="1574"/>
                      <a:pt x="1435" y="1574"/>
                      <a:pt x="1435" y="1574"/>
                    </a:cubicBezTo>
                    <a:lnTo>
                      <a:pt x="1435" y="1506"/>
                    </a:lnTo>
                    <a:close/>
                    <a:moveTo>
                      <a:pt x="1642" y="1988"/>
                    </a:moveTo>
                    <a:cubicBezTo>
                      <a:pt x="1677" y="2069"/>
                      <a:pt x="1711" y="2148"/>
                      <a:pt x="1746" y="2217"/>
                    </a:cubicBezTo>
                    <a:cubicBezTo>
                      <a:pt x="1700" y="2275"/>
                      <a:pt x="1654" y="2344"/>
                      <a:pt x="1619" y="2401"/>
                    </a:cubicBezTo>
                    <a:lnTo>
                      <a:pt x="1343" y="2263"/>
                    </a:lnTo>
                    <a:cubicBezTo>
                      <a:pt x="1355" y="2206"/>
                      <a:pt x="1366" y="2137"/>
                      <a:pt x="1366" y="2080"/>
                    </a:cubicBezTo>
                    <a:cubicBezTo>
                      <a:pt x="1458" y="2046"/>
                      <a:pt x="1550" y="2023"/>
                      <a:pt x="1642" y="1988"/>
                    </a:cubicBezTo>
                    <a:close/>
                    <a:moveTo>
                      <a:pt x="1274" y="2734"/>
                    </a:moveTo>
                    <a:cubicBezTo>
                      <a:pt x="1297" y="2746"/>
                      <a:pt x="1320" y="2757"/>
                      <a:pt x="1355" y="2780"/>
                    </a:cubicBezTo>
                    <a:cubicBezTo>
                      <a:pt x="1309" y="2837"/>
                      <a:pt x="1274" y="2895"/>
                      <a:pt x="1228" y="2964"/>
                    </a:cubicBezTo>
                    <a:cubicBezTo>
                      <a:pt x="1240" y="2883"/>
                      <a:pt x="1263" y="2814"/>
                      <a:pt x="1274" y="2734"/>
                    </a:cubicBezTo>
                    <a:close/>
                    <a:moveTo>
                      <a:pt x="1289" y="1"/>
                    </a:moveTo>
                    <a:cubicBezTo>
                      <a:pt x="1281" y="1"/>
                      <a:pt x="1272" y="1"/>
                      <a:pt x="1263" y="2"/>
                    </a:cubicBezTo>
                    <a:cubicBezTo>
                      <a:pt x="1149" y="13"/>
                      <a:pt x="1057" y="105"/>
                      <a:pt x="1057" y="220"/>
                    </a:cubicBezTo>
                    <a:cubicBezTo>
                      <a:pt x="1045" y="725"/>
                      <a:pt x="1011" y="1219"/>
                      <a:pt x="953" y="1712"/>
                    </a:cubicBezTo>
                    <a:cubicBezTo>
                      <a:pt x="723" y="1770"/>
                      <a:pt x="471" y="1816"/>
                      <a:pt x="230" y="1827"/>
                    </a:cubicBezTo>
                    <a:cubicBezTo>
                      <a:pt x="115" y="1839"/>
                      <a:pt x="34" y="1919"/>
                      <a:pt x="23" y="2034"/>
                    </a:cubicBezTo>
                    <a:cubicBezTo>
                      <a:pt x="0" y="2137"/>
                      <a:pt x="69" y="2240"/>
                      <a:pt x="172" y="2275"/>
                    </a:cubicBezTo>
                    <a:cubicBezTo>
                      <a:pt x="402" y="2355"/>
                      <a:pt x="620" y="2436"/>
                      <a:pt x="838" y="2539"/>
                    </a:cubicBezTo>
                    <a:cubicBezTo>
                      <a:pt x="769" y="2987"/>
                      <a:pt x="677" y="3446"/>
                      <a:pt x="563" y="3883"/>
                    </a:cubicBezTo>
                    <a:cubicBezTo>
                      <a:pt x="529" y="4008"/>
                      <a:pt x="597" y="4135"/>
                      <a:pt x="723" y="4158"/>
                    </a:cubicBezTo>
                    <a:cubicBezTo>
                      <a:pt x="758" y="4169"/>
                      <a:pt x="792" y="4169"/>
                      <a:pt x="827" y="4169"/>
                    </a:cubicBezTo>
                    <a:cubicBezTo>
                      <a:pt x="861" y="4181"/>
                      <a:pt x="884" y="4181"/>
                      <a:pt x="919" y="4181"/>
                    </a:cubicBezTo>
                    <a:cubicBezTo>
                      <a:pt x="999" y="4181"/>
                      <a:pt x="1080" y="4135"/>
                      <a:pt x="1126" y="4066"/>
                    </a:cubicBezTo>
                    <a:cubicBezTo>
                      <a:pt x="1309" y="3687"/>
                      <a:pt x="1527" y="3332"/>
                      <a:pt x="1757" y="2987"/>
                    </a:cubicBezTo>
                    <a:cubicBezTo>
                      <a:pt x="1998" y="3136"/>
                      <a:pt x="2251" y="3286"/>
                      <a:pt x="2480" y="3446"/>
                    </a:cubicBezTo>
                    <a:cubicBezTo>
                      <a:pt x="2520" y="3471"/>
                      <a:pt x="2566" y="3483"/>
                      <a:pt x="2611" y="3483"/>
                    </a:cubicBezTo>
                    <a:cubicBezTo>
                      <a:pt x="2671" y="3483"/>
                      <a:pt x="2728" y="3462"/>
                      <a:pt x="2767" y="3423"/>
                    </a:cubicBezTo>
                    <a:cubicBezTo>
                      <a:pt x="2848" y="3343"/>
                      <a:pt x="2859" y="3217"/>
                      <a:pt x="2802" y="3136"/>
                    </a:cubicBezTo>
                    <a:cubicBezTo>
                      <a:pt x="2606" y="2849"/>
                      <a:pt x="2434" y="2562"/>
                      <a:pt x="2285" y="2275"/>
                    </a:cubicBezTo>
                    <a:cubicBezTo>
                      <a:pt x="2446" y="2080"/>
                      <a:pt x="2606" y="1885"/>
                      <a:pt x="2779" y="1712"/>
                    </a:cubicBezTo>
                    <a:cubicBezTo>
                      <a:pt x="2825" y="1655"/>
                      <a:pt x="2848" y="1574"/>
                      <a:pt x="2825" y="1506"/>
                    </a:cubicBezTo>
                    <a:cubicBezTo>
                      <a:pt x="2813" y="1437"/>
                      <a:pt x="2767" y="1368"/>
                      <a:pt x="2698" y="1345"/>
                    </a:cubicBezTo>
                    <a:cubicBezTo>
                      <a:pt x="2593" y="1303"/>
                      <a:pt x="2489" y="1285"/>
                      <a:pt x="2388" y="1285"/>
                    </a:cubicBezTo>
                    <a:cubicBezTo>
                      <a:pt x="2212" y="1285"/>
                      <a:pt x="2043" y="1337"/>
                      <a:pt x="1883" y="1403"/>
                    </a:cubicBezTo>
                    <a:cubicBezTo>
                      <a:pt x="1734" y="1000"/>
                      <a:pt x="1608" y="599"/>
                      <a:pt x="1504" y="174"/>
                    </a:cubicBezTo>
                    <a:cubicBezTo>
                      <a:pt x="1483" y="67"/>
                      <a:pt x="1393" y="1"/>
                      <a:pt x="1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9" name="Google Shape;429;p36"/>
          <p:cNvSpPr txBox="1"/>
          <p:nvPr>
            <p:ph type="title"/>
          </p:nvPr>
        </p:nvSpPr>
        <p:spPr>
          <a:xfrm>
            <a:off x="720013" y="2369125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&amp; ISSUES</a:t>
            </a:r>
            <a:endParaRPr/>
          </a:p>
        </p:txBody>
      </p:sp>
      <p:sp>
        <p:nvSpPr>
          <p:cNvPr id="430" name="Google Shape;430;p36"/>
          <p:cNvSpPr txBox="1"/>
          <p:nvPr>
            <p:ph idx="1" type="subTitle"/>
          </p:nvPr>
        </p:nvSpPr>
        <p:spPr>
          <a:xfrm>
            <a:off x="779950" y="3487575"/>
            <a:ext cx="45012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</a:t>
            </a:r>
            <a:r>
              <a:rPr lang="en"/>
              <a:t>alkthrough video, challenges encountered</a:t>
            </a:r>
            <a:endParaRPr/>
          </a:p>
        </p:txBody>
      </p:sp>
      <p:sp>
        <p:nvSpPr>
          <p:cNvPr id="431" name="Google Shape;431;p36"/>
          <p:cNvSpPr txBox="1"/>
          <p:nvPr>
            <p:ph idx="2" type="title"/>
          </p:nvPr>
        </p:nvSpPr>
        <p:spPr>
          <a:xfrm>
            <a:off x="720013" y="1402350"/>
            <a:ext cx="1859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432" name="Google Shape;432;p36"/>
          <p:cNvGrpSpPr/>
          <p:nvPr/>
        </p:nvGrpSpPr>
        <p:grpSpPr>
          <a:xfrm>
            <a:off x="2029738" y="1142688"/>
            <a:ext cx="486864" cy="399297"/>
            <a:chOff x="1036100" y="2778525"/>
            <a:chExt cx="486864" cy="399297"/>
          </a:xfrm>
        </p:grpSpPr>
        <p:sp>
          <p:nvSpPr>
            <p:cNvPr id="433" name="Google Shape;433;p36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212611" y="2779232"/>
              <a:ext cx="126992" cy="146798"/>
            </a:xfrm>
            <a:custGeom>
              <a:rect b="b" l="l" r="r" t="t"/>
              <a:pathLst>
                <a:path extrusionOk="0" h="3943" w="3411">
                  <a:moveTo>
                    <a:pt x="1195" y="1061"/>
                  </a:moveTo>
                  <a:lnTo>
                    <a:pt x="1195" y="1061"/>
                  </a:lnTo>
                  <a:cubicBezTo>
                    <a:pt x="1263" y="1175"/>
                    <a:pt x="1344" y="1279"/>
                    <a:pt x="1424" y="1382"/>
                  </a:cubicBezTo>
                  <a:lnTo>
                    <a:pt x="1229" y="1486"/>
                  </a:lnTo>
                  <a:cubicBezTo>
                    <a:pt x="1217" y="1348"/>
                    <a:pt x="1206" y="1198"/>
                    <a:pt x="1195" y="1061"/>
                  </a:cubicBezTo>
                  <a:close/>
                  <a:moveTo>
                    <a:pt x="1700" y="1750"/>
                  </a:moveTo>
                  <a:cubicBezTo>
                    <a:pt x="1758" y="1818"/>
                    <a:pt x="1815" y="1887"/>
                    <a:pt x="1860" y="1956"/>
                  </a:cubicBezTo>
                  <a:lnTo>
                    <a:pt x="1574" y="2461"/>
                  </a:lnTo>
                  <a:lnTo>
                    <a:pt x="1275" y="2359"/>
                  </a:lnTo>
                  <a:cubicBezTo>
                    <a:pt x="1263" y="2232"/>
                    <a:pt x="1263" y="2106"/>
                    <a:pt x="1263" y="1979"/>
                  </a:cubicBezTo>
                  <a:lnTo>
                    <a:pt x="1700" y="1750"/>
                  </a:lnTo>
                  <a:close/>
                  <a:moveTo>
                    <a:pt x="2159" y="2347"/>
                  </a:moveTo>
                  <a:cubicBezTo>
                    <a:pt x="2274" y="2496"/>
                    <a:pt x="2389" y="2645"/>
                    <a:pt x="2503" y="2783"/>
                  </a:cubicBezTo>
                  <a:lnTo>
                    <a:pt x="2010" y="2622"/>
                  </a:lnTo>
                  <a:lnTo>
                    <a:pt x="2159" y="2347"/>
                  </a:lnTo>
                  <a:close/>
                  <a:moveTo>
                    <a:pt x="1275" y="2841"/>
                  </a:moveTo>
                  <a:lnTo>
                    <a:pt x="1355" y="2875"/>
                  </a:lnTo>
                  <a:lnTo>
                    <a:pt x="1275" y="3002"/>
                  </a:lnTo>
                  <a:lnTo>
                    <a:pt x="1275" y="2841"/>
                  </a:lnTo>
                  <a:close/>
                  <a:moveTo>
                    <a:pt x="860" y="1"/>
                  </a:moveTo>
                  <a:cubicBezTo>
                    <a:pt x="831" y="1"/>
                    <a:pt x="800" y="6"/>
                    <a:pt x="770" y="16"/>
                  </a:cubicBezTo>
                  <a:cubicBezTo>
                    <a:pt x="678" y="50"/>
                    <a:pt x="620" y="154"/>
                    <a:pt x="632" y="257"/>
                  </a:cubicBezTo>
                  <a:cubicBezTo>
                    <a:pt x="701" y="739"/>
                    <a:pt x="758" y="1221"/>
                    <a:pt x="793" y="1704"/>
                  </a:cubicBezTo>
                  <a:lnTo>
                    <a:pt x="127" y="2048"/>
                  </a:lnTo>
                  <a:cubicBezTo>
                    <a:pt x="46" y="2083"/>
                    <a:pt x="0" y="2175"/>
                    <a:pt x="12" y="2267"/>
                  </a:cubicBezTo>
                  <a:cubicBezTo>
                    <a:pt x="12" y="2359"/>
                    <a:pt x="69" y="2427"/>
                    <a:pt x="161" y="2461"/>
                  </a:cubicBezTo>
                  <a:lnTo>
                    <a:pt x="827" y="2691"/>
                  </a:lnTo>
                  <a:cubicBezTo>
                    <a:pt x="827" y="3024"/>
                    <a:pt x="816" y="3369"/>
                    <a:pt x="804" y="3713"/>
                  </a:cubicBezTo>
                  <a:cubicBezTo>
                    <a:pt x="793" y="3828"/>
                    <a:pt x="896" y="3943"/>
                    <a:pt x="1023" y="3943"/>
                  </a:cubicBezTo>
                  <a:lnTo>
                    <a:pt x="1034" y="3943"/>
                  </a:lnTo>
                  <a:cubicBezTo>
                    <a:pt x="1057" y="3943"/>
                    <a:pt x="1080" y="3943"/>
                    <a:pt x="1092" y="3931"/>
                  </a:cubicBezTo>
                  <a:cubicBezTo>
                    <a:pt x="1112" y="3936"/>
                    <a:pt x="1133" y="3938"/>
                    <a:pt x="1152" y="3938"/>
                  </a:cubicBezTo>
                  <a:cubicBezTo>
                    <a:pt x="1230" y="3938"/>
                    <a:pt x="1298" y="3902"/>
                    <a:pt x="1344" y="3828"/>
                  </a:cubicBezTo>
                  <a:lnTo>
                    <a:pt x="1792" y="3024"/>
                  </a:lnTo>
                  <a:lnTo>
                    <a:pt x="3089" y="3472"/>
                  </a:lnTo>
                  <a:cubicBezTo>
                    <a:pt x="3116" y="3481"/>
                    <a:pt x="3142" y="3485"/>
                    <a:pt x="3168" y="3485"/>
                  </a:cubicBezTo>
                  <a:cubicBezTo>
                    <a:pt x="3242" y="3485"/>
                    <a:pt x="3311" y="3448"/>
                    <a:pt x="3353" y="3380"/>
                  </a:cubicBezTo>
                  <a:cubicBezTo>
                    <a:pt x="3411" y="3300"/>
                    <a:pt x="3411" y="3185"/>
                    <a:pt x="3342" y="3116"/>
                  </a:cubicBezTo>
                  <a:cubicBezTo>
                    <a:pt x="3032" y="2714"/>
                    <a:pt x="2710" y="2324"/>
                    <a:pt x="2401" y="1922"/>
                  </a:cubicBezTo>
                  <a:lnTo>
                    <a:pt x="2848" y="1119"/>
                  </a:lnTo>
                  <a:cubicBezTo>
                    <a:pt x="2894" y="1038"/>
                    <a:pt x="2883" y="923"/>
                    <a:pt x="2814" y="854"/>
                  </a:cubicBezTo>
                  <a:cubicBezTo>
                    <a:pt x="2769" y="810"/>
                    <a:pt x="2706" y="784"/>
                    <a:pt x="2644" y="784"/>
                  </a:cubicBezTo>
                  <a:cubicBezTo>
                    <a:pt x="2611" y="784"/>
                    <a:pt x="2578" y="792"/>
                    <a:pt x="2549" y="808"/>
                  </a:cubicBezTo>
                  <a:lnTo>
                    <a:pt x="1837" y="1175"/>
                  </a:lnTo>
                  <a:cubicBezTo>
                    <a:pt x="1574" y="808"/>
                    <a:pt x="1298" y="453"/>
                    <a:pt x="1046" y="96"/>
                  </a:cubicBezTo>
                  <a:cubicBezTo>
                    <a:pt x="997" y="31"/>
                    <a:pt x="931" y="1"/>
                    <a:pt x="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6" name="Google Shape;436;p36"/>
            <p:cNvGrpSpPr/>
            <p:nvPr/>
          </p:nvGrpSpPr>
          <p:grpSpPr>
            <a:xfrm>
              <a:off x="1036100" y="2779232"/>
              <a:ext cx="486864" cy="398590"/>
              <a:chOff x="1036100" y="2779232"/>
              <a:chExt cx="486864" cy="398590"/>
            </a:xfrm>
          </p:grpSpPr>
          <p:sp>
            <p:nvSpPr>
              <p:cNvPr id="437" name="Google Shape;437;p36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6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6"/>
              <p:cNvSpPr/>
              <p:nvPr/>
            </p:nvSpPr>
            <p:spPr>
              <a:xfrm>
                <a:off x="1405839" y="3036720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40" name="Google Shape;440;p36"/>
              <p:cNvGrpSpPr/>
              <p:nvPr/>
            </p:nvGrpSpPr>
            <p:grpSpPr>
              <a:xfrm>
                <a:off x="1036100" y="2779232"/>
                <a:ext cx="486864" cy="397771"/>
                <a:chOff x="1036100" y="2779232"/>
                <a:chExt cx="486864" cy="397771"/>
              </a:xfrm>
            </p:grpSpPr>
            <p:sp>
              <p:nvSpPr>
                <p:cNvPr id="441" name="Google Shape;441;p36"/>
                <p:cNvSpPr/>
                <p:nvPr/>
              </p:nvSpPr>
              <p:spPr>
                <a:xfrm>
                  <a:off x="1212611" y="2779232"/>
                  <a:ext cx="126992" cy="146798"/>
                </a:xfrm>
                <a:custGeom>
                  <a:rect b="b" l="l" r="r" t="t"/>
                  <a:pathLst>
                    <a:path extrusionOk="0" h="3943" w="3411">
                      <a:moveTo>
                        <a:pt x="1195" y="1061"/>
                      </a:moveTo>
                      <a:lnTo>
                        <a:pt x="1195" y="1061"/>
                      </a:lnTo>
                      <a:cubicBezTo>
                        <a:pt x="1263" y="1175"/>
                        <a:pt x="1344" y="1279"/>
                        <a:pt x="1424" y="1382"/>
                      </a:cubicBezTo>
                      <a:lnTo>
                        <a:pt x="1229" y="1486"/>
                      </a:lnTo>
                      <a:cubicBezTo>
                        <a:pt x="1217" y="1348"/>
                        <a:pt x="1206" y="1198"/>
                        <a:pt x="1195" y="1061"/>
                      </a:cubicBezTo>
                      <a:close/>
                      <a:moveTo>
                        <a:pt x="1700" y="1750"/>
                      </a:moveTo>
                      <a:cubicBezTo>
                        <a:pt x="1758" y="1818"/>
                        <a:pt x="1815" y="1887"/>
                        <a:pt x="1860" y="1956"/>
                      </a:cubicBezTo>
                      <a:lnTo>
                        <a:pt x="1574" y="2461"/>
                      </a:lnTo>
                      <a:lnTo>
                        <a:pt x="1275" y="2359"/>
                      </a:lnTo>
                      <a:cubicBezTo>
                        <a:pt x="1263" y="2232"/>
                        <a:pt x="1263" y="2106"/>
                        <a:pt x="1263" y="1979"/>
                      </a:cubicBezTo>
                      <a:lnTo>
                        <a:pt x="1700" y="1750"/>
                      </a:lnTo>
                      <a:close/>
                      <a:moveTo>
                        <a:pt x="2159" y="2347"/>
                      </a:moveTo>
                      <a:cubicBezTo>
                        <a:pt x="2274" y="2496"/>
                        <a:pt x="2389" y="2645"/>
                        <a:pt x="2503" y="2783"/>
                      </a:cubicBezTo>
                      <a:lnTo>
                        <a:pt x="2010" y="2622"/>
                      </a:lnTo>
                      <a:lnTo>
                        <a:pt x="2159" y="2347"/>
                      </a:lnTo>
                      <a:close/>
                      <a:moveTo>
                        <a:pt x="1275" y="2841"/>
                      </a:moveTo>
                      <a:lnTo>
                        <a:pt x="1355" y="2875"/>
                      </a:lnTo>
                      <a:lnTo>
                        <a:pt x="1275" y="3002"/>
                      </a:lnTo>
                      <a:lnTo>
                        <a:pt x="1275" y="2841"/>
                      </a:lnTo>
                      <a:close/>
                      <a:moveTo>
                        <a:pt x="860" y="1"/>
                      </a:moveTo>
                      <a:cubicBezTo>
                        <a:pt x="831" y="1"/>
                        <a:pt x="800" y="6"/>
                        <a:pt x="770" y="16"/>
                      </a:cubicBezTo>
                      <a:cubicBezTo>
                        <a:pt x="678" y="50"/>
                        <a:pt x="620" y="154"/>
                        <a:pt x="632" y="257"/>
                      </a:cubicBezTo>
                      <a:cubicBezTo>
                        <a:pt x="701" y="739"/>
                        <a:pt x="758" y="1221"/>
                        <a:pt x="793" y="1704"/>
                      </a:cubicBezTo>
                      <a:lnTo>
                        <a:pt x="127" y="2048"/>
                      </a:lnTo>
                      <a:cubicBezTo>
                        <a:pt x="46" y="2083"/>
                        <a:pt x="0" y="2175"/>
                        <a:pt x="12" y="2267"/>
                      </a:cubicBezTo>
                      <a:cubicBezTo>
                        <a:pt x="12" y="2359"/>
                        <a:pt x="69" y="2427"/>
                        <a:pt x="161" y="2461"/>
                      </a:cubicBezTo>
                      <a:lnTo>
                        <a:pt x="827" y="2691"/>
                      </a:lnTo>
                      <a:cubicBezTo>
                        <a:pt x="827" y="3024"/>
                        <a:pt x="816" y="3369"/>
                        <a:pt x="804" y="3713"/>
                      </a:cubicBezTo>
                      <a:cubicBezTo>
                        <a:pt x="793" y="3828"/>
                        <a:pt x="896" y="3943"/>
                        <a:pt x="1023" y="3943"/>
                      </a:cubicBezTo>
                      <a:lnTo>
                        <a:pt x="1034" y="3943"/>
                      </a:lnTo>
                      <a:cubicBezTo>
                        <a:pt x="1057" y="3943"/>
                        <a:pt x="1080" y="3943"/>
                        <a:pt x="1092" y="3931"/>
                      </a:cubicBezTo>
                      <a:cubicBezTo>
                        <a:pt x="1112" y="3936"/>
                        <a:pt x="1133" y="3938"/>
                        <a:pt x="1152" y="3938"/>
                      </a:cubicBezTo>
                      <a:cubicBezTo>
                        <a:pt x="1230" y="3938"/>
                        <a:pt x="1298" y="3902"/>
                        <a:pt x="1344" y="3828"/>
                      </a:cubicBezTo>
                      <a:lnTo>
                        <a:pt x="1792" y="3024"/>
                      </a:lnTo>
                      <a:lnTo>
                        <a:pt x="3089" y="3472"/>
                      </a:lnTo>
                      <a:cubicBezTo>
                        <a:pt x="3116" y="3481"/>
                        <a:pt x="3142" y="3485"/>
                        <a:pt x="3168" y="3485"/>
                      </a:cubicBezTo>
                      <a:cubicBezTo>
                        <a:pt x="3242" y="3485"/>
                        <a:pt x="3311" y="3448"/>
                        <a:pt x="3353" y="3380"/>
                      </a:cubicBezTo>
                      <a:cubicBezTo>
                        <a:pt x="3411" y="3300"/>
                        <a:pt x="3411" y="3185"/>
                        <a:pt x="3342" y="3116"/>
                      </a:cubicBezTo>
                      <a:cubicBezTo>
                        <a:pt x="3032" y="2714"/>
                        <a:pt x="2710" y="2324"/>
                        <a:pt x="2401" y="1922"/>
                      </a:cubicBezTo>
                      <a:lnTo>
                        <a:pt x="2848" y="1119"/>
                      </a:lnTo>
                      <a:cubicBezTo>
                        <a:pt x="2894" y="1038"/>
                        <a:pt x="2883" y="923"/>
                        <a:pt x="2814" y="854"/>
                      </a:cubicBezTo>
                      <a:cubicBezTo>
                        <a:pt x="2769" y="810"/>
                        <a:pt x="2706" y="784"/>
                        <a:pt x="2644" y="784"/>
                      </a:cubicBezTo>
                      <a:cubicBezTo>
                        <a:pt x="2611" y="784"/>
                        <a:pt x="2578" y="792"/>
                        <a:pt x="2549" y="808"/>
                      </a:cubicBezTo>
                      <a:lnTo>
                        <a:pt x="1837" y="1175"/>
                      </a:lnTo>
                      <a:cubicBezTo>
                        <a:pt x="1574" y="808"/>
                        <a:pt x="1298" y="453"/>
                        <a:pt x="1046" y="96"/>
                      </a:cubicBezTo>
                      <a:cubicBezTo>
                        <a:pt x="997" y="31"/>
                        <a:pt x="931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p36"/>
                <p:cNvSpPr/>
                <p:nvPr/>
              </p:nvSpPr>
              <p:spPr>
                <a:xfrm>
                  <a:off x="1405839" y="3036720"/>
                  <a:ext cx="117126" cy="140283"/>
                </a:xfrm>
                <a:custGeom>
                  <a:rect b="b" l="l" r="r" t="t"/>
                  <a:pathLst>
                    <a:path extrusionOk="0" h="3768" w="3146">
                      <a:moveTo>
                        <a:pt x="1860" y="1459"/>
                      </a:moveTo>
                      <a:lnTo>
                        <a:pt x="1860" y="1528"/>
                      </a:lnTo>
                      <a:lnTo>
                        <a:pt x="1826" y="1528"/>
                      </a:lnTo>
                      <a:lnTo>
                        <a:pt x="1860" y="1459"/>
                      </a:lnTo>
                      <a:close/>
                      <a:moveTo>
                        <a:pt x="2308" y="1998"/>
                      </a:moveTo>
                      <a:cubicBezTo>
                        <a:pt x="2308" y="1998"/>
                        <a:pt x="2308" y="2010"/>
                        <a:pt x="2296" y="2010"/>
                      </a:cubicBezTo>
                      <a:lnTo>
                        <a:pt x="2296" y="1998"/>
                      </a:lnTo>
                      <a:close/>
                      <a:moveTo>
                        <a:pt x="1562" y="1952"/>
                      </a:moveTo>
                      <a:cubicBezTo>
                        <a:pt x="1653" y="1964"/>
                        <a:pt x="1757" y="1975"/>
                        <a:pt x="1849" y="1987"/>
                      </a:cubicBezTo>
                      <a:lnTo>
                        <a:pt x="1849" y="2240"/>
                      </a:lnTo>
                      <a:cubicBezTo>
                        <a:pt x="1780" y="2274"/>
                        <a:pt x="1722" y="2308"/>
                        <a:pt x="1653" y="2342"/>
                      </a:cubicBezTo>
                      <a:cubicBezTo>
                        <a:pt x="1596" y="2274"/>
                        <a:pt x="1528" y="2194"/>
                        <a:pt x="1459" y="2113"/>
                      </a:cubicBezTo>
                      <a:cubicBezTo>
                        <a:pt x="1493" y="2056"/>
                        <a:pt x="1528" y="2010"/>
                        <a:pt x="1562" y="1952"/>
                      </a:cubicBezTo>
                      <a:close/>
                      <a:moveTo>
                        <a:pt x="1206" y="2515"/>
                      </a:moveTo>
                      <a:cubicBezTo>
                        <a:pt x="1217" y="2538"/>
                        <a:pt x="1240" y="2561"/>
                        <a:pt x="1263" y="2584"/>
                      </a:cubicBezTo>
                      <a:cubicBezTo>
                        <a:pt x="1194" y="2618"/>
                        <a:pt x="1137" y="2664"/>
                        <a:pt x="1068" y="2699"/>
                      </a:cubicBezTo>
                      <a:cubicBezTo>
                        <a:pt x="1114" y="2641"/>
                        <a:pt x="1160" y="2572"/>
                        <a:pt x="1206" y="2515"/>
                      </a:cubicBezTo>
                      <a:close/>
                      <a:moveTo>
                        <a:pt x="2243" y="1"/>
                      </a:moveTo>
                      <a:cubicBezTo>
                        <a:pt x="2157" y="1"/>
                        <a:pt x="2079" y="46"/>
                        <a:pt x="2044" y="127"/>
                      </a:cubicBezTo>
                      <a:cubicBezTo>
                        <a:pt x="1826" y="586"/>
                        <a:pt x="1596" y="1023"/>
                        <a:pt x="1332" y="1459"/>
                      </a:cubicBezTo>
                      <a:cubicBezTo>
                        <a:pt x="1091" y="1413"/>
                        <a:pt x="850" y="1344"/>
                        <a:pt x="620" y="1263"/>
                      </a:cubicBezTo>
                      <a:cubicBezTo>
                        <a:pt x="592" y="1251"/>
                        <a:pt x="565" y="1245"/>
                        <a:pt x="538" y="1245"/>
                      </a:cubicBezTo>
                      <a:cubicBezTo>
                        <a:pt x="465" y="1245"/>
                        <a:pt x="398" y="1288"/>
                        <a:pt x="356" y="1355"/>
                      </a:cubicBezTo>
                      <a:cubicBezTo>
                        <a:pt x="299" y="1447"/>
                        <a:pt x="311" y="1562"/>
                        <a:pt x="390" y="1643"/>
                      </a:cubicBezTo>
                      <a:cubicBezTo>
                        <a:pt x="563" y="1803"/>
                        <a:pt x="735" y="1975"/>
                        <a:pt x="896" y="2159"/>
                      </a:cubicBezTo>
                      <a:cubicBezTo>
                        <a:pt x="643" y="2538"/>
                        <a:pt x="367" y="2906"/>
                        <a:pt x="81" y="3273"/>
                      </a:cubicBezTo>
                      <a:cubicBezTo>
                        <a:pt x="0" y="3365"/>
                        <a:pt x="23" y="3514"/>
                        <a:pt x="115" y="3582"/>
                      </a:cubicBezTo>
                      <a:cubicBezTo>
                        <a:pt x="150" y="3617"/>
                        <a:pt x="184" y="3628"/>
                        <a:pt x="219" y="3628"/>
                      </a:cubicBezTo>
                      <a:cubicBezTo>
                        <a:pt x="230" y="3663"/>
                        <a:pt x="265" y="3674"/>
                        <a:pt x="288" y="3686"/>
                      </a:cubicBezTo>
                      <a:cubicBezTo>
                        <a:pt x="319" y="3700"/>
                        <a:pt x="353" y="3706"/>
                        <a:pt x="386" y="3706"/>
                      </a:cubicBezTo>
                      <a:cubicBezTo>
                        <a:pt x="436" y="3706"/>
                        <a:pt x="487" y="3691"/>
                        <a:pt x="528" y="3663"/>
                      </a:cubicBezTo>
                      <a:cubicBezTo>
                        <a:pt x="850" y="3399"/>
                        <a:pt x="1183" y="3158"/>
                        <a:pt x="1539" y="2940"/>
                      </a:cubicBezTo>
                      <a:cubicBezTo>
                        <a:pt x="1711" y="3169"/>
                        <a:pt x="1872" y="3411"/>
                        <a:pt x="2021" y="3651"/>
                      </a:cubicBezTo>
                      <a:cubicBezTo>
                        <a:pt x="2055" y="3729"/>
                        <a:pt x="2135" y="3768"/>
                        <a:pt x="2212" y="3768"/>
                      </a:cubicBezTo>
                      <a:cubicBezTo>
                        <a:pt x="2237" y="3768"/>
                        <a:pt x="2262" y="3764"/>
                        <a:pt x="2285" y="3755"/>
                      </a:cubicBezTo>
                      <a:cubicBezTo>
                        <a:pt x="2388" y="3709"/>
                        <a:pt x="2457" y="3605"/>
                        <a:pt x="2434" y="3503"/>
                      </a:cubicBezTo>
                      <a:cubicBezTo>
                        <a:pt x="2377" y="3169"/>
                        <a:pt x="2331" y="2837"/>
                        <a:pt x="2319" y="2503"/>
                      </a:cubicBezTo>
                      <a:cubicBezTo>
                        <a:pt x="2538" y="2388"/>
                        <a:pt x="2768" y="2286"/>
                        <a:pt x="2997" y="2194"/>
                      </a:cubicBezTo>
                      <a:cubicBezTo>
                        <a:pt x="3066" y="2159"/>
                        <a:pt x="3112" y="2102"/>
                        <a:pt x="3135" y="2033"/>
                      </a:cubicBezTo>
                      <a:cubicBezTo>
                        <a:pt x="3146" y="1952"/>
                        <a:pt x="3123" y="1883"/>
                        <a:pt x="3077" y="1826"/>
                      </a:cubicBezTo>
                      <a:cubicBezTo>
                        <a:pt x="2870" y="1608"/>
                        <a:pt x="2572" y="1562"/>
                        <a:pt x="2308" y="1551"/>
                      </a:cubicBezTo>
                      <a:cubicBezTo>
                        <a:pt x="2331" y="1114"/>
                        <a:pt x="2388" y="689"/>
                        <a:pt x="2469" y="276"/>
                      </a:cubicBezTo>
                      <a:cubicBezTo>
                        <a:pt x="2492" y="161"/>
                        <a:pt x="2423" y="46"/>
                        <a:pt x="2319" y="12"/>
                      </a:cubicBezTo>
                      <a:cubicBezTo>
                        <a:pt x="2294" y="4"/>
                        <a:pt x="2268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36"/>
                <p:cNvSpPr/>
                <p:nvPr/>
              </p:nvSpPr>
              <p:spPr>
                <a:xfrm>
                  <a:off x="1036100" y="3008462"/>
                  <a:ext cx="76508" cy="80864"/>
                </a:xfrm>
                <a:custGeom>
                  <a:rect b="b" l="l" r="r" t="t"/>
                  <a:pathLst>
                    <a:path extrusionOk="0" h="2172" w="2055">
                      <a:moveTo>
                        <a:pt x="1045" y="0"/>
                      </a:moveTo>
                      <a:cubicBezTo>
                        <a:pt x="1038" y="0"/>
                        <a:pt x="1030" y="1"/>
                        <a:pt x="1021" y="1"/>
                      </a:cubicBezTo>
                      <a:cubicBezTo>
                        <a:pt x="919" y="13"/>
                        <a:pt x="827" y="105"/>
                        <a:pt x="827" y="220"/>
                      </a:cubicBezTo>
                      <a:cubicBezTo>
                        <a:pt x="815" y="404"/>
                        <a:pt x="792" y="587"/>
                        <a:pt x="769" y="759"/>
                      </a:cubicBezTo>
                      <a:lnTo>
                        <a:pt x="207" y="840"/>
                      </a:lnTo>
                      <a:cubicBezTo>
                        <a:pt x="80" y="863"/>
                        <a:pt x="0" y="966"/>
                        <a:pt x="11" y="1093"/>
                      </a:cubicBezTo>
                      <a:cubicBezTo>
                        <a:pt x="32" y="1205"/>
                        <a:pt x="117" y="1291"/>
                        <a:pt x="225" y="1291"/>
                      </a:cubicBezTo>
                      <a:cubicBezTo>
                        <a:pt x="238" y="1291"/>
                        <a:pt x="251" y="1290"/>
                        <a:pt x="264" y="1287"/>
                      </a:cubicBezTo>
                      <a:cubicBezTo>
                        <a:pt x="293" y="1285"/>
                        <a:pt x="323" y="1283"/>
                        <a:pt x="353" y="1283"/>
                      </a:cubicBezTo>
                      <a:cubicBezTo>
                        <a:pt x="450" y="1283"/>
                        <a:pt x="548" y="1298"/>
                        <a:pt x="654" y="1333"/>
                      </a:cubicBezTo>
                      <a:cubicBezTo>
                        <a:pt x="608" y="1517"/>
                        <a:pt x="562" y="1690"/>
                        <a:pt x="505" y="1861"/>
                      </a:cubicBezTo>
                      <a:cubicBezTo>
                        <a:pt x="459" y="1988"/>
                        <a:pt x="528" y="2114"/>
                        <a:pt x="643" y="2160"/>
                      </a:cubicBezTo>
                      <a:cubicBezTo>
                        <a:pt x="666" y="2160"/>
                        <a:pt x="689" y="2172"/>
                        <a:pt x="712" y="2172"/>
                      </a:cubicBezTo>
                      <a:cubicBezTo>
                        <a:pt x="815" y="2172"/>
                        <a:pt x="896" y="2103"/>
                        <a:pt x="930" y="2011"/>
                      </a:cubicBezTo>
                      <a:cubicBezTo>
                        <a:pt x="930" y="2011"/>
                        <a:pt x="930" y="1999"/>
                        <a:pt x="942" y="1999"/>
                      </a:cubicBezTo>
                      <a:lnTo>
                        <a:pt x="942" y="1988"/>
                      </a:lnTo>
                      <a:cubicBezTo>
                        <a:pt x="1056" y="1884"/>
                        <a:pt x="1159" y="1782"/>
                        <a:pt x="1274" y="1678"/>
                      </a:cubicBezTo>
                      <a:cubicBezTo>
                        <a:pt x="1378" y="1759"/>
                        <a:pt x="1493" y="1861"/>
                        <a:pt x="1596" y="1965"/>
                      </a:cubicBezTo>
                      <a:cubicBezTo>
                        <a:pt x="1641" y="2010"/>
                        <a:pt x="1704" y="2033"/>
                        <a:pt x="1764" y="2033"/>
                      </a:cubicBezTo>
                      <a:cubicBezTo>
                        <a:pt x="1812" y="2033"/>
                        <a:pt x="1859" y="2019"/>
                        <a:pt x="1894" y="1988"/>
                      </a:cubicBezTo>
                      <a:cubicBezTo>
                        <a:pt x="1986" y="1907"/>
                        <a:pt x="2009" y="1782"/>
                        <a:pt x="1952" y="1690"/>
                      </a:cubicBezTo>
                      <a:cubicBezTo>
                        <a:pt x="1860" y="1552"/>
                        <a:pt x="1779" y="1402"/>
                        <a:pt x="1710" y="1264"/>
                      </a:cubicBezTo>
                      <a:cubicBezTo>
                        <a:pt x="1802" y="1173"/>
                        <a:pt x="1883" y="1093"/>
                        <a:pt x="1975" y="1012"/>
                      </a:cubicBezTo>
                      <a:cubicBezTo>
                        <a:pt x="2044" y="943"/>
                        <a:pt x="2055" y="840"/>
                        <a:pt x="2021" y="748"/>
                      </a:cubicBezTo>
                      <a:cubicBezTo>
                        <a:pt x="1979" y="665"/>
                        <a:pt x="1891" y="620"/>
                        <a:pt x="1806" y="620"/>
                      </a:cubicBezTo>
                      <a:cubicBezTo>
                        <a:pt x="1797" y="620"/>
                        <a:pt x="1788" y="620"/>
                        <a:pt x="1779" y="621"/>
                      </a:cubicBezTo>
                      <a:lnTo>
                        <a:pt x="1435" y="667"/>
                      </a:lnTo>
                      <a:cubicBezTo>
                        <a:pt x="1378" y="507"/>
                        <a:pt x="1320" y="335"/>
                        <a:pt x="1274" y="162"/>
                      </a:cubicBezTo>
                      <a:cubicBezTo>
                        <a:pt x="1242" y="67"/>
                        <a:pt x="1151" y="0"/>
                        <a:pt x="10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"/>
          <p:cNvSpPr txBox="1"/>
          <p:nvPr>
            <p:ph type="title"/>
          </p:nvPr>
        </p:nvSpPr>
        <p:spPr>
          <a:xfrm>
            <a:off x="720000" y="4486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</a:t>
            </a:r>
            <a:endParaRPr/>
          </a:p>
        </p:txBody>
      </p:sp>
      <p:grpSp>
        <p:nvGrpSpPr>
          <p:cNvPr id="449" name="Google Shape;449;p37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450" name="Google Shape;450;p37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7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7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3" name="Google Shape;453;p37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7" title="rowdypantry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7663" y="1116575"/>
            <a:ext cx="6328673" cy="35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8"/>
          <p:cNvSpPr txBox="1"/>
          <p:nvPr>
            <p:ph type="title"/>
          </p:nvPr>
        </p:nvSpPr>
        <p:spPr>
          <a:xfrm>
            <a:off x="720000" y="4486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Challenges encountered</a:t>
            </a:r>
            <a:endParaRPr/>
          </a:p>
        </p:txBody>
      </p:sp>
      <p:sp>
        <p:nvSpPr>
          <p:cNvPr id="460" name="Google Shape;460;p38"/>
          <p:cNvSpPr txBox="1"/>
          <p:nvPr>
            <p:ph idx="1" type="body"/>
          </p:nvPr>
        </p:nvSpPr>
        <p:spPr>
          <a:xfrm>
            <a:off x="720000" y="1258475"/>
            <a:ext cx="7704000" cy="34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/>
              <a:t>Issue : </a:t>
            </a:r>
            <a:r>
              <a:rPr lang="en"/>
              <a:t>Updating our database on Clever Cloud and allowing our code to communicate without storing sensitive information in the code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 :</a:t>
            </a:r>
            <a:r>
              <a:rPr lang="en"/>
              <a:t> Used environment variables in Spring Boots application.properties so that our </a:t>
            </a:r>
            <a:r>
              <a:rPr lang="en"/>
              <a:t>local computers and Render can connect to our database.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/>
              <a:t>Issue :</a:t>
            </a:r>
            <a:r>
              <a:rPr lang="en"/>
              <a:t> </a:t>
            </a:r>
            <a:r>
              <a:rPr lang="en"/>
              <a:t>The initial design stored shopping cart items as a generic mapping (Map&lt;Product, Integer&gt;) which made enforcing key constraints hard with JPA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 :</a:t>
            </a:r>
            <a:r>
              <a:rPr lang="en"/>
              <a:t> Refactored the architecture to introduce an explicit intermediate entity, CartItem. This established a 1-to-Many relationship with ShoppingCart and a Many-to-One reference to Product.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b="1" lang="en"/>
              <a:t>Issue :</a:t>
            </a:r>
            <a:r>
              <a:rPr lang="en"/>
              <a:t> Ordering requires multiple database interactions so if any step fails part of the way through, could be left with a partial database entry.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Solution :</a:t>
            </a:r>
            <a:r>
              <a:rPr lang="en"/>
              <a:t> Wrapped core operations across AuthService, CartService, CustomerService, and OrderService with Spring's @Transactional annotation.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	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61" name="Google Shape;461;p38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462" name="Google Shape;462;p38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8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38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39"/>
          <p:cNvPicPr preferRelativeResize="0"/>
          <p:nvPr/>
        </p:nvPicPr>
        <p:blipFill rotWithShape="1">
          <a:blip r:embed="rId3">
            <a:alphaModFix/>
          </a:blip>
          <a:srcRect b="2181" l="0" r="0" t="2171"/>
          <a:stretch/>
        </p:blipFill>
        <p:spPr>
          <a:xfrm>
            <a:off x="5834950" y="1485900"/>
            <a:ext cx="2589025" cy="247642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71" name="Google Shape;471;p39"/>
          <p:cNvSpPr/>
          <p:nvPr/>
        </p:nvSpPr>
        <p:spPr>
          <a:xfrm>
            <a:off x="720025" y="3383325"/>
            <a:ext cx="4602600" cy="5790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2" name="Google Shape;472;p39"/>
          <p:cNvGrpSpPr/>
          <p:nvPr/>
        </p:nvGrpSpPr>
        <p:grpSpPr>
          <a:xfrm>
            <a:off x="4618456" y="2190840"/>
            <a:ext cx="299296" cy="301894"/>
            <a:chOff x="1171856" y="4093128"/>
            <a:chExt cx="299296" cy="301894"/>
          </a:xfrm>
        </p:grpSpPr>
        <p:grpSp>
          <p:nvGrpSpPr>
            <p:cNvPr id="473" name="Google Shape;473;p39"/>
            <p:cNvGrpSpPr/>
            <p:nvPr/>
          </p:nvGrpSpPr>
          <p:grpSpPr>
            <a:xfrm>
              <a:off x="1171856" y="4093128"/>
              <a:ext cx="146104" cy="123033"/>
              <a:chOff x="1171856" y="4093128"/>
              <a:chExt cx="146104" cy="123033"/>
            </a:xfrm>
          </p:grpSpPr>
          <p:sp>
            <p:nvSpPr>
              <p:cNvPr id="474" name="Google Shape;474;p39"/>
              <p:cNvSpPr/>
              <p:nvPr/>
            </p:nvSpPr>
            <p:spPr>
              <a:xfrm>
                <a:off x="1171856" y="4093128"/>
                <a:ext cx="146104" cy="123033"/>
              </a:xfrm>
              <a:custGeom>
                <a:rect b="b" l="l" r="r" t="t"/>
                <a:pathLst>
                  <a:path extrusionOk="0" h="3365" w="3996">
                    <a:moveTo>
                      <a:pt x="3973" y="2331"/>
                    </a:moveTo>
                    <a:cubicBezTo>
                      <a:pt x="3996" y="2240"/>
                      <a:pt x="3950" y="2136"/>
                      <a:pt x="3869" y="2079"/>
                    </a:cubicBezTo>
                    <a:lnTo>
                      <a:pt x="3077" y="1608"/>
                    </a:lnTo>
                    <a:lnTo>
                      <a:pt x="3559" y="322"/>
                    </a:lnTo>
                    <a:cubicBezTo>
                      <a:pt x="3605" y="230"/>
                      <a:pt x="3570" y="115"/>
                      <a:pt x="3490" y="58"/>
                    </a:cubicBezTo>
                    <a:cubicBezTo>
                      <a:pt x="3410" y="0"/>
                      <a:pt x="3295" y="0"/>
                      <a:pt x="3215" y="58"/>
                    </a:cubicBezTo>
                    <a:cubicBezTo>
                      <a:pt x="2813" y="357"/>
                      <a:pt x="2399" y="666"/>
                      <a:pt x="1986" y="954"/>
                    </a:cubicBezTo>
                    <a:lnTo>
                      <a:pt x="1205" y="494"/>
                    </a:lnTo>
                    <a:cubicBezTo>
                      <a:pt x="1125" y="436"/>
                      <a:pt x="1010" y="448"/>
                      <a:pt x="942" y="517"/>
                    </a:cubicBezTo>
                    <a:cubicBezTo>
                      <a:pt x="861" y="586"/>
                      <a:pt x="850" y="689"/>
                      <a:pt x="884" y="781"/>
                    </a:cubicBezTo>
                    <a:lnTo>
                      <a:pt x="1228" y="1505"/>
                    </a:lnTo>
                    <a:lnTo>
                      <a:pt x="126" y="2263"/>
                    </a:lnTo>
                    <a:cubicBezTo>
                      <a:pt x="34" y="2319"/>
                      <a:pt x="0" y="2434"/>
                      <a:pt x="34" y="2526"/>
                    </a:cubicBezTo>
                    <a:cubicBezTo>
                      <a:pt x="69" y="2630"/>
                      <a:pt x="172" y="2687"/>
                      <a:pt x="276" y="2676"/>
                    </a:cubicBezTo>
                    <a:cubicBezTo>
                      <a:pt x="758" y="2618"/>
                      <a:pt x="1240" y="2584"/>
                      <a:pt x="1733" y="2572"/>
                    </a:cubicBezTo>
                    <a:lnTo>
                      <a:pt x="2044" y="3238"/>
                    </a:lnTo>
                    <a:cubicBezTo>
                      <a:pt x="2090" y="3319"/>
                      <a:pt x="2170" y="3365"/>
                      <a:pt x="2262" y="3365"/>
                    </a:cubicBezTo>
                    <a:cubicBezTo>
                      <a:pt x="2353" y="3365"/>
                      <a:pt x="2434" y="3307"/>
                      <a:pt x="2468" y="3215"/>
                    </a:cubicBezTo>
                    <a:lnTo>
                      <a:pt x="2710" y="2561"/>
                    </a:lnTo>
                    <a:cubicBezTo>
                      <a:pt x="3054" y="2572"/>
                      <a:pt x="3387" y="2595"/>
                      <a:pt x="3731" y="2618"/>
                    </a:cubicBezTo>
                    <a:cubicBezTo>
                      <a:pt x="3858" y="2630"/>
                      <a:pt x="3961" y="2538"/>
                      <a:pt x="3973" y="2411"/>
                    </a:cubicBezTo>
                    <a:lnTo>
                      <a:pt x="3973" y="24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39"/>
              <p:cNvSpPr/>
              <p:nvPr/>
            </p:nvSpPr>
            <p:spPr>
              <a:xfrm>
                <a:off x="1171856" y="4093639"/>
                <a:ext cx="146104" cy="122521"/>
              </a:xfrm>
              <a:custGeom>
                <a:rect b="b" l="l" r="r" t="t"/>
                <a:pathLst>
                  <a:path extrusionOk="0" h="3351" w="3996">
                    <a:moveTo>
                      <a:pt x="2859" y="871"/>
                    </a:moveTo>
                    <a:lnTo>
                      <a:pt x="2675" y="1353"/>
                    </a:lnTo>
                    <a:lnTo>
                      <a:pt x="2411" y="1203"/>
                    </a:lnTo>
                    <a:cubicBezTo>
                      <a:pt x="2560" y="1088"/>
                      <a:pt x="2710" y="986"/>
                      <a:pt x="2859" y="871"/>
                    </a:cubicBezTo>
                    <a:close/>
                    <a:moveTo>
                      <a:pt x="2009" y="1491"/>
                    </a:moveTo>
                    <a:lnTo>
                      <a:pt x="2514" y="1789"/>
                    </a:lnTo>
                    <a:lnTo>
                      <a:pt x="2399" y="2088"/>
                    </a:lnTo>
                    <a:lnTo>
                      <a:pt x="2021" y="2088"/>
                    </a:lnTo>
                    <a:lnTo>
                      <a:pt x="1802" y="1640"/>
                    </a:lnTo>
                    <a:cubicBezTo>
                      <a:pt x="1871" y="1594"/>
                      <a:pt x="1940" y="1537"/>
                      <a:pt x="2009" y="1491"/>
                    </a:cubicBezTo>
                    <a:close/>
                    <a:moveTo>
                      <a:pt x="2904" y="2030"/>
                    </a:moveTo>
                    <a:lnTo>
                      <a:pt x="3042" y="2111"/>
                    </a:lnTo>
                    <a:cubicBezTo>
                      <a:pt x="2985" y="2099"/>
                      <a:pt x="2939" y="2099"/>
                      <a:pt x="2882" y="2099"/>
                    </a:cubicBezTo>
                    <a:lnTo>
                      <a:pt x="2904" y="2030"/>
                    </a:lnTo>
                    <a:close/>
                    <a:moveTo>
                      <a:pt x="1424" y="1904"/>
                    </a:moveTo>
                    <a:lnTo>
                      <a:pt x="1516" y="2111"/>
                    </a:lnTo>
                    <a:cubicBezTo>
                      <a:pt x="1378" y="2111"/>
                      <a:pt x="1240" y="2122"/>
                      <a:pt x="1102" y="2134"/>
                    </a:cubicBezTo>
                    <a:cubicBezTo>
                      <a:pt x="1205" y="2053"/>
                      <a:pt x="1320" y="1984"/>
                      <a:pt x="1424" y="1904"/>
                    </a:cubicBezTo>
                    <a:close/>
                    <a:moveTo>
                      <a:pt x="3352" y="1"/>
                    </a:moveTo>
                    <a:cubicBezTo>
                      <a:pt x="3304" y="1"/>
                      <a:pt x="3255" y="15"/>
                      <a:pt x="3215" y="44"/>
                    </a:cubicBezTo>
                    <a:cubicBezTo>
                      <a:pt x="2813" y="343"/>
                      <a:pt x="2399" y="652"/>
                      <a:pt x="1986" y="940"/>
                    </a:cubicBezTo>
                    <a:lnTo>
                      <a:pt x="1205" y="480"/>
                    </a:lnTo>
                    <a:cubicBezTo>
                      <a:pt x="1171" y="455"/>
                      <a:pt x="1130" y="443"/>
                      <a:pt x="1089" y="443"/>
                    </a:cubicBezTo>
                    <a:cubicBezTo>
                      <a:pt x="1035" y="443"/>
                      <a:pt x="981" y="464"/>
                      <a:pt x="942" y="503"/>
                    </a:cubicBezTo>
                    <a:cubicBezTo>
                      <a:pt x="861" y="572"/>
                      <a:pt x="850" y="675"/>
                      <a:pt x="884" y="767"/>
                    </a:cubicBezTo>
                    <a:lnTo>
                      <a:pt x="1228" y="1491"/>
                    </a:lnTo>
                    <a:lnTo>
                      <a:pt x="126" y="2249"/>
                    </a:lnTo>
                    <a:cubicBezTo>
                      <a:pt x="34" y="2305"/>
                      <a:pt x="0" y="2420"/>
                      <a:pt x="34" y="2512"/>
                    </a:cubicBezTo>
                    <a:cubicBezTo>
                      <a:pt x="66" y="2607"/>
                      <a:pt x="155" y="2663"/>
                      <a:pt x="250" y="2663"/>
                    </a:cubicBezTo>
                    <a:cubicBezTo>
                      <a:pt x="259" y="2663"/>
                      <a:pt x="267" y="2663"/>
                      <a:pt x="276" y="2662"/>
                    </a:cubicBezTo>
                    <a:cubicBezTo>
                      <a:pt x="758" y="2604"/>
                      <a:pt x="1240" y="2570"/>
                      <a:pt x="1733" y="2558"/>
                    </a:cubicBezTo>
                    <a:lnTo>
                      <a:pt x="2044" y="3224"/>
                    </a:lnTo>
                    <a:cubicBezTo>
                      <a:pt x="2090" y="3305"/>
                      <a:pt x="2170" y="3351"/>
                      <a:pt x="2262" y="3351"/>
                    </a:cubicBezTo>
                    <a:cubicBezTo>
                      <a:pt x="2353" y="3351"/>
                      <a:pt x="2434" y="3293"/>
                      <a:pt x="2468" y="3201"/>
                    </a:cubicBezTo>
                    <a:lnTo>
                      <a:pt x="2710" y="2547"/>
                    </a:lnTo>
                    <a:cubicBezTo>
                      <a:pt x="3054" y="2558"/>
                      <a:pt x="3387" y="2581"/>
                      <a:pt x="3731" y="2604"/>
                    </a:cubicBezTo>
                    <a:cubicBezTo>
                      <a:pt x="3739" y="2605"/>
                      <a:pt x="3746" y="2605"/>
                      <a:pt x="3753" y="2605"/>
                    </a:cubicBezTo>
                    <a:cubicBezTo>
                      <a:pt x="3870" y="2605"/>
                      <a:pt x="3961" y="2517"/>
                      <a:pt x="3973" y="2397"/>
                    </a:cubicBezTo>
                    <a:lnTo>
                      <a:pt x="3973" y="2386"/>
                    </a:lnTo>
                    <a:lnTo>
                      <a:pt x="3973" y="2317"/>
                    </a:lnTo>
                    <a:cubicBezTo>
                      <a:pt x="3996" y="2226"/>
                      <a:pt x="3950" y="2122"/>
                      <a:pt x="3869" y="2065"/>
                    </a:cubicBezTo>
                    <a:lnTo>
                      <a:pt x="3077" y="1594"/>
                    </a:lnTo>
                    <a:lnTo>
                      <a:pt x="3559" y="308"/>
                    </a:lnTo>
                    <a:cubicBezTo>
                      <a:pt x="3605" y="216"/>
                      <a:pt x="3570" y="101"/>
                      <a:pt x="3490" y="44"/>
                    </a:cubicBezTo>
                    <a:cubicBezTo>
                      <a:pt x="3450" y="15"/>
                      <a:pt x="3401" y="1"/>
                      <a:pt x="3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6" name="Google Shape;476;p39"/>
            <p:cNvSpPr/>
            <p:nvPr/>
          </p:nvSpPr>
          <p:spPr>
            <a:xfrm>
              <a:off x="1392213" y="4320617"/>
              <a:ext cx="78938" cy="74405"/>
            </a:xfrm>
            <a:custGeom>
              <a:rect b="b" l="l" r="r" t="t"/>
              <a:pathLst>
                <a:path extrusionOk="0" h="2035" w="2159">
                  <a:moveTo>
                    <a:pt x="878" y="1"/>
                  </a:moveTo>
                  <a:cubicBezTo>
                    <a:pt x="846" y="1"/>
                    <a:pt x="813" y="8"/>
                    <a:pt x="781" y="24"/>
                  </a:cubicBezTo>
                  <a:cubicBezTo>
                    <a:pt x="689" y="59"/>
                    <a:pt x="643" y="162"/>
                    <a:pt x="655" y="254"/>
                  </a:cubicBezTo>
                  <a:lnTo>
                    <a:pt x="689" y="598"/>
                  </a:lnTo>
                  <a:cubicBezTo>
                    <a:pt x="518" y="656"/>
                    <a:pt x="345" y="702"/>
                    <a:pt x="173" y="748"/>
                  </a:cubicBezTo>
                  <a:cubicBezTo>
                    <a:pt x="69" y="782"/>
                    <a:pt x="0" y="874"/>
                    <a:pt x="12" y="989"/>
                  </a:cubicBezTo>
                  <a:cubicBezTo>
                    <a:pt x="12" y="1103"/>
                    <a:pt x="104" y="1184"/>
                    <a:pt x="219" y="1195"/>
                  </a:cubicBezTo>
                  <a:cubicBezTo>
                    <a:pt x="391" y="1218"/>
                    <a:pt x="575" y="1241"/>
                    <a:pt x="758" y="1276"/>
                  </a:cubicBezTo>
                  <a:lnTo>
                    <a:pt x="816" y="1838"/>
                  </a:lnTo>
                  <a:cubicBezTo>
                    <a:pt x="826" y="1947"/>
                    <a:pt x="930" y="2035"/>
                    <a:pt x="1048" y="2035"/>
                  </a:cubicBezTo>
                  <a:cubicBezTo>
                    <a:pt x="1055" y="2035"/>
                    <a:pt x="1062" y="2034"/>
                    <a:pt x="1069" y="2034"/>
                  </a:cubicBezTo>
                  <a:cubicBezTo>
                    <a:pt x="1195" y="2022"/>
                    <a:pt x="1275" y="1919"/>
                    <a:pt x="1275" y="1792"/>
                  </a:cubicBezTo>
                  <a:cubicBezTo>
                    <a:pt x="1263" y="1666"/>
                    <a:pt x="1275" y="1540"/>
                    <a:pt x="1321" y="1402"/>
                  </a:cubicBezTo>
                  <a:cubicBezTo>
                    <a:pt x="1505" y="1448"/>
                    <a:pt x="1677" y="1506"/>
                    <a:pt x="1849" y="1575"/>
                  </a:cubicBezTo>
                  <a:cubicBezTo>
                    <a:pt x="1878" y="1585"/>
                    <a:pt x="1907" y="1590"/>
                    <a:pt x="1936" y="1590"/>
                  </a:cubicBezTo>
                  <a:cubicBezTo>
                    <a:pt x="2029" y="1590"/>
                    <a:pt x="2113" y="1534"/>
                    <a:pt x="2148" y="1437"/>
                  </a:cubicBezTo>
                  <a:cubicBezTo>
                    <a:pt x="2159" y="1414"/>
                    <a:pt x="2159" y="1391"/>
                    <a:pt x="2159" y="1368"/>
                  </a:cubicBezTo>
                  <a:cubicBezTo>
                    <a:pt x="2159" y="1276"/>
                    <a:pt x="2102" y="1184"/>
                    <a:pt x="2010" y="1149"/>
                  </a:cubicBezTo>
                  <a:cubicBezTo>
                    <a:pt x="2010" y="1149"/>
                    <a:pt x="1998" y="1149"/>
                    <a:pt x="1998" y="1138"/>
                  </a:cubicBezTo>
                  <a:lnTo>
                    <a:pt x="1987" y="1138"/>
                  </a:lnTo>
                  <a:cubicBezTo>
                    <a:pt x="1883" y="1023"/>
                    <a:pt x="1792" y="909"/>
                    <a:pt x="1689" y="794"/>
                  </a:cubicBezTo>
                  <a:cubicBezTo>
                    <a:pt x="1781" y="690"/>
                    <a:pt x="1872" y="587"/>
                    <a:pt x="1987" y="483"/>
                  </a:cubicBezTo>
                  <a:cubicBezTo>
                    <a:pt x="2067" y="403"/>
                    <a:pt x="2079" y="277"/>
                    <a:pt x="2010" y="174"/>
                  </a:cubicBezTo>
                  <a:cubicBezTo>
                    <a:pt x="1966" y="116"/>
                    <a:pt x="1899" y="85"/>
                    <a:pt x="1833" y="85"/>
                  </a:cubicBezTo>
                  <a:cubicBezTo>
                    <a:pt x="1794" y="85"/>
                    <a:pt x="1756" y="95"/>
                    <a:pt x="1723" y="116"/>
                  </a:cubicBezTo>
                  <a:cubicBezTo>
                    <a:pt x="1574" y="197"/>
                    <a:pt x="1436" y="277"/>
                    <a:pt x="1286" y="346"/>
                  </a:cubicBezTo>
                  <a:cubicBezTo>
                    <a:pt x="1206" y="254"/>
                    <a:pt x="1126" y="162"/>
                    <a:pt x="1046" y="82"/>
                  </a:cubicBezTo>
                  <a:cubicBezTo>
                    <a:pt x="1000" y="29"/>
                    <a:pt x="940" y="1"/>
                    <a:pt x="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39"/>
          <p:cNvGrpSpPr/>
          <p:nvPr/>
        </p:nvGrpSpPr>
        <p:grpSpPr>
          <a:xfrm>
            <a:off x="1154112" y="4314188"/>
            <a:ext cx="392968" cy="290451"/>
            <a:chOff x="-1078188" y="2374200"/>
            <a:chExt cx="392968" cy="290451"/>
          </a:xfrm>
        </p:grpSpPr>
        <p:grpSp>
          <p:nvGrpSpPr>
            <p:cNvPr id="478" name="Google Shape;478;p39"/>
            <p:cNvGrpSpPr/>
            <p:nvPr/>
          </p:nvGrpSpPr>
          <p:grpSpPr>
            <a:xfrm>
              <a:off x="-809971" y="2374200"/>
              <a:ext cx="124751" cy="144349"/>
              <a:chOff x="-809971" y="2374200"/>
              <a:chExt cx="124751" cy="144349"/>
            </a:xfrm>
          </p:grpSpPr>
          <p:sp>
            <p:nvSpPr>
              <p:cNvPr id="479" name="Google Shape;479;p39"/>
              <p:cNvSpPr/>
              <p:nvPr/>
            </p:nvSpPr>
            <p:spPr>
              <a:xfrm>
                <a:off x="-809971" y="2374310"/>
                <a:ext cx="124313" cy="144239"/>
              </a:xfrm>
              <a:custGeom>
                <a:rect b="b" l="l" r="r" t="t"/>
                <a:pathLst>
                  <a:path extrusionOk="0" h="3945" w="3400">
                    <a:moveTo>
                      <a:pt x="860" y="1"/>
                    </a:moveTo>
                    <a:cubicBezTo>
                      <a:pt x="830" y="1"/>
                      <a:pt x="799" y="6"/>
                      <a:pt x="770" y="18"/>
                    </a:cubicBezTo>
                    <a:cubicBezTo>
                      <a:pt x="712" y="41"/>
                      <a:pt x="678" y="75"/>
                      <a:pt x="656" y="133"/>
                    </a:cubicBezTo>
                    <a:cubicBezTo>
                      <a:pt x="644" y="144"/>
                      <a:pt x="633" y="167"/>
                      <a:pt x="633" y="179"/>
                    </a:cubicBezTo>
                    <a:lnTo>
                      <a:pt x="633" y="225"/>
                    </a:lnTo>
                    <a:lnTo>
                      <a:pt x="633" y="259"/>
                    </a:lnTo>
                    <a:cubicBezTo>
                      <a:pt x="633" y="282"/>
                      <a:pt x="633" y="293"/>
                      <a:pt x="644" y="316"/>
                    </a:cubicBezTo>
                    <a:cubicBezTo>
                      <a:pt x="690" y="649"/>
                      <a:pt x="724" y="982"/>
                      <a:pt x="758" y="1327"/>
                    </a:cubicBezTo>
                    <a:cubicBezTo>
                      <a:pt x="770" y="1453"/>
                      <a:pt x="781" y="1579"/>
                      <a:pt x="781" y="1705"/>
                    </a:cubicBezTo>
                    <a:lnTo>
                      <a:pt x="196" y="2016"/>
                    </a:lnTo>
                    <a:lnTo>
                      <a:pt x="127" y="2050"/>
                    </a:lnTo>
                    <a:cubicBezTo>
                      <a:pt x="47" y="2085"/>
                      <a:pt x="1" y="2176"/>
                      <a:pt x="1" y="2268"/>
                    </a:cubicBezTo>
                    <a:cubicBezTo>
                      <a:pt x="13" y="2325"/>
                      <a:pt x="47" y="2394"/>
                      <a:pt x="92" y="2429"/>
                    </a:cubicBezTo>
                    <a:lnTo>
                      <a:pt x="161" y="2463"/>
                    </a:lnTo>
                    <a:lnTo>
                      <a:pt x="816" y="2693"/>
                    </a:lnTo>
                    <a:lnTo>
                      <a:pt x="816" y="2819"/>
                    </a:lnTo>
                    <a:cubicBezTo>
                      <a:pt x="827" y="2991"/>
                      <a:pt x="816" y="3164"/>
                      <a:pt x="816" y="3336"/>
                    </a:cubicBezTo>
                    <a:cubicBezTo>
                      <a:pt x="816" y="3462"/>
                      <a:pt x="804" y="3588"/>
                      <a:pt x="804" y="3703"/>
                    </a:cubicBezTo>
                    <a:cubicBezTo>
                      <a:pt x="793" y="3761"/>
                      <a:pt x="816" y="3807"/>
                      <a:pt x="839" y="3841"/>
                    </a:cubicBezTo>
                    <a:cubicBezTo>
                      <a:pt x="850" y="3864"/>
                      <a:pt x="862" y="3876"/>
                      <a:pt x="873" y="3887"/>
                    </a:cubicBezTo>
                    <a:cubicBezTo>
                      <a:pt x="885" y="3899"/>
                      <a:pt x="896" y="3910"/>
                      <a:pt x="908" y="3910"/>
                    </a:cubicBezTo>
                    <a:cubicBezTo>
                      <a:pt x="942" y="3933"/>
                      <a:pt x="977" y="3945"/>
                      <a:pt x="1011" y="3945"/>
                    </a:cubicBezTo>
                    <a:lnTo>
                      <a:pt x="1023" y="3945"/>
                    </a:lnTo>
                    <a:cubicBezTo>
                      <a:pt x="1046" y="3945"/>
                      <a:pt x="1069" y="3945"/>
                      <a:pt x="1092" y="3933"/>
                    </a:cubicBezTo>
                    <a:cubicBezTo>
                      <a:pt x="1116" y="3938"/>
                      <a:pt x="1138" y="3941"/>
                      <a:pt x="1158" y="3941"/>
                    </a:cubicBezTo>
                    <a:cubicBezTo>
                      <a:pt x="1187" y="3941"/>
                      <a:pt x="1214" y="3935"/>
                      <a:pt x="1241" y="3922"/>
                    </a:cubicBezTo>
                    <a:lnTo>
                      <a:pt x="1253" y="3910"/>
                    </a:lnTo>
                    <a:cubicBezTo>
                      <a:pt x="1264" y="3910"/>
                      <a:pt x="1276" y="3899"/>
                      <a:pt x="1276" y="3899"/>
                    </a:cubicBezTo>
                    <a:lnTo>
                      <a:pt x="1344" y="3830"/>
                    </a:lnTo>
                    <a:lnTo>
                      <a:pt x="1585" y="3371"/>
                    </a:lnTo>
                    <a:lnTo>
                      <a:pt x="1792" y="3026"/>
                    </a:lnTo>
                    <a:lnTo>
                      <a:pt x="3078" y="3462"/>
                    </a:lnTo>
                    <a:lnTo>
                      <a:pt x="3090" y="3473"/>
                    </a:lnTo>
                    <a:cubicBezTo>
                      <a:pt x="3108" y="3478"/>
                      <a:pt x="3128" y="3480"/>
                      <a:pt x="3148" y="3480"/>
                    </a:cubicBezTo>
                    <a:cubicBezTo>
                      <a:pt x="3226" y="3480"/>
                      <a:pt x="3308" y="3446"/>
                      <a:pt x="3353" y="3382"/>
                    </a:cubicBezTo>
                    <a:cubicBezTo>
                      <a:pt x="3365" y="3359"/>
                      <a:pt x="3376" y="3336"/>
                      <a:pt x="3376" y="3313"/>
                    </a:cubicBezTo>
                    <a:cubicBezTo>
                      <a:pt x="3399" y="3256"/>
                      <a:pt x="3388" y="3175"/>
                      <a:pt x="3342" y="3118"/>
                    </a:cubicBezTo>
                    <a:lnTo>
                      <a:pt x="3342" y="3106"/>
                    </a:lnTo>
                    <a:cubicBezTo>
                      <a:pt x="3284" y="3049"/>
                      <a:pt x="3238" y="2980"/>
                      <a:pt x="3181" y="2911"/>
                    </a:cubicBezTo>
                    <a:cubicBezTo>
                      <a:pt x="3147" y="2865"/>
                      <a:pt x="3101" y="2819"/>
                      <a:pt x="3067" y="2762"/>
                    </a:cubicBezTo>
                    <a:cubicBezTo>
                      <a:pt x="2837" y="2486"/>
                      <a:pt x="2618" y="2199"/>
                      <a:pt x="2401" y="1912"/>
                    </a:cubicBezTo>
                    <a:lnTo>
                      <a:pt x="2435" y="1855"/>
                    </a:lnTo>
                    <a:lnTo>
                      <a:pt x="2848" y="1120"/>
                    </a:lnTo>
                    <a:cubicBezTo>
                      <a:pt x="2860" y="1085"/>
                      <a:pt x="2871" y="1051"/>
                      <a:pt x="2871" y="1016"/>
                    </a:cubicBezTo>
                    <a:lnTo>
                      <a:pt x="2871" y="959"/>
                    </a:lnTo>
                    <a:cubicBezTo>
                      <a:pt x="2860" y="925"/>
                      <a:pt x="2837" y="891"/>
                      <a:pt x="2814" y="856"/>
                    </a:cubicBezTo>
                    <a:cubicBezTo>
                      <a:pt x="2802" y="845"/>
                      <a:pt x="2779" y="833"/>
                      <a:pt x="2768" y="822"/>
                    </a:cubicBezTo>
                    <a:cubicBezTo>
                      <a:pt x="2733" y="799"/>
                      <a:pt x="2676" y="787"/>
                      <a:pt x="2630" y="787"/>
                    </a:cubicBezTo>
                    <a:lnTo>
                      <a:pt x="2584" y="787"/>
                    </a:lnTo>
                    <a:cubicBezTo>
                      <a:pt x="2572" y="799"/>
                      <a:pt x="2561" y="799"/>
                      <a:pt x="2538" y="810"/>
                    </a:cubicBezTo>
                    <a:lnTo>
                      <a:pt x="1838" y="1177"/>
                    </a:lnTo>
                    <a:cubicBezTo>
                      <a:pt x="1792" y="1120"/>
                      <a:pt x="1758" y="1062"/>
                      <a:pt x="1712" y="1005"/>
                    </a:cubicBezTo>
                    <a:cubicBezTo>
                      <a:pt x="1585" y="833"/>
                      <a:pt x="1447" y="649"/>
                      <a:pt x="1321" y="477"/>
                    </a:cubicBezTo>
                    <a:lnTo>
                      <a:pt x="1046" y="98"/>
                    </a:lnTo>
                    <a:cubicBezTo>
                      <a:pt x="1011" y="64"/>
                      <a:pt x="988" y="29"/>
                      <a:pt x="942" y="18"/>
                    </a:cubicBezTo>
                    <a:cubicBezTo>
                      <a:pt x="919" y="6"/>
                      <a:pt x="890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39"/>
              <p:cNvSpPr/>
              <p:nvPr/>
            </p:nvSpPr>
            <p:spPr>
              <a:xfrm>
                <a:off x="-809971" y="2374200"/>
                <a:ext cx="124751" cy="144349"/>
              </a:xfrm>
              <a:custGeom>
                <a:rect b="b" l="l" r="r" t="t"/>
                <a:pathLst>
                  <a:path extrusionOk="0" h="3948" w="3412">
                    <a:moveTo>
                      <a:pt x="1184" y="1065"/>
                    </a:moveTo>
                    <a:lnTo>
                      <a:pt x="1184" y="1065"/>
                    </a:lnTo>
                    <a:cubicBezTo>
                      <a:pt x="1264" y="1169"/>
                      <a:pt x="1344" y="1284"/>
                      <a:pt x="1424" y="1387"/>
                    </a:cubicBezTo>
                    <a:lnTo>
                      <a:pt x="1230" y="1491"/>
                    </a:lnTo>
                    <a:cubicBezTo>
                      <a:pt x="1218" y="1353"/>
                      <a:pt x="1207" y="1203"/>
                      <a:pt x="1184" y="1065"/>
                    </a:cubicBezTo>
                    <a:close/>
                    <a:moveTo>
                      <a:pt x="1700" y="1754"/>
                    </a:moveTo>
                    <a:cubicBezTo>
                      <a:pt x="1758" y="1823"/>
                      <a:pt x="1804" y="1892"/>
                      <a:pt x="1861" y="1961"/>
                    </a:cubicBezTo>
                    <a:lnTo>
                      <a:pt x="1574" y="2466"/>
                    </a:lnTo>
                    <a:lnTo>
                      <a:pt x="1276" y="2363"/>
                    </a:lnTo>
                    <a:cubicBezTo>
                      <a:pt x="1264" y="2236"/>
                      <a:pt x="1264" y="2111"/>
                      <a:pt x="1253" y="1984"/>
                    </a:cubicBezTo>
                    <a:lnTo>
                      <a:pt x="1700" y="1754"/>
                    </a:lnTo>
                    <a:close/>
                    <a:moveTo>
                      <a:pt x="2159" y="2351"/>
                    </a:moveTo>
                    <a:cubicBezTo>
                      <a:pt x="2274" y="2501"/>
                      <a:pt x="2389" y="2650"/>
                      <a:pt x="2504" y="2788"/>
                    </a:cubicBezTo>
                    <a:lnTo>
                      <a:pt x="2010" y="2627"/>
                    </a:lnTo>
                    <a:lnTo>
                      <a:pt x="2159" y="2351"/>
                    </a:lnTo>
                    <a:close/>
                    <a:moveTo>
                      <a:pt x="1276" y="2845"/>
                    </a:moveTo>
                    <a:lnTo>
                      <a:pt x="1355" y="2879"/>
                    </a:lnTo>
                    <a:lnTo>
                      <a:pt x="1276" y="3006"/>
                    </a:lnTo>
                    <a:lnTo>
                      <a:pt x="1276" y="2845"/>
                    </a:lnTo>
                    <a:close/>
                    <a:moveTo>
                      <a:pt x="857" y="1"/>
                    </a:moveTo>
                    <a:cubicBezTo>
                      <a:pt x="827" y="1"/>
                      <a:pt x="798" y="7"/>
                      <a:pt x="770" y="21"/>
                    </a:cubicBezTo>
                    <a:cubicBezTo>
                      <a:pt x="678" y="55"/>
                      <a:pt x="621" y="159"/>
                      <a:pt x="633" y="262"/>
                    </a:cubicBezTo>
                    <a:cubicBezTo>
                      <a:pt x="701" y="744"/>
                      <a:pt x="758" y="1226"/>
                      <a:pt x="781" y="1708"/>
                    </a:cubicBezTo>
                    <a:lnTo>
                      <a:pt x="127" y="2053"/>
                    </a:lnTo>
                    <a:cubicBezTo>
                      <a:pt x="47" y="2088"/>
                      <a:pt x="1" y="2179"/>
                      <a:pt x="1" y="2271"/>
                    </a:cubicBezTo>
                    <a:cubicBezTo>
                      <a:pt x="13" y="2363"/>
                      <a:pt x="70" y="2432"/>
                      <a:pt x="161" y="2466"/>
                    </a:cubicBezTo>
                    <a:lnTo>
                      <a:pt x="816" y="2696"/>
                    </a:lnTo>
                    <a:cubicBezTo>
                      <a:pt x="827" y="3029"/>
                      <a:pt x="816" y="3374"/>
                      <a:pt x="804" y="3706"/>
                    </a:cubicBezTo>
                    <a:cubicBezTo>
                      <a:pt x="793" y="3833"/>
                      <a:pt x="885" y="3948"/>
                      <a:pt x="1011" y="3948"/>
                    </a:cubicBezTo>
                    <a:lnTo>
                      <a:pt x="1023" y="3948"/>
                    </a:lnTo>
                    <a:cubicBezTo>
                      <a:pt x="1046" y="3948"/>
                      <a:pt x="1069" y="3948"/>
                      <a:pt x="1092" y="3936"/>
                    </a:cubicBezTo>
                    <a:cubicBezTo>
                      <a:pt x="1108" y="3940"/>
                      <a:pt x="1124" y="3942"/>
                      <a:pt x="1141" y="3942"/>
                    </a:cubicBezTo>
                    <a:cubicBezTo>
                      <a:pt x="1218" y="3942"/>
                      <a:pt x="1297" y="3899"/>
                      <a:pt x="1344" y="3833"/>
                    </a:cubicBezTo>
                    <a:lnTo>
                      <a:pt x="1792" y="3029"/>
                    </a:lnTo>
                    <a:lnTo>
                      <a:pt x="3090" y="3476"/>
                    </a:lnTo>
                    <a:cubicBezTo>
                      <a:pt x="3108" y="3481"/>
                      <a:pt x="3128" y="3483"/>
                      <a:pt x="3148" y="3483"/>
                    </a:cubicBezTo>
                    <a:cubicBezTo>
                      <a:pt x="3226" y="3483"/>
                      <a:pt x="3308" y="3449"/>
                      <a:pt x="3353" y="3385"/>
                    </a:cubicBezTo>
                    <a:cubicBezTo>
                      <a:pt x="3411" y="3305"/>
                      <a:pt x="3399" y="3190"/>
                      <a:pt x="3342" y="3109"/>
                    </a:cubicBezTo>
                    <a:cubicBezTo>
                      <a:pt x="3021" y="2719"/>
                      <a:pt x="2710" y="2317"/>
                      <a:pt x="2401" y="1915"/>
                    </a:cubicBezTo>
                    <a:lnTo>
                      <a:pt x="2848" y="1123"/>
                    </a:lnTo>
                    <a:cubicBezTo>
                      <a:pt x="2894" y="1042"/>
                      <a:pt x="2883" y="928"/>
                      <a:pt x="2814" y="859"/>
                    </a:cubicBezTo>
                    <a:cubicBezTo>
                      <a:pt x="2770" y="814"/>
                      <a:pt x="2706" y="789"/>
                      <a:pt x="2642" y="789"/>
                    </a:cubicBezTo>
                    <a:cubicBezTo>
                      <a:pt x="2606" y="789"/>
                      <a:pt x="2571" y="796"/>
                      <a:pt x="2538" y="813"/>
                    </a:cubicBezTo>
                    <a:lnTo>
                      <a:pt x="1838" y="1180"/>
                    </a:lnTo>
                    <a:cubicBezTo>
                      <a:pt x="1562" y="813"/>
                      <a:pt x="1298" y="457"/>
                      <a:pt x="1046" y="101"/>
                    </a:cubicBezTo>
                    <a:cubicBezTo>
                      <a:pt x="998" y="37"/>
                      <a:pt x="927" y="1"/>
                      <a:pt x="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39"/>
            <p:cNvGrpSpPr/>
            <p:nvPr/>
          </p:nvGrpSpPr>
          <p:grpSpPr>
            <a:xfrm>
              <a:off x="-1078188" y="2511746"/>
              <a:ext cx="104532" cy="152904"/>
              <a:chOff x="-1078188" y="2511746"/>
              <a:chExt cx="104532" cy="152904"/>
            </a:xfrm>
          </p:grpSpPr>
          <p:sp>
            <p:nvSpPr>
              <p:cNvPr id="482" name="Google Shape;482;p39"/>
              <p:cNvSpPr/>
              <p:nvPr/>
            </p:nvSpPr>
            <p:spPr>
              <a:xfrm>
                <a:off x="-1078188" y="2511783"/>
                <a:ext cx="103691" cy="152868"/>
              </a:xfrm>
              <a:custGeom>
                <a:rect b="b" l="l" r="r" t="t"/>
                <a:pathLst>
                  <a:path extrusionOk="0" h="4181" w="2836">
                    <a:moveTo>
                      <a:pt x="1263" y="1"/>
                    </a:moveTo>
                    <a:cubicBezTo>
                      <a:pt x="1149" y="12"/>
                      <a:pt x="1057" y="104"/>
                      <a:pt x="1057" y="219"/>
                    </a:cubicBezTo>
                    <a:cubicBezTo>
                      <a:pt x="1045" y="655"/>
                      <a:pt x="1022" y="1103"/>
                      <a:pt x="976" y="1539"/>
                    </a:cubicBezTo>
                    <a:cubicBezTo>
                      <a:pt x="976" y="1596"/>
                      <a:pt x="965" y="1654"/>
                      <a:pt x="953" y="1711"/>
                    </a:cubicBezTo>
                    <a:cubicBezTo>
                      <a:pt x="746" y="1769"/>
                      <a:pt x="529" y="1803"/>
                      <a:pt x="310" y="1826"/>
                    </a:cubicBezTo>
                    <a:lnTo>
                      <a:pt x="230" y="1826"/>
                    </a:lnTo>
                    <a:cubicBezTo>
                      <a:pt x="149" y="1838"/>
                      <a:pt x="69" y="1884"/>
                      <a:pt x="34" y="1964"/>
                    </a:cubicBezTo>
                    <a:cubicBezTo>
                      <a:pt x="34" y="1976"/>
                      <a:pt x="23" y="1999"/>
                      <a:pt x="23" y="2033"/>
                    </a:cubicBezTo>
                    <a:cubicBezTo>
                      <a:pt x="0" y="2136"/>
                      <a:pt x="69" y="2239"/>
                      <a:pt x="172" y="2274"/>
                    </a:cubicBezTo>
                    <a:cubicBezTo>
                      <a:pt x="345" y="2331"/>
                      <a:pt x="529" y="2400"/>
                      <a:pt x="700" y="2481"/>
                    </a:cubicBezTo>
                    <a:cubicBezTo>
                      <a:pt x="746" y="2492"/>
                      <a:pt x="792" y="2515"/>
                      <a:pt x="838" y="2538"/>
                    </a:cubicBezTo>
                    <a:cubicBezTo>
                      <a:pt x="804" y="2767"/>
                      <a:pt x="758" y="2986"/>
                      <a:pt x="712" y="3216"/>
                    </a:cubicBezTo>
                    <a:cubicBezTo>
                      <a:pt x="666" y="3433"/>
                      <a:pt x="620" y="3663"/>
                      <a:pt x="563" y="3882"/>
                    </a:cubicBezTo>
                    <a:cubicBezTo>
                      <a:pt x="552" y="3916"/>
                      <a:pt x="552" y="3951"/>
                      <a:pt x="552" y="3985"/>
                    </a:cubicBezTo>
                    <a:cubicBezTo>
                      <a:pt x="563" y="4042"/>
                      <a:pt x="608" y="4099"/>
                      <a:pt x="666" y="4134"/>
                    </a:cubicBezTo>
                    <a:cubicBezTo>
                      <a:pt x="677" y="4145"/>
                      <a:pt x="700" y="4157"/>
                      <a:pt x="723" y="4157"/>
                    </a:cubicBezTo>
                    <a:cubicBezTo>
                      <a:pt x="723" y="4168"/>
                      <a:pt x="735" y="4168"/>
                      <a:pt x="746" y="4168"/>
                    </a:cubicBezTo>
                    <a:lnTo>
                      <a:pt x="827" y="4168"/>
                    </a:lnTo>
                    <a:cubicBezTo>
                      <a:pt x="861" y="4180"/>
                      <a:pt x="884" y="4180"/>
                      <a:pt x="919" y="4180"/>
                    </a:cubicBezTo>
                    <a:lnTo>
                      <a:pt x="976" y="4180"/>
                    </a:lnTo>
                    <a:cubicBezTo>
                      <a:pt x="988" y="4168"/>
                      <a:pt x="988" y="4168"/>
                      <a:pt x="999" y="4168"/>
                    </a:cubicBezTo>
                    <a:cubicBezTo>
                      <a:pt x="1045" y="4157"/>
                      <a:pt x="1091" y="4111"/>
                      <a:pt x="1126" y="4065"/>
                    </a:cubicBezTo>
                    <a:cubicBezTo>
                      <a:pt x="1194" y="3928"/>
                      <a:pt x="1263" y="3790"/>
                      <a:pt x="1343" y="3652"/>
                    </a:cubicBezTo>
                    <a:cubicBezTo>
                      <a:pt x="1458" y="3456"/>
                      <a:pt x="1573" y="3262"/>
                      <a:pt x="1700" y="3066"/>
                    </a:cubicBezTo>
                    <a:cubicBezTo>
                      <a:pt x="1723" y="3043"/>
                      <a:pt x="1734" y="3020"/>
                      <a:pt x="1757" y="2986"/>
                    </a:cubicBezTo>
                    <a:cubicBezTo>
                      <a:pt x="1803" y="3020"/>
                      <a:pt x="1860" y="3043"/>
                      <a:pt x="1906" y="3078"/>
                    </a:cubicBezTo>
                    <a:cubicBezTo>
                      <a:pt x="1940" y="3101"/>
                      <a:pt x="1963" y="3112"/>
                      <a:pt x="1998" y="3135"/>
                    </a:cubicBezTo>
                    <a:cubicBezTo>
                      <a:pt x="2044" y="3170"/>
                      <a:pt x="2101" y="3193"/>
                      <a:pt x="2159" y="3227"/>
                    </a:cubicBezTo>
                    <a:cubicBezTo>
                      <a:pt x="2262" y="3296"/>
                      <a:pt x="2377" y="3376"/>
                      <a:pt x="2480" y="3445"/>
                    </a:cubicBezTo>
                    <a:cubicBezTo>
                      <a:pt x="2491" y="3445"/>
                      <a:pt x="2491" y="3456"/>
                      <a:pt x="2503" y="3456"/>
                    </a:cubicBezTo>
                    <a:cubicBezTo>
                      <a:pt x="2503" y="3456"/>
                      <a:pt x="2514" y="3468"/>
                      <a:pt x="2526" y="3468"/>
                    </a:cubicBezTo>
                    <a:lnTo>
                      <a:pt x="2537" y="3468"/>
                    </a:lnTo>
                    <a:cubicBezTo>
                      <a:pt x="2563" y="3479"/>
                      <a:pt x="2590" y="3484"/>
                      <a:pt x="2617" y="3484"/>
                    </a:cubicBezTo>
                    <a:cubicBezTo>
                      <a:pt x="2673" y="3484"/>
                      <a:pt x="2728" y="3461"/>
                      <a:pt x="2767" y="3422"/>
                    </a:cubicBezTo>
                    <a:cubicBezTo>
                      <a:pt x="2790" y="3399"/>
                      <a:pt x="2813" y="3365"/>
                      <a:pt x="2825" y="3331"/>
                    </a:cubicBezTo>
                    <a:cubicBezTo>
                      <a:pt x="2825" y="3319"/>
                      <a:pt x="2836" y="3296"/>
                      <a:pt x="2836" y="3285"/>
                    </a:cubicBezTo>
                    <a:cubicBezTo>
                      <a:pt x="2836" y="3227"/>
                      <a:pt x="2825" y="3170"/>
                      <a:pt x="2802" y="3135"/>
                    </a:cubicBezTo>
                    <a:cubicBezTo>
                      <a:pt x="2606" y="2848"/>
                      <a:pt x="2434" y="2561"/>
                      <a:pt x="2285" y="2274"/>
                    </a:cubicBezTo>
                    <a:cubicBezTo>
                      <a:pt x="2446" y="2079"/>
                      <a:pt x="2606" y="1884"/>
                      <a:pt x="2779" y="1711"/>
                    </a:cubicBezTo>
                    <a:cubicBezTo>
                      <a:pt x="2802" y="1677"/>
                      <a:pt x="2813" y="1654"/>
                      <a:pt x="2825" y="1619"/>
                    </a:cubicBezTo>
                    <a:cubicBezTo>
                      <a:pt x="2836" y="1585"/>
                      <a:pt x="2836" y="1539"/>
                      <a:pt x="2825" y="1505"/>
                    </a:cubicBezTo>
                    <a:cubicBezTo>
                      <a:pt x="2825" y="1471"/>
                      <a:pt x="2802" y="1436"/>
                      <a:pt x="2779" y="1402"/>
                    </a:cubicBezTo>
                    <a:cubicBezTo>
                      <a:pt x="2756" y="1379"/>
                      <a:pt x="2733" y="1356"/>
                      <a:pt x="2698" y="1344"/>
                    </a:cubicBezTo>
                    <a:cubicBezTo>
                      <a:pt x="2675" y="1333"/>
                      <a:pt x="2652" y="1321"/>
                      <a:pt x="2629" y="1321"/>
                    </a:cubicBezTo>
                    <a:cubicBezTo>
                      <a:pt x="2548" y="1294"/>
                      <a:pt x="2466" y="1282"/>
                      <a:pt x="2385" y="1282"/>
                    </a:cubicBezTo>
                    <a:cubicBezTo>
                      <a:pt x="2227" y="1282"/>
                      <a:pt x="2073" y="1325"/>
                      <a:pt x="1929" y="1379"/>
                    </a:cubicBezTo>
                    <a:cubicBezTo>
                      <a:pt x="1929" y="1390"/>
                      <a:pt x="1917" y="1390"/>
                      <a:pt x="1906" y="1390"/>
                    </a:cubicBezTo>
                    <a:cubicBezTo>
                      <a:pt x="1906" y="1390"/>
                      <a:pt x="1894" y="1402"/>
                      <a:pt x="1883" y="1402"/>
                    </a:cubicBezTo>
                    <a:cubicBezTo>
                      <a:pt x="1746" y="1057"/>
                      <a:pt x="1631" y="690"/>
                      <a:pt x="1539" y="333"/>
                    </a:cubicBezTo>
                    <a:cubicBezTo>
                      <a:pt x="1527" y="276"/>
                      <a:pt x="1516" y="219"/>
                      <a:pt x="1504" y="173"/>
                    </a:cubicBezTo>
                    <a:cubicBezTo>
                      <a:pt x="1504" y="162"/>
                      <a:pt x="1493" y="150"/>
                      <a:pt x="1493" y="127"/>
                    </a:cubicBezTo>
                    <a:lnTo>
                      <a:pt x="1481" y="116"/>
                    </a:lnTo>
                    <a:cubicBezTo>
                      <a:pt x="1447" y="47"/>
                      <a:pt x="1378" y="1"/>
                      <a:pt x="13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39"/>
              <p:cNvSpPr/>
              <p:nvPr/>
            </p:nvSpPr>
            <p:spPr>
              <a:xfrm>
                <a:off x="-1078188" y="2511746"/>
                <a:ext cx="104532" cy="152904"/>
              </a:xfrm>
              <a:custGeom>
                <a:rect b="b" l="l" r="r" t="t"/>
                <a:pathLst>
                  <a:path extrusionOk="0" h="4182" w="2859">
                    <a:moveTo>
                      <a:pt x="1435" y="1506"/>
                    </a:moveTo>
                    <a:cubicBezTo>
                      <a:pt x="1447" y="1528"/>
                      <a:pt x="1458" y="1551"/>
                      <a:pt x="1458" y="1563"/>
                    </a:cubicBezTo>
                    <a:cubicBezTo>
                      <a:pt x="1447" y="1574"/>
                      <a:pt x="1435" y="1574"/>
                      <a:pt x="1435" y="1574"/>
                    </a:cubicBezTo>
                    <a:lnTo>
                      <a:pt x="1435" y="1506"/>
                    </a:lnTo>
                    <a:close/>
                    <a:moveTo>
                      <a:pt x="1642" y="1988"/>
                    </a:moveTo>
                    <a:cubicBezTo>
                      <a:pt x="1677" y="2069"/>
                      <a:pt x="1711" y="2148"/>
                      <a:pt x="1746" y="2217"/>
                    </a:cubicBezTo>
                    <a:cubicBezTo>
                      <a:pt x="1700" y="2275"/>
                      <a:pt x="1654" y="2344"/>
                      <a:pt x="1619" y="2401"/>
                    </a:cubicBezTo>
                    <a:lnTo>
                      <a:pt x="1343" y="2263"/>
                    </a:lnTo>
                    <a:cubicBezTo>
                      <a:pt x="1355" y="2206"/>
                      <a:pt x="1366" y="2137"/>
                      <a:pt x="1366" y="2080"/>
                    </a:cubicBezTo>
                    <a:cubicBezTo>
                      <a:pt x="1458" y="2046"/>
                      <a:pt x="1550" y="2023"/>
                      <a:pt x="1642" y="1988"/>
                    </a:cubicBezTo>
                    <a:close/>
                    <a:moveTo>
                      <a:pt x="1274" y="2734"/>
                    </a:moveTo>
                    <a:cubicBezTo>
                      <a:pt x="1297" y="2746"/>
                      <a:pt x="1320" y="2757"/>
                      <a:pt x="1355" y="2780"/>
                    </a:cubicBezTo>
                    <a:cubicBezTo>
                      <a:pt x="1309" y="2837"/>
                      <a:pt x="1274" y="2895"/>
                      <a:pt x="1228" y="2964"/>
                    </a:cubicBezTo>
                    <a:cubicBezTo>
                      <a:pt x="1240" y="2883"/>
                      <a:pt x="1263" y="2814"/>
                      <a:pt x="1274" y="2734"/>
                    </a:cubicBezTo>
                    <a:close/>
                    <a:moveTo>
                      <a:pt x="1289" y="1"/>
                    </a:moveTo>
                    <a:cubicBezTo>
                      <a:pt x="1281" y="1"/>
                      <a:pt x="1272" y="1"/>
                      <a:pt x="1263" y="2"/>
                    </a:cubicBezTo>
                    <a:cubicBezTo>
                      <a:pt x="1149" y="13"/>
                      <a:pt x="1057" y="105"/>
                      <a:pt x="1057" y="220"/>
                    </a:cubicBezTo>
                    <a:cubicBezTo>
                      <a:pt x="1045" y="725"/>
                      <a:pt x="1011" y="1219"/>
                      <a:pt x="953" y="1712"/>
                    </a:cubicBezTo>
                    <a:cubicBezTo>
                      <a:pt x="723" y="1770"/>
                      <a:pt x="471" y="1816"/>
                      <a:pt x="230" y="1827"/>
                    </a:cubicBezTo>
                    <a:cubicBezTo>
                      <a:pt x="115" y="1839"/>
                      <a:pt x="34" y="1919"/>
                      <a:pt x="23" y="2034"/>
                    </a:cubicBezTo>
                    <a:cubicBezTo>
                      <a:pt x="0" y="2137"/>
                      <a:pt x="69" y="2240"/>
                      <a:pt x="172" y="2275"/>
                    </a:cubicBezTo>
                    <a:cubicBezTo>
                      <a:pt x="402" y="2355"/>
                      <a:pt x="620" y="2436"/>
                      <a:pt x="838" y="2539"/>
                    </a:cubicBezTo>
                    <a:cubicBezTo>
                      <a:pt x="769" y="2987"/>
                      <a:pt x="677" y="3446"/>
                      <a:pt x="563" y="3883"/>
                    </a:cubicBezTo>
                    <a:cubicBezTo>
                      <a:pt x="529" y="4008"/>
                      <a:pt x="597" y="4135"/>
                      <a:pt x="723" y="4158"/>
                    </a:cubicBezTo>
                    <a:cubicBezTo>
                      <a:pt x="758" y="4169"/>
                      <a:pt x="792" y="4169"/>
                      <a:pt x="827" y="4169"/>
                    </a:cubicBezTo>
                    <a:cubicBezTo>
                      <a:pt x="861" y="4181"/>
                      <a:pt x="884" y="4181"/>
                      <a:pt x="919" y="4181"/>
                    </a:cubicBezTo>
                    <a:cubicBezTo>
                      <a:pt x="999" y="4181"/>
                      <a:pt x="1080" y="4135"/>
                      <a:pt x="1126" y="4066"/>
                    </a:cubicBezTo>
                    <a:cubicBezTo>
                      <a:pt x="1309" y="3687"/>
                      <a:pt x="1527" y="3332"/>
                      <a:pt x="1757" y="2987"/>
                    </a:cubicBezTo>
                    <a:cubicBezTo>
                      <a:pt x="1998" y="3136"/>
                      <a:pt x="2251" y="3286"/>
                      <a:pt x="2480" y="3446"/>
                    </a:cubicBezTo>
                    <a:cubicBezTo>
                      <a:pt x="2520" y="3471"/>
                      <a:pt x="2566" y="3483"/>
                      <a:pt x="2611" y="3483"/>
                    </a:cubicBezTo>
                    <a:cubicBezTo>
                      <a:pt x="2671" y="3483"/>
                      <a:pt x="2728" y="3462"/>
                      <a:pt x="2767" y="3423"/>
                    </a:cubicBezTo>
                    <a:cubicBezTo>
                      <a:pt x="2848" y="3343"/>
                      <a:pt x="2859" y="3217"/>
                      <a:pt x="2802" y="3136"/>
                    </a:cubicBezTo>
                    <a:cubicBezTo>
                      <a:pt x="2606" y="2849"/>
                      <a:pt x="2434" y="2562"/>
                      <a:pt x="2285" y="2275"/>
                    </a:cubicBezTo>
                    <a:cubicBezTo>
                      <a:pt x="2446" y="2080"/>
                      <a:pt x="2606" y="1885"/>
                      <a:pt x="2779" y="1712"/>
                    </a:cubicBezTo>
                    <a:cubicBezTo>
                      <a:pt x="2825" y="1655"/>
                      <a:pt x="2848" y="1574"/>
                      <a:pt x="2825" y="1506"/>
                    </a:cubicBezTo>
                    <a:cubicBezTo>
                      <a:pt x="2813" y="1437"/>
                      <a:pt x="2767" y="1368"/>
                      <a:pt x="2698" y="1345"/>
                    </a:cubicBezTo>
                    <a:cubicBezTo>
                      <a:pt x="2593" y="1303"/>
                      <a:pt x="2489" y="1285"/>
                      <a:pt x="2388" y="1285"/>
                    </a:cubicBezTo>
                    <a:cubicBezTo>
                      <a:pt x="2212" y="1285"/>
                      <a:pt x="2043" y="1337"/>
                      <a:pt x="1883" y="1403"/>
                    </a:cubicBezTo>
                    <a:cubicBezTo>
                      <a:pt x="1734" y="1000"/>
                      <a:pt x="1608" y="599"/>
                      <a:pt x="1504" y="174"/>
                    </a:cubicBezTo>
                    <a:cubicBezTo>
                      <a:pt x="1483" y="67"/>
                      <a:pt x="1393" y="1"/>
                      <a:pt x="1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84" name="Google Shape;484;p39"/>
          <p:cNvSpPr txBox="1"/>
          <p:nvPr>
            <p:ph type="title"/>
          </p:nvPr>
        </p:nvSpPr>
        <p:spPr>
          <a:xfrm>
            <a:off x="720013" y="2369125"/>
            <a:ext cx="4944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485" name="Google Shape;485;p39"/>
          <p:cNvSpPr txBox="1"/>
          <p:nvPr>
            <p:ph idx="1" type="subTitle"/>
          </p:nvPr>
        </p:nvSpPr>
        <p:spPr>
          <a:xfrm>
            <a:off x="720024" y="3487575"/>
            <a:ext cx="46026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Team member reflections and lessons learned</a:t>
            </a:r>
            <a:endParaRPr/>
          </a:p>
        </p:txBody>
      </p:sp>
      <p:sp>
        <p:nvSpPr>
          <p:cNvPr id="486" name="Google Shape;486;p39"/>
          <p:cNvSpPr txBox="1"/>
          <p:nvPr>
            <p:ph idx="2" type="title"/>
          </p:nvPr>
        </p:nvSpPr>
        <p:spPr>
          <a:xfrm>
            <a:off x="720013" y="1402350"/>
            <a:ext cx="1859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487" name="Google Shape;487;p39"/>
          <p:cNvGrpSpPr/>
          <p:nvPr/>
        </p:nvGrpSpPr>
        <p:grpSpPr>
          <a:xfrm>
            <a:off x="2029738" y="1142688"/>
            <a:ext cx="486864" cy="399297"/>
            <a:chOff x="1036100" y="2778525"/>
            <a:chExt cx="486864" cy="399297"/>
          </a:xfrm>
        </p:grpSpPr>
        <p:sp>
          <p:nvSpPr>
            <p:cNvPr id="488" name="Google Shape;488;p39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1212611" y="2779232"/>
              <a:ext cx="126992" cy="146798"/>
            </a:xfrm>
            <a:custGeom>
              <a:rect b="b" l="l" r="r" t="t"/>
              <a:pathLst>
                <a:path extrusionOk="0" h="3943" w="3411">
                  <a:moveTo>
                    <a:pt x="1195" y="1061"/>
                  </a:moveTo>
                  <a:lnTo>
                    <a:pt x="1195" y="1061"/>
                  </a:lnTo>
                  <a:cubicBezTo>
                    <a:pt x="1263" y="1175"/>
                    <a:pt x="1344" y="1279"/>
                    <a:pt x="1424" y="1382"/>
                  </a:cubicBezTo>
                  <a:lnTo>
                    <a:pt x="1229" y="1486"/>
                  </a:lnTo>
                  <a:cubicBezTo>
                    <a:pt x="1217" y="1348"/>
                    <a:pt x="1206" y="1198"/>
                    <a:pt x="1195" y="1061"/>
                  </a:cubicBezTo>
                  <a:close/>
                  <a:moveTo>
                    <a:pt x="1700" y="1750"/>
                  </a:moveTo>
                  <a:cubicBezTo>
                    <a:pt x="1758" y="1818"/>
                    <a:pt x="1815" y="1887"/>
                    <a:pt x="1860" y="1956"/>
                  </a:cubicBezTo>
                  <a:lnTo>
                    <a:pt x="1574" y="2461"/>
                  </a:lnTo>
                  <a:lnTo>
                    <a:pt x="1275" y="2359"/>
                  </a:lnTo>
                  <a:cubicBezTo>
                    <a:pt x="1263" y="2232"/>
                    <a:pt x="1263" y="2106"/>
                    <a:pt x="1263" y="1979"/>
                  </a:cubicBezTo>
                  <a:lnTo>
                    <a:pt x="1700" y="1750"/>
                  </a:lnTo>
                  <a:close/>
                  <a:moveTo>
                    <a:pt x="2159" y="2347"/>
                  </a:moveTo>
                  <a:cubicBezTo>
                    <a:pt x="2274" y="2496"/>
                    <a:pt x="2389" y="2645"/>
                    <a:pt x="2503" y="2783"/>
                  </a:cubicBezTo>
                  <a:lnTo>
                    <a:pt x="2010" y="2622"/>
                  </a:lnTo>
                  <a:lnTo>
                    <a:pt x="2159" y="2347"/>
                  </a:lnTo>
                  <a:close/>
                  <a:moveTo>
                    <a:pt x="1275" y="2841"/>
                  </a:moveTo>
                  <a:lnTo>
                    <a:pt x="1355" y="2875"/>
                  </a:lnTo>
                  <a:lnTo>
                    <a:pt x="1275" y="3002"/>
                  </a:lnTo>
                  <a:lnTo>
                    <a:pt x="1275" y="2841"/>
                  </a:lnTo>
                  <a:close/>
                  <a:moveTo>
                    <a:pt x="860" y="1"/>
                  </a:moveTo>
                  <a:cubicBezTo>
                    <a:pt x="831" y="1"/>
                    <a:pt x="800" y="6"/>
                    <a:pt x="770" y="16"/>
                  </a:cubicBezTo>
                  <a:cubicBezTo>
                    <a:pt x="678" y="50"/>
                    <a:pt x="620" y="154"/>
                    <a:pt x="632" y="257"/>
                  </a:cubicBezTo>
                  <a:cubicBezTo>
                    <a:pt x="701" y="739"/>
                    <a:pt x="758" y="1221"/>
                    <a:pt x="793" y="1704"/>
                  </a:cubicBezTo>
                  <a:lnTo>
                    <a:pt x="127" y="2048"/>
                  </a:lnTo>
                  <a:cubicBezTo>
                    <a:pt x="46" y="2083"/>
                    <a:pt x="0" y="2175"/>
                    <a:pt x="12" y="2267"/>
                  </a:cubicBezTo>
                  <a:cubicBezTo>
                    <a:pt x="12" y="2359"/>
                    <a:pt x="69" y="2427"/>
                    <a:pt x="161" y="2461"/>
                  </a:cubicBezTo>
                  <a:lnTo>
                    <a:pt x="827" y="2691"/>
                  </a:lnTo>
                  <a:cubicBezTo>
                    <a:pt x="827" y="3024"/>
                    <a:pt x="816" y="3369"/>
                    <a:pt x="804" y="3713"/>
                  </a:cubicBezTo>
                  <a:cubicBezTo>
                    <a:pt x="793" y="3828"/>
                    <a:pt x="896" y="3943"/>
                    <a:pt x="1023" y="3943"/>
                  </a:cubicBezTo>
                  <a:lnTo>
                    <a:pt x="1034" y="3943"/>
                  </a:lnTo>
                  <a:cubicBezTo>
                    <a:pt x="1057" y="3943"/>
                    <a:pt x="1080" y="3943"/>
                    <a:pt x="1092" y="3931"/>
                  </a:cubicBezTo>
                  <a:cubicBezTo>
                    <a:pt x="1112" y="3936"/>
                    <a:pt x="1133" y="3938"/>
                    <a:pt x="1152" y="3938"/>
                  </a:cubicBezTo>
                  <a:cubicBezTo>
                    <a:pt x="1230" y="3938"/>
                    <a:pt x="1298" y="3902"/>
                    <a:pt x="1344" y="3828"/>
                  </a:cubicBezTo>
                  <a:lnTo>
                    <a:pt x="1792" y="3024"/>
                  </a:lnTo>
                  <a:lnTo>
                    <a:pt x="3089" y="3472"/>
                  </a:lnTo>
                  <a:cubicBezTo>
                    <a:pt x="3116" y="3481"/>
                    <a:pt x="3142" y="3485"/>
                    <a:pt x="3168" y="3485"/>
                  </a:cubicBezTo>
                  <a:cubicBezTo>
                    <a:pt x="3242" y="3485"/>
                    <a:pt x="3311" y="3448"/>
                    <a:pt x="3353" y="3380"/>
                  </a:cubicBezTo>
                  <a:cubicBezTo>
                    <a:pt x="3411" y="3300"/>
                    <a:pt x="3411" y="3185"/>
                    <a:pt x="3342" y="3116"/>
                  </a:cubicBezTo>
                  <a:cubicBezTo>
                    <a:pt x="3032" y="2714"/>
                    <a:pt x="2710" y="2324"/>
                    <a:pt x="2401" y="1922"/>
                  </a:cubicBezTo>
                  <a:lnTo>
                    <a:pt x="2848" y="1119"/>
                  </a:lnTo>
                  <a:cubicBezTo>
                    <a:pt x="2894" y="1038"/>
                    <a:pt x="2883" y="923"/>
                    <a:pt x="2814" y="854"/>
                  </a:cubicBezTo>
                  <a:cubicBezTo>
                    <a:pt x="2769" y="810"/>
                    <a:pt x="2706" y="784"/>
                    <a:pt x="2644" y="784"/>
                  </a:cubicBezTo>
                  <a:cubicBezTo>
                    <a:pt x="2611" y="784"/>
                    <a:pt x="2578" y="792"/>
                    <a:pt x="2549" y="808"/>
                  </a:cubicBezTo>
                  <a:lnTo>
                    <a:pt x="1837" y="1175"/>
                  </a:lnTo>
                  <a:cubicBezTo>
                    <a:pt x="1574" y="808"/>
                    <a:pt x="1298" y="453"/>
                    <a:pt x="1046" y="96"/>
                  </a:cubicBezTo>
                  <a:cubicBezTo>
                    <a:pt x="997" y="31"/>
                    <a:pt x="931" y="1"/>
                    <a:pt x="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1" name="Google Shape;491;p39"/>
            <p:cNvGrpSpPr/>
            <p:nvPr/>
          </p:nvGrpSpPr>
          <p:grpSpPr>
            <a:xfrm>
              <a:off x="1036100" y="2779232"/>
              <a:ext cx="486864" cy="398590"/>
              <a:chOff x="1036100" y="2779232"/>
              <a:chExt cx="486864" cy="398590"/>
            </a:xfrm>
          </p:grpSpPr>
          <p:sp>
            <p:nvSpPr>
              <p:cNvPr id="492" name="Google Shape;492;p39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39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39"/>
              <p:cNvSpPr/>
              <p:nvPr/>
            </p:nvSpPr>
            <p:spPr>
              <a:xfrm>
                <a:off x="1405839" y="3036720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95" name="Google Shape;495;p39"/>
              <p:cNvGrpSpPr/>
              <p:nvPr/>
            </p:nvGrpSpPr>
            <p:grpSpPr>
              <a:xfrm>
                <a:off x="1036100" y="2779232"/>
                <a:ext cx="486864" cy="397771"/>
                <a:chOff x="1036100" y="2779232"/>
                <a:chExt cx="486864" cy="397771"/>
              </a:xfrm>
            </p:grpSpPr>
            <p:sp>
              <p:nvSpPr>
                <p:cNvPr id="496" name="Google Shape;496;p39"/>
                <p:cNvSpPr/>
                <p:nvPr/>
              </p:nvSpPr>
              <p:spPr>
                <a:xfrm>
                  <a:off x="1212611" y="2779232"/>
                  <a:ext cx="126992" cy="146798"/>
                </a:xfrm>
                <a:custGeom>
                  <a:rect b="b" l="l" r="r" t="t"/>
                  <a:pathLst>
                    <a:path extrusionOk="0" h="3943" w="3411">
                      <a:moveTo>
                        <a:pt x="1195" y="1061"/>
                      </a:moveTo>
                      <a:lnTo>
                        <a:pt x="1195" y="1061"/>
                      </a:lnTo>
                      <a:cubicBezTo>
                        <a:pt x="1263" y="1175"/>
                        <a:pt x="1344" y="1279"/>
                        <a:pt x="1424" y="1382"/>
                      </a:cubicBezTo>
                      <a:lnTo>
                        <a:pt x="1229" y="1486"/>
                      </a:lnTo>
                      <a:cubicBezTo>
                        <a:pt x="1217" y="1348"/>
                        <a:pt x="1206" y="1198"/>
                        <a:pt x="1195" y="1061"/>
                      </a:cubicBezTo>
                      <a:close/>
                      <a:moveTo>
                        <a:pt x="1700" y="1750"/>
                      </a:moveTo>
                      <a:cubicBezTo>
                        <a:pt x="1758" y="1818"/>
                        <a:pt x="1815" y="1887"/>
                        <a:pt x="1860" y="1956"/>
                      </a:cubicBezTo>
                      <a:lnTo>
                        <a:pt x="1574" y="2461"/>
                      </a:lnTo>
                      <a:lnTo>
                        <a:pt x="1275" y="2359"/>
                      </a:lnTo>
                      <a:cubicBezTo>
                        <a:pt x="1263" y="2232"/>
                        <a:pt x="1263" y="2106"/>
                        <a:pt x="1263" y="1979"/>
                      </a:cubicBezTo>
                      <a:lnTo>
                        <a:pt x="1700" y="1750"/>
                      </a:lnTo>
                      <a:close/>
                      <a:moveTo>
                        <a:pt x="2159" y="2347"/>
                      </a:moveTo>
                      <a:cubicBezTo>
                        <a:pt x="2274" y="2496"/>
                        <a:pt x="2389" y="2645"/>
                        <a:pt x="2503" y="2783"/>
                      </a:cubicBezTo>
                      <a:lnTo>
                        <a:pt x="2010" y="2622"/>
                      </a:lnTo>
                      <a:lnTo>
                        <a:pt x="2159" y="2347"/>
                      </a:lnTo>
                      <a:close/>
                      <a:moveTo>
                        <a:pt x="1275" y="2841"/>
                      </a:moveTo>
                      <a:lnTo>
                        <a:pt x="1355" y="2875"/>
                      </a:lnTo>
                      <a:lnTo>
                        <a:pt x="1275" y="3002"/>
                      </a:lnTo>
                      <a:lnTo>
                        <a:pt x="1275" y="2841"/>
                      </a:lnTo>
                      <a:close/>
                      <a:moveTo>
                        <a:pt x="860" y="1"/>
                      </a:moveTo>
                      <a:cubicBezTo>
                        <a:pt x="831" y="1"/>
                        <a:pt x="800" y="6"/>
                        <a:pt x="770" y="16"/>
                      </a:cubicBezTo>
                      <a:cubicBezTo>
                        <a:pt x="678" y="50"/>
                        <a:pt x="620" y="154"/>
                        <a:pt x="632" y="257"/>
                      </a:cubicBezTo>
                      <a:cubicBezTo>
                        <a:pt x="701" y="739"/>
                        <a:pt x="758" y="1221"/>
                        <a:pt x="793" y="1704"/>
                      </a:cubicBezTo>
                      <a:lnTo>
                        <a:pt x="127" y="2048"/>
                      </a:lnTo>
                      <a:cubicBezTo>
                        <a:pt x="46" y="2083"/>
                        <a:pt x="0" y="2175"/>
                        <a:pt x="12" y="2267"/>
                      </a:cubicBezTo>
                      <a:cubicBezTo>
                        <a:pt x="12" y="2359"/>
                        <a:pt x="69" y="2427"/>
                        <a:pt x="161" y="2461"/>
                      </a:cubicBezTo>
                      <a:lnTo>
                        <a:pt x="827" y="2691"/>
                      </a:lnTo>
                      <a:cubicBezTo>
                        <a:pt x="827" y="3024"/>
                        <a:pt x="816" y="3369"/>
                        <a:pt x="804" y="3713"/>
                      </a:cubicBezTo>
                      <a:cubicBezTo>
                        <a:pt x="793" y="3828"/>
                        <a:pt x="896" y="3943"/>
                        <a:pt x="1023" y="3943"/>
                      </a:cubicBezTo>
                      <a:lnTo>
                        <a:pt x="1034" y="3943"/>
                      </a:lnTo>
                      <a:cubicBezTo>
                        <a:pt x="1057" y="3943"/>
                        <a:pt x="1080" y="3943"/>
                        <a:pt x="1092" y="3931"/>
                      </a:cubicBezTo>
                      <a:cubicBezTo>
                        <a:pt x="1112" y="3936"/>
                        <a:pt x="1133" y="3938"/>
                        <a:pt x="1152" y="3938"/>
                      </a:cubicBezTo>
                      <a:cubicBezTo>
                        <a:pt x="1230" y="3938"/>
                        <a:pt x="1298" y="3902"/>
                        <a:pt x="1344" y="3828"/>
                      </a:cubicBezTo>
                      <a:lnTo>
                        <a:pt x="1792" y="3024"/>
                      </a:lnTo>
                      <a:lnTo>
                        <a:pt x="3089" y="3472"/>
                      </a:lnTo>
                      <a:cubicBezTo>
                        <a:pt x="3116" y="3481"/>
                        <a:pt x="3142" y="3485"/>
                        <a:pt x="3168" y="3485"/>
                      </a:cubicBezTo>
                      <a:cubicBezTo>
                        <a:pt x="3242" y="3485"/>
                        <a:pt x="3311" y="3448"/>
                        <a:pt x="3353" y="3380"/>
                      </a:cubicBezTo>
                      <a:cubicBezTo>
                        <a:pt x="3411" y="3300"/>
                        <a:pt x="3411" y="3185"/>
                        <a:pt x="3342" y="3116"/>
                      </a:cubicBezTo>
                      <a:cubicBezTo>
                        <a:pt x="3032" y="2714"/>
                        <a:pt x="2710" y="2324"/>
                        <a:pt x="2401" y="1922"/>
                      </a:cubicBezTo>
                      <a:lnTo>
                        <a:pt x="2848" y="1119"/>
                      </a:lnTo>
                      <a:cubicBezTo>
                        <a:pt x="2894" y="1038"/>
                        <a:pt x="2883" y="923"/>
                        <a:pt x="2814" y="854"/>
                      </a:cubicBezTo>
                      <a:cubicBezTo>
                        <a:pt x="2769" y="810"/>
                        <a:pt x="2706" y="784"/>
                        <a:pt x="2644" y="784"/>
                      </a:cubicBezTo>
                      <a:cubicBezTo>
                        <a:pt x="2611" y="784"/>
                        <a:pt x="2578" y="792"/>
                        <a:pt x="2549" y="808"/>
                      </a:cubicBezTo>
                      <a:lnTo>
                        <a:pt x="1837" y="1175"/>
                      </a:lnTo>
                      <a:cubicBezTo>
                        <a:pt x="1574" y="808"/>
                        <a:pt x="1298" y="453"/>
                        <a:pt x="1046" y="96"/>
                      </a:cubicBezTo>
                      <a:cubicBezTo>
                        <a:pt x="997" y="31"/>
                        <a:pt x="931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39"/>
                <p:cNvSpPr/>
                <p:nvPr/>
              </p:nvSpPr>
              <p:spPr>
                <a:xfrm>
                  <a:off x="1405839" y="3036720"/>
                  <a:ext cx="117126" cy="140283"/>
                </a:xfrm>
                <a:custGeom>
                  <a:rect b="b" l="l" r="r" t="t"/>
                  <a:pathLst>
                    <a:path extrusionOk="0" h="3768" w="3146">
                      <a:moveTo>
                        <a:pt x="1860" y="1459"/>
                      </a:moveTo>
                      <a:lnTo>
                        <a:pt x="1860" y="1528"/>
                      </a:lnTo>
                      <a:lnTo>
                        <a:pt x="1826" y="1528"/>
                      </a:lnTo>
                      <a:lnTo>
                        <a:pt x="1860" y="1459"/>
                      </a:lnTo>
                      <a:close/>
                      <a:moveTo>
                        <a:pt x="2308" y="1998"/>
                      </a:moveTo>
                      <a:cubicBezTo>
                        <a:pt x="2308" y="1998"/>
                        <a:pt x="2308" y="2010"/>
                        <a:pt x="2296" y="2010"/>
                      </a:cubicBezTo>
                      <a:lnTo>
                        <a:pt x="2296" y="1998"/>
                      </a:lnTo>
                      <a:close/>
                      <a:moveTo>
                        <a:pt x="1562" y="1952"/>
                      </a:moveTo>
                      <a:cubicBezTo>
                        <a:pt x="1653" y="1964"/>
                        <a:pt x="1757" y="1975"/>
                        <a:pt x="1849" y="1987"/>
                      </a:cubicBezTo>
                      <a:lnTo>
                        <a:pt x="1849" y="2240"/>
                      </a:lnTo>
                      <a:cubicBezTo>
                        <a:pt x="1780" y="2274"/>
                        <a:pt x="1722" y="2308"/>
                        <a:pt x="1653" y="2342"/>
                      </a:cubicBezTo>
                      <a:cubicBezTo>
                        <a:pt x="1596" y="2274"/>
                        <a:pt x="1528" y="2194"/>
                        <a:pt x="1459" y="2113"/>
                      </a:cubicBezTo>
                      <a:cubicBezTo>
                        <a:pt x="1493" y="2056"/>
                        <a:pt x="1528" y="2010"/>
                        <a:pt x="1562" y="1952"/>
                      </a:cubicBezTo>
                      <a:close/>
                      <a:moveTo>
                        <a:pt x="1206" y="2515"/>
                      </a:moveTo>
                      <a:cubicBezTo>
                        <a:pt x="1217" y="2538"/>
                        <a:pt x="1240" y="2561"/>
                        <a:pt x="1263" y="2584"/>
                      </a:cubicBezTo>
                      <a:cubicBezTo>
                        <a:pt x="1194" y="2618"/>
                        <a:pt x="1137" y="2664"/>
                        <a:pt x="1068" y="2699"/>
                      </a:cubicBezTo>
                      <a:cubicBezTo>
                        <a:pt x="1114" y="2641"/>
                        <a:pt x="1160" y="2572"/>
                        <a:pt x="1206" y="2515"/>
                      </a:cubicBezTo>
                      <a:close/>
                      <a:moveTo>
                        <a:pt x="2243" y="1"/>
                      </a:moveTo>
                      <a:cubicBezTo>
                        <a:pt x="2157" y="1"/>
                        <a:pt x="2079" y="46"/>
                        <a:pt x="2044" y="127"/>
                      </a:cubicBezTo>
                      <a:cubicBezTo>
                        <a:pt x="1826" y="586"/>
                        <a:pt x="1596" y="1023"/>
                        <a:pt x="1332" y="1459"/>
                      </a:cubicBezTo>
                      <a:cubicBezTo>
                        <a:pt x="1091" y="1413"/>
                        <a:pt x="850" y="1344"/>
                        <a:pt x="620" y="1263"/>
                      </a:cubicBezTo>
                      <a:cubicBezTo>
                        <a:pt x="592" y="1251"/>
                        <a:pt x="565" y="1245"/>
                        <a:pt x="538" y="1245"/>
                      </a:cubicBezTo>
                      <a:cubicBezTo>
                        <a:pt x="465" y="1245"/>
                        <a:pt x="398" y="1288"/>
                        <a:pt x="356" y="1355"/>
                      </a:cubicBezTo>
                      <a:cubicBezTo>
                        <a:pt x="299" y="1447"/>
                        <a:pt x="311" y="1562"/>
                        <a:pt x="390" y="1643"/>
                      </a:cubicBezTo>
                      <a:cubicBezTo>
                        <a:pt x="563" y="1803"/>
                        <a:pt x="735" y="1975"/>
                        <a:pt x="896" y="2159"/>
                      </a:cubicBezTo>
                      <a:cubicBezTo>
                        <a:pt x="643" y="2538"/>
                        <a:pt x="367" y="2906"/>
                        <a:pt x="81" y="3273"/>
                      </a:cubicBezTo>
                      <a:cubicBezTo>
                        <a:pt x="0" y="3365"/>
                        <a:pt x="23" y="3514"/>
                        <a:pt x="115" y="3582"/>
                      </a:cubicBezTo>
                      <a:cubicBezTo>
                        <a:pt x="150" y="3617"/>
                        <a:pt x="184" y="3628"/>
                        <a:pt x="219" y="3628"/>
                      </a:cubicBezTo>
                      <a:cubicBezTo>
                        <a:pt x="230" y="3663"/>
                        <a:pt x="265" y="3674"/>
                        <a:pt x="288" y="3686"/>
                      </a:cubicBezTo>
                      <a:cubicBezTo>
                        <a:pt x="319" y="3700"/>
                        <a:pt x="353" y="3706"/>
                        <a:pt x="386" y="3706"/>
                      </a:cubicBezTo>
                      <a:cubicBezTo>
                        <a:pt x="436" y="3706"/>
                        <a:pt x="487" y="3691"/>
                        <a:pt x="528" y="3663"/>
                      </a:cubicBezTo>
                      <a:cubicBezTo>
                        <a:pt x="850" y="3399"/>
                        <a:pt x="1183" y="3158"/>
                        <a:pt x="1539" y="2940"/>
                      </a:cubicBezTo>
                      <a:cubicBezTo>
                        <a:pt x="1711" y="3169"/>
                        <a:pt x="1872" y="3411"/>
                        <a:pt x="2021" y="3651"/>
                      </a:cubicBezTo>
                      <a:cubicBezTo>
                        <a:pt x="2055" y="3729"/>
                        <a:pt x="2135" y="3768"/>
                        <a:pt x="2212" y="3768"/>
                      </a:cubicBezTo>
                      <a:cubicBezTo>
                        <a:pt x="2237" y="3768"/>
                        <a:pt x="2262" y="3764"/>
                        <a:pt x="2285" y="3755"/>
                      </a:cubicBezTo>
                      <a:cubicBezTo>
                        <a:pt x="2388" y="3709"/>
                        <a:pt x="2457" y="3605"/>
                        <a:pt x="2434" y="3503"/>
                      </a:cubicBezTo>
                      <a:cubicBezTo>
                        <a:pt x="2377" y="3169"/>
                        <a:pt x="2331" y="2837"/>
                        <a:pt x="2319" y="2503"/>
                      </a:cubicBezTo>
                      <a:cubicBezTo>
                        <a:pt x="2538" y="2388"/>
                        <a:pt x="2768" y="2286"/>
                        <a:pt x="2997" y="2194"/>
                      </a:cubicBezTo>
                      <a:cubicBezTo>
                        <a:pt x="3066" y="2159"/>
                        <a:pt x="3112" y="2102"/>
                        <a:pt x="3135" y="2033"/>
                      </a:cubicBezTo>
                      <a:cubicBezTo>
                        <a:pt x="3146" y="1952"/>
                        <a:pt x="3123" y="1883"/>
                        <a:pt x="3077" y="1826"/>
                      </a:cubicBezTo>
                      <a:cubicBezTo>
                        <a:pt x="2870" y="1608"/>
                        <a:pt x="2572" y="1562"/>
                        <a:pt x="2308" y="1551"/>
                      </a:cubicBezTo>
                      <a:cubicBezTo>
                        <a:pt x="2331" y="1114"/>
                        <a:pt x="2388" y="689"/>
                        <a:pt x="2469" y="276"/>
                      </a:cubicBezTo>
                      <a:cubicBezTo>
                        <a:pt x="2492" y="161"/>
                        <a:pt x="2423" y="46"/>
                        <a:pt x="2319" y="12"/>
                      </a:cubicBezTo>
                      <a:cubicBezTo>
                        <a:pt x="2294" y="4"/>
                        <a:pt x="2268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" name="Google Shape;498;p39"/>
                <p:cNvSpPr/>
                <p:nvPr/>
              </p:nvSpPr>
              <p:spPr>
                <a:xfrm>
                  <a:off x="1036100" y="3008462"/>
                  <a:ext cx="76508" cy="80864"/>
                </a:xfrm>
                <a:custGeom>
                  <a:rect b="b" l="l" r="r" t="t"/>
                  <a:pathLst>
                    <a:path extrusionOk="0" h="2172" w="2055">
                      <a:moveTo>
                        <a:pt x="1045" y="0"/>
                      </a:moveTo>
                      <a:cubicBezTo>
                        <a:pt x="1038" y="0"/>
                        <a:pt x="1030" y="1"/>
                        <a:pt x="1021" y="1"/>
                      </a:cubicBezTo>
                      <a:cubicBezTo>
                        <a:pt x="919" y="13"/>
                        <a:pt x="827" y="105"/>
                        <a:pt x="827" y="220"/>
                      </a:cubicBezTo>
                      <a:cubicBezTo>
                        <a:pt x="815" y="404"/>
                        <a:pt x="792" y="587"/>
                        <a:pt x="769" y="759"/>
                      </a:cubicBezTo>
                      <a:lnTo>
                        <a:pt x="207" y="840"/>
                      </a:lnTo>
                      <a:cubicBezTo>
                        <a:pt x="80" y="863"/>
                        <a:pt x="0" y="966"/>
                        <a:pt x="11" y="1093"/>
                      </a:cubicBezTo>
                      <a:cubicBezTo>
                        <a:pt x="32" y="1205"/>
                        <a:pt x="117" y="1291"/>
                        <a:pt x="225" y="1291"/>
                      </a:cubicBezTo>
                      <a:cubicBezTo>
                        <a:pt x="238" y="1291"/>
                        <a:pt x="251" y="1290"/>
                        <a:pt x="264" y="1287"/>
                      </a:cubicBezTo>
                      <a:cubicBezTo>
                        <a:pt x="293" y="1285"/>
                        <a:pt x="323" y="1283"/>
                        <a:pt x="353" y="1283"/>
                      </a:cubicBezTo>
                      <a:cubicBezTo>
                        <a:pt x="450" y="1283"/>
                        <a:pt x="548" y="1298"/>
                        <a:pt x="654" y="1333"/>
                      </a:cubicBezTo>
                      <a:cubicBezTo>
                        <a:pt x="608" y="1517"/>
                        <a:pt x="562" y="1690"/>
                        <a:pt x="505" y="1861"/>
                      </a:cubicBezTo>
                      <a:cubicBezTo>
                        <a:pt x="459" y="1988"/>
                        <a:pt x="528" y="2114"/>
                        <a:pt x="643" y="2160"/>
                      </a:cubicBezTo>
                      <a:cubicBezTo>
                        <a:pt x="666" y="2160"/>
                        <a:pt x="689" y="2172"/>
                        <a:pt x="712" y="2172"/>
                      </a:cubicBezTo>
                      <a:cubicBezTo>
                        <a:pt x="815" y="2172"/>
                        <a:pt x="896" y="2103"/>
                        <a:pt x="930" y="2011"/>
                      </a:cubicBezTo>
                      <a:cubicBezTo>
                        <a:pt x="930" y="2011"/>
                        <a:pt x="930" y="1999"/>
                        <a:pt x="942" y="1999"/>
                      </a:cubicBezTo>
                      <a:lnTo>
                        <a:pt x="942" y="1988"/>
                      </a:lnTo>
                      <a:cubicBezTo>
                        <a:pt x="1056" y="1884"/>
                        <a:pt x="1159" y="1782"/>
                        <a:pt x="1274" y="1678"/>
                      </a:cubicBezTo>
                      <a:cubicBezTo>
                        <a:pt x="1378" y="1759"/>
                        <a:pt x="1493" y="1861"/>
                        <a:pt x="1596" y="1965"/>
                      </a:cubicBezTo>
                      <a:cubicBezTo>
                        <a:pt x="1641" y="2010"/>
                        <a:pt x="1704" y="2033"/>
                        <a:pt x="1764" y="2033"/>
                      </a:cubicBezTo>
                      <a:cubicBezTo>
                        <a:pt x="1812" y="2033"/>
                        <a:pt x="1859" y="2019"/>
                        <a:pt x="1894" y="1988"/>
                      </a:cubicBezTo>
                      <a:cubicBezTo>
                        <a:pt x="1986" y="1907"/>
                        <a:pt x="2009" y="1782"/>
                        <a:pt x="1952" y="1690"/>
                      </a:cubicBezTo>
                      <a:cubicBezTo>
                        <a:pt x="1860" y="1552"/>
                        <a:pt x="1779" y="1402"/>
                        <a:pt x="1710" y="1264"/>
                      </a:cubicBezTo>
                      <a:cubicBezTo>
                        <a:pt x="1802" y="1173"/>
                        <a:pt x="1883" y="1093"/>
                        <a:pt x="1975" y="1012"/>
                      </a:cubicBezTo>
                      <a:cubicBezTo>
                        <a:pt x="2044" y="943"/>
                        <a:pt x="2055" y="840"/>
                        <a:pt x="2021" y="748"/>
                      </a:cubicBezTo>
                      <a:cubicBezTo>
                        <a:pt x="1979" y="665"/>
                        <a:pt x="1891" y="620"/>
                        <a:pt x="1806" y="620"/>
                      </a:cubicBezTo>
                      <a:cubicBezTo>
                        <a:pt x="1797" y="620"/>
                        <a:pt x="1788" y="620"/>
                        <a:pt x="1779" y="621"/>
                      </a:cubicBezTo>
                      <a:lnTo>
                        <a:pt x="1435" y="667"/>
                      </a:lnTo>
                      <a:cubicBezTo>
                        <a:pt x="1378" y="507"/>
                        <a:pt x="1320" y="335"/>
                        <a:pt x="1274" y="162"/>
                      </a:cubicBezTo>
                      <a:cubicBezTo>
                        <a:pt x="1242" y="67"/>
                        <a:pt x="1151" y="0"/>
                        <a:pt x="10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grpSp>
        <p:nvGrpSpPr>
          <p:cNvPr id="499" name="Google Shape;499;p39"/>
          <p:cNvGrpSpPr/>
          <p:nvPr/>
        </p:nvGrpSpPr>
        <p:grpSpPr>
          <a:xfrm rot="-3599780">
            <a:off x="5222695" y="1060471"/>
            <a:ext cx="486847" cy="799963"/>
            <a:chOff x="7226349" y="3440350"/>
            <a:chExt cx="624232" cy="1025707"/>
          </a:xfrm>
        </p:grpSpPr>
        <p:sp>
          <p:nvSpPr>
            <p:cNvPr id="500" name="Google Shape;500;p39"/>
            <p:cNvSpPr/>
            <p:nvPr/>
          </p:nvSpPr>
          <p:spPr>
            <a:xfrm>
              <a:off x="7613488" y="3625265"/>
              <a:ext cx="222194" cy="447753"/>
            </a:xfrm>
            <a:custGeom>
              <a:rect b="b" l="l" r="r" t="t"/>
              <a:pathLst>
                <a:path extrusionOk="0" h="11407" w="5661">
                  <a:moveTo>
                    <a:pt x="5530" y="1"/>
                  </a:moveTo>
                  <a:cubicBezTo>
                    <a:pt x="5524" y="1"/>
                    <a:pt x="5518" y="1"/>
                    <a:pt x="5512" y="2"/>
                  </a:cubicBezTo>
                  <a:cubicBezTo>
                    <a:pt x="5443" y="2"/>
                    <a:pt x="5397" y="37"/>
                    <a:pt x="5385" y="117"/>
                  </a:cubicBezTo>
                  <a:cubicBezTo>
                    <a:pt x="5282" y="530"/>
                    <a:pt x="5030" y="886"/>
                    <a:pt x="4857" y="1265"/>
                  </a:cubicBezTo>
                  <a:cubicBezTo>
                    <a:pt x="4650" y="1724"/>
                    <a:pt x="4318" y="2068"/>
                    <a:pt x="4042" y="2471"/>
                  </a:cubicBezTo>
                  <a:cubicBezTo>
                    <a:pt x="3560" y="3171"/>
                    <a:pt x="3020" y="3814"/>
                    <a:pt x="2550" y="4514"/>
                  </a:cubicBezTo>
                  <a:cubicBezTo>
                    <a:pt x="2033" y="5283"/>
                    <a:pt x="1585" y="6076"/>
                    <a:pt x="1218" y="6914"/>
                  </a:cubicBezTo>
                  <a:cubicBezTo>
                    <a:pt x="907" y="7602"/>
                    <a:pt x="655" y="8303"/>
                    <a:pt x="437" y="9026"/>
                  </a:cubicBezTo>
                  <a:cubicBezTo>
                    <a:pt x="253" y="9635"/>
                    <a:pt x="231" y="10266"/>
                    <a:pt x="12" y="10852"/>
                  </a:cubicBezTo>
                  <a:cubicBezTo>
                    <a:pt x="1" y="10875"/>
                    <a:pt x="12" y="10932"/>
                    <a:pt x="35" y="10944"/>
                  </a:cubicBezTo>
                  <a:cubicBezTo>
                    <a:pt x="46" y="10950"/>
                    <a:pt x="55" y="10953"/>
                    <a:pt x="62" y="10953"/>
                  </a:cubicBezTo>
                  <a:cubicBezTo>
                    <a:pt x="94" y="10953"/>
                    <a:pt x="97" y="10903"/>
                    <a:pt x="116" y="10875"/>
                  </a:cubicBezTo>
                  <a:cubicBezTo>
                    <a:pt x="173" y="10817"/>
                    <a:pt x="253" y="10760"/>
                    <a:pt x="265" y="10691"/>
                  </a:cubicBezTo>
                  <a:cubicBezTo>
                    <a:pt x="414" y="10128"/>
                    <a:pt x="747" y="9658"/>
                    <a:pt x="988" y="9141"/>
                  </a:cubicBezTo>
                  <a:cubicBezTo>
                    <a:pt x="1493" y="8062"/>
                    <a:pt x="2193" y="7086"/>
                    <a:pt x="2756" y="6041"/>
                  </a:cubicBezTo>
                  <a:cubicBezTo>
                    <a:pt x="3032" y="5536"/>
                    <a:pt x="3319" y="5054"/>
                    <a:pt x="3583" y="4548"/>
                  </a:cubicBezTo>
                  <a:cubicBezTo>
                    <a:pt x="3661" y="4414"/>
                    <a:pt x="3652" y="4181"/>
                    <a:pt x="3898" y="4181"/>
                  </a:cubicBezTo>
                  <a:cubicBezTo>
                    <a:pt x="3904" y="4181"/>
                    <a:pt x="3910" y="4181"/>
                    <a:pt x="3916" y="4181"/>
                  </a:cubicBezTo>
                  <a:cubicBezTo>
                    <a:pt x="3893" y="4342"/>
                    <a:pt x="3882" y="4491"/>
                    <a:pt x="3859" y="4652"/>
                  </a:cubicBezTo>
                  <a:cubicBezTo>
                    <a:pt x="3847" y="4686"/>
                    <a:pt x="3824" y="4709"/>
                    <a:pt x="3813" y="4744"/>
                  </a:cubicBezTo>
                  <a:cubicBezTo>
                    <a:pt x="3433" y="5444"/>
                    <a:pt x="3112" y="6179"/>
                    <a:pt x="2688" y="6857"/>
                  </a:cubicBezTo>
                  <a:cubicBezTo>
                    <a:pt x="1964" y="8051"/>
                    <a:pt x="1252" y="9245"/>
                    <a:pt x="724" y="10542"/>
                  </a:cubicBezTo>
                  <a:cubicBezTo>
                    <a:pt x="632" y="10783"/>
                    <a:pt x="552" y="11036"/>
                    <a:pt x="460" y="11277"/>
                  </a:cubicBezTo>
                  <a:cubicBezTo>
                    <a:pt x="437" y="11322"/>
                    <a:pt x="414" y="11380"/>
                    <a:pt x="471" y="11403"/>
                  </a:cubicBezTo>
                  <a:cubicBezTo>
                    <a:pt x="479" y="11405"/>
                    <a:pt x="487" y="11406"/>
                    <a:pt x="496" y="11406"/>
                  </a:cubicBezTo>
                  <a:cubicBezTo>
                    <a:pt x="536" y="11406"/>
                    <a:pt x="581" y="11385"/>
                    <a:pt x="609" y="11357"/>
                  </a:cubicBezTo>
                  <a:cubicBezTo>
                    <a:pt x="782" y="11197"/>
                    <a:pt x="965" y="11024"/>
                    <a:pt x="1126" y="10852"/>
                  </a:cubicBezTo>
                  <a:cubicBezTo>
                    <a:pt x="1505" y="10450"/>
                    <a:pt x="1861" y="10014"/>
                    <a:pt x="2216" y="9589"/>
                  </a:cubicBezTo>
                  <a:cubicBezTo>
                    <a:pt x="2825" y="8842"/>
                    <a:pt x="3376" y="8062"/>
                    <a:pt x="3824" y="7224"/>
                  </a:cubicBezTo>
                  <a:cubicBezTo>
                    <a:pt x="4249" y="6431"/>
                    <a:pt x="4605" y="5605"/>
                    <a:pt x="4926" y="4767"/>
                  </a:cubicBezTo>
                  <a:cubicBezTo>
                    <a:pt x="5374" y="3584"/>
                    <a:pt x="5661" y="2379"/>
                    <a:pt x="5638" y="1116"/>
                  </a:cubicBezTo>
                  <a:lnTo>
                    <a:pt x="5638" y="162"/>
                  </a:lnTo>
                  <a:cubicBezTo>
                    <a:pt x="5638" y="87"/>
                    <a:pt x="5628" y="1"/>
                    <a:pt x="55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7245779" y="4071050"/>
              <a:ext cx="289783" cy="311783"/>
            </a:xfrm>
            <a:custGeom>
              <a:rect b="b" l="l" r="r" t="t"/>
              <a:pathLst>
                <a:path extrusionOk="0" h="7943" w="7383">
                  <a:moveTo>
                    <a:pt x="57" y="0"/>
                  </a:moveTo>
                  <a:cubicBezTo>
                    <a:pt x="34" y="46"/>
                    <a:pt x="11" y="92"/>
                    <a:pt x="11" y="138"/>
                  </a:cubicBezTo>
                  <a:cubicBezTo>
                    <a:pt x="0" y="241"/>
                    <a:pt x="11" y="333"/>
                    <a:pt x="11" y="506"/>
                  </a:cubicBezTo>
                  <a:cubicBezTo>
                    <a:pt x="23" y="631"/>
                    <a:pt x="11" y="827"/>
                    <a:pt x="57" y="1022"/>
                  </a:cubicBezTo>
                  <a:cubicBezTo>
                    <a:pt x="184" y="1619"/>
                    <a:pt x="401" y="2182"/>
                    <a:pt x="712" y="2710"/>
                  </a:cubicBezTo>
                  <a:cubicBezTo>
                    <a:pt x="1010" y="3215"/>
                    <a:pt x="1343" y="3697"/>
                    <a:pt x="1768" y="4111"/>
                  </a:cubicBezTo>
                  <a:cubicBezTo>
                    <a:pt x="2422" y="4754"/>
                    <a:pt x="3215" y="5213"/>
                    <a:pt x="3973" y="5706"/>
                  </a:cubicBezTo>
                  <a:cubicBezTo>
                    <a:pt x="4707" y="6177"/>
                    <a:pt x="5442" y="6648"/>
                    <a:pt x="6177" y="7130"/>
                  </a:cubicBezTo>
                  <a:cubicBezTo>
                    <a:pt x="6544" y="7371"/>
                    <a:pt x="6912" y="7624"/>
                    <a:pt x="7267" y="7877"/>
                  </a:cubicBezTo>
                  <a:cubicBezTo>
                    <a:pt x="7293" y="7894"/>
                    <a:pt x="7293" y="7943"/>
                    <a:pt x="7320" y="7943"/>
                  </a:cubicBezTo>
                  <a:cubicBezTo>
                    <a:pt x="7329" y="7943"/>
                    <a:pt x="7342" y="7937"/>
                    <a:pt x="7359" y="7923"/>
                  </a:cubicBezTo>
                  <a:cubicBezTo>
                    <a:pt x="7382" y="7911"/>
                    <a:pt x="7382" y="7865"/>
                    <a:pt x="7371" y="7831"/>
                  </a:cubicBezTo>
                  <a:cubicBezTo>
                    <a:pt x="7348" y="7762"/>
                    <a:pt x="7313" y="7681"/>
                    <a:pt x="7279" y="7612"/>
                  </a:cubicBezTo>
                  <a:cubicBezTo>
                    <a:pt x="6946" y="7073"/>
                    <a:pt x="6499" y="6625"/>
                    <a:pt x="6004" y="6246"/>
                  </a:cubicBezTo>
                  <a:cubicBezTo>
                    <a:pt x="4856" y="5339"/>
                    <a:pt x="3674" y="4466"/>
                    <a:pt x="2514" y="3571"/>
                  </a:cubicBezTo>
                  <a:cubicBezTo>
                    <a:pt x="2284" y="3399"/>
                    <a:pt x="2078" y="3203"/>
                    <a:pt x="1929" y="2963"/>
                  </a:cubicBezTo>
                  <a:cubicBezTo>
                    <a:pt x="1906" y="2928"/>
                    <a:pt x="1917" y="2859"/>
                    <a:pt x="1940" y="2825"/>
                  </a:cubicBezTo>
                  <a:cubicBezTo>
                    <a:pt x="1952" y="2801"/>
                    <a:pt x="1964" y="2792"/>
                    <a:pt x="1977" y="2792"/>
                  </a:cubicBezTo>
                  <a:cubicBezTo>
                    <a:pt x="1999" y="2792"/>
                    <a:pt x="2021" y="2821"/>
                    <a:pt x="2044" y="2836"/>
                  </a:cubicBezTo>
                  <a:cubicBezTo>
                    <a:pt x="2399" y="3065"/>
                    <a:pt x="2767" y="3272"/>
                    <a:pt x="3100" y="3537"/>
                  </a:cubicBezTo>
                  <a:cubicBezTo>
                    <a:pt x="3353" y="3731"/>
                    <a:pt x="3582" y="3950"/>
                    <a:pt x="3858" y="4122"/>
                  </a:cubicBezTo>
                  <a:cubicBezTo>
                    <a:pt x="4535" y="4547"/>
                    <a:pt x="5190" y="4994"/>
                    <a:pt x="5787" y="5522"/>
                  </a:cubicBezTo>
                  <a:cubicBezTo>
                    <a:pt x="6234" y="5925"/>
                    <a:pt x="6716" y="6280"/>
                    <a:pt x="7107" y="6751"/>
                  </a:cubicBezTo>
                  <a:cubicBezTo>
                    <a:pt x="7129" y="6774"/>
                    <a:pt x="7152" y="6796"/>
                    <a:pt x="7181" y="6796"/>
                  </a:cubicBezTo>
                  <a:cubicBezTo>
                    <a:pt x="7196" y="6796"/>
                    <a:pt x="7213" y="6790"/>
                    <a:pt x="7233" y="6774"/>
                  </a:cubicBezTo>
                  <a:cubicBezTo>
                    <a:pt x="7279" y="6740"/>
                    <a:pt x="7267" y="6683"/>
                    <a:pt x="7244" y="6637"/>
                  </a:cubicBezTo>
                  <a:cubicBezTo>
                    <a:pt x="7119" y="6453"/>
                    <a:pt x="7004" y="6246"/>
                    <a:pt x="6866" y="6063"/>
                  </a:cubicBezTo>
                  <a:cubicBezTo>
                    <a:pt x="6211" y="5190"/>
                    <a:pt x="5442" y="4409"/>
                    <a:pt x="4604" y="3708"/>
                  </a:cubicBezTo>
                  <a:cubicBezTo>
                    <a:pt x="3904" y="3123"/>
                    <a:pt x="3180" y="2572"/>
                    <a:pt x="2457" y="2009"/>
                  </a:cubicBezTo>
                  <a:cubicBezTo>
                    <a:pt x="1664" y="1412"/>
                    <a:pt x="850" y="838"/>
                    <a:pt x="172" y="92"/>
                  </a:cubicBezTo>
                  <a:cubicBezTo>
                    <a:pt x="138" y="57"/>
                    <a:pt x="92" y="34"/>
                    <a:pt x="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7608542" y="4052130"/>
              <a:ext cx="208692" cy="342439"/>
            </a:xfrm>
            <a:custGeom>
              <a:rect b="b" l="l" r="r" t="t"/>
              <a:pathLst>
                <a:path extrusionOk="0" h="8724" w="5317">
                  <a:moveTo>
                    <a:pt x="5259" y="0"/>
                  </a:moveTo>
                  <a:cubicBezTo>
                    <a:pt x="5236" y="23"/>
                    <a:pt x="5225" y="46"/>
                    <a:pt x="5202" y="69"/>
                  </a:cubicBezTo>
                  <a:cubicBezTo>
                    <a:pt x="5041" y="264"/>
                    <a:pt x="4880" y="482"/>
                    <a:pt x="4708" y="677"/>
                  </a:cubicBezTo>
                  <a:cubicBezTo>
                    <a:pt x="3939" y="1550"/>
                    <a:pt x="3158" y="2399"/>
                    <a:pt x="2411" y="3284"/>
                  </a:cubicBezTo>
                  <a:cubicBezTo>
                    <a:pt x="1860" y="3927"/>
                    <a:pt x="1378" y="4627"/>
                    <a:pt x="977" y="5384"/>
                  </a:cubicBezTo>
                  <a:cubicBezTo>
                    <a:pt x="689" y="5902"/>
                    <a:pt x="459" y="6441"/>
                    <a:pt x="196" y="6969"/>
                  </a:cubicBezTo>
                  <a:cubicBezTo>
                    <a:pt x="115" y="7142"/>
                    <a:pt x="69" y="7336"/>
                    <a:pt x="12" y="7520"/>
                  </a:cubicBezTo>
                  <a:cubicBezTo>
                    <a:pt x="0" y="7566"/>
                    <a:pt x="46" y="7612"/>
                    <a:pt x="58" y="7658"/>
                  </a:cubicBezTo>
                  <a:cubicBezTo>
                    <a:pt x="81" y="7624"/>
                    <a:pt x="104" y="7578"/>
                    <a:pt x="127" y="7543"/>
                  </a:cubicBezTo>
                  <a:cubicBezTo>
                    <a:pt x="425" y="7027"/>
                    <a:pt x="770" y="6522"/>
                    <a:pt x="1137" y="6050"/>
                  </a:cubicBezTo>
                  <a:cubicBezTo>
                    <a:pt x="1791" y="5224"/>
                    <a:pt x="2492" y="4432"/>
                    <a:pt x="3204" y="3639"/>
                  </a:cubicBezTo>
                  <a:cubicBezTo>
                    <a:pt x="3296" y="3536"/>
                    <a:pt x="3399" y="3468"/>
                    <a:pt x="3513" y="3422"/>
                  </a:cubicBezTo>
                  <a:cubicBezTo>
                    <a:pt x="3526" y="3418"/>
                    <a:pt x="3539" y="3417"/>
                    <a:pt x="3553" y="3417"/>
                  </a:cubicBezTo>
                  <a:cubicBezTo>
                    <a:pt x="3589" y="3417"/>
                    <a:pt x="3626" y="3428"/>
                    <a:pt x="3651" y="3445"/>
                  </a:cubicBezTo>
                  <a:cubicBezTo>
                    <a:pt x="3732" y="3491"/>
                    <a:pt x="3686" y="3559"/>
                    <a:pt x="3651" y="3605"/>
                  </a:cubicBezTo>
                  <a:cubicBezTo>
                    <a:pt x="3468" y="3835"/>
                    <a:pt x="3273" y="4053"/>
                    <a:pt x="3089" y="4282"/>
                  </a:cubicBezTo>
                  <a:cubicBezTo>
                    <a:pt x="2308" y="5213"/>
                    <a:pt x="1539" y="6131"/>
                    <a:pt x="850" y="7130"/>
                  </a:cubicBezTo>
                  <a:cubicBezTo>
                    <a:pt x="528" y="7589"/>
                    <a:pt x="265" y="8071"/>
                    <a:pt x="46" y="8576"/>
                  </a:cubicBezTo>
                  <a:cubicBezTo>
                    <a:pt x="23" y="8622"/>
                    <a:pt x="23" y="8703"/>
                    <a:pt x="46" y="8714"/>
                  </a:cubicBezTo>
                  <a:cubicBezTo>
                    <a:pt x="57" y="8721"/>
                    <a:pt x="66" y="8724"/>
                    <a:pt x="74" y="8724"/>
                  </a:cubicBezTo>
                  <a:cubicBezTo>
                    <a:pt x="105" y="8724"/>
                    <a:pt x="108" y="8673"/>
                    <a:pt x="127" y="8645"/>
                  </a:cubicBezTo>
                  <a:cubicBezTo>
                    <a:pt x="586" y="8209"/>
                    <a:pt x="1045" y="7785"/>
                    <a:pt x="1493" y="7348"/>
                  </a:cubicBezTo>
                  <a:cubicBezTo>
                    <a:pt x="2090" y="6762"/>
                    <a:pt x="2733" y="6246"/>
                    <a:pt x="3250" y="5591"/>
                  </a:cubicBezTo>
                  <a:cubicBezTo>
                    <a:pt x="3778" y="4937"/>
                    <a:pt x="4202" y="4225"/>
                    <a:pt x="4547" y="3468"/>
                  </a:cubicBezTo>
                  <a:cubicBezTo>
                    <a:pt x="4776" y="2985"/>
                    <a:pt x="4914" y="2457"/>
                    <a:pt x="5064" y="1940"/>
                  </a:cubicBezTo>
                  <a:cubicBezTo>
                    <a:pt x="5202" y="1470"/>
                    <a:pt x="5317" y="988"/>
                    <a:pt x="5294" y="493"/>
                  </a:cubicBezTo>
                  <a:lnTo>
                    <a:pt x="5294" y="92"/>
                  </a:lnTo>
                  <a:cubicBezTo>
                    <a:pt x="5294" y="57"/>
                    <a:pt x="5271" y="34"/>
                    <a:pt x="52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7315176" y="3595552"/>
              <a:ext cx="220860" cy="327523"/>
            </a:xfrm>
            <a:custGeom>
              <a:rect b="b" l="l" r="r" t="t"/>
              <a:pathLst>
                <a:path extrusionOk="0" h="8344" w="5627">
                  <a:moveTo>
                    <a:pt x="57" y="1"/>
                  </a:moveTo>
                  <a:cubicBezTo>
                    <a:pt x="0" y="116"/>
                    <a:pt x="46" y="231"/>
                    <a:pt x="23" y="403"/>
                  </a:cubicBezTo>
                  <a:cubicBezTo>
                    <a:pt x="138" y="851"/>
                    <a:pt x="115" y="1379"/>
                    <a:pt x="310" y="1884"/>
                  </a:cubicBezTo>
                  <a:cubicBezTo>
                    <a:pt x="516" y="2412"/>
                    <a:pt x="677" y="2963"/>
                    <a:pt x="919" y="3480"/>
                  </a:cubicBezTo>
                  <a:cubicBezTo>
                    <a:pt x="1194" y="4100"/>
                    <a:pt x="1516" y="4685"/>
                    <a:pt x="1883" y="5236"/>
                  </a:cubicBezTo>
                  <a:cubicBezTo>
                    <a:pt x="2205" y="5708"/>
                    <a:pt x="2549" y="6155"/>
                    <a:pt x="2985" y="6534"/>
                  </a:cubicBezTo>
                  <a:cubicBezTo>
                    <a:pt x="3685" y="7165"/>
                    <a:pt x="4501" y="7648"/>
                    <a:pt x="5236" y="8245"/>
                  </a:cubicBezTo>
                  <a:cubicBezTo>
                    <a:pt x="5282" y="8291"/>
                    <a:pt x="5351" y="8303"/>
                    <a:pt x="5407" y="8336"/>
                  </a:cubicBezTo>
                  <a:cubicBezTo>
                    <a:pt x="5419" y="8341"/>
                    <a:pt x="5430" y="8343"/>
                    <a:pt x="5439" y="8343"/>
                  </a:cubicBezTo>
                  <a:cubicBezTo>
                    <a:pt x="5457" y="8343"/>
                    <a:pt x="5469" y="8333"/>
                    <a:pt x="5476" y="8303"/>
                  </a:cubicBezTo>
                  <a:cubicBezTo>
                    <a:pt x="5488" y="8291"/>
                    <a:pt x="5488" y="8268"/>
                    <a:pt x="5476" y="8257"/>
                  </a:cubicBezTo>
                  <a:cubicBezTo>
                    <a:pt x="5419" y="8153"/>
                    <a:pt x="5351" y="8061"/>
                    <a:pt x="5305" y="7958"/>
                  </a:cubicBezTo>
                  <a:cubicBezTo>
                    <a:pt x="4971" y="7303"/>
                    <a:pt x="4558" y="6706"/>
                    <a:pt x="4042" y="6201"/>
                  </a:cubicBezTo>
                  <a:cubicBezTo>
                    <a:pt x="3547" y="5719"/>
                    <a:pt x="3134" y="5180"/>
                    <a:pt x="2710" y="4639"/>
                  </a:cubicBezTo>
                  <a:cubicBezTo>
                    <a:pt x="2388" y="4238"/>
                    <a:pt x="2090" y="3813"/>
                    <a:pt x="1791" y="3388"/>
                  </a:cubicBezTo>
                  <a:cubicBezTo>
                    <a:pt x="1687" y="3239"/>
                    <a:pt x="1596" y="3078"/>
                    <a:pt x="1619" y="2883"/>
                  </a:cubicBezTo>
                  <a:cubicBezTo>
                    <a:pt x="1619" y="2848"/>
                    <a:pt x="1653" y="2802"/>
                    <a:pt x="1687" y="2768"/>
                  </a:cubicBezTo>
                  <a:cubicBezTo>
                    <a:pt x="1687" y="2768"/>
                    <a:pt x="1745" y="2791"/>
                    <a:pt x="1768" y="2814"/>
                  </a:cubicBezTo>
                  <a:cubicBezTo>
                    <a:pt x="1814" y="2860"/>
                    <a:pt x="1860" y="2906"/>
                    <a:pt x="1906" y="2963"/>
                  </a:cubicBezTo>
                  <a:cubicBezTo>
                    <a:pt x="2652" y="3985"/>
                    <a:pt x="3445" y="4973"/>
                    <a:pt x="4282" y="5925"/>
                  </a:cubicBezTo>
                  <a:cubicBezTo>
                    <a:pt x="4719" y="6431"/>
                    <a:pt x="5155" y="6948"/>
                    <a:pt x="5499" y="7522"/>
                  </a:cubicBezTo>
                  <a:cubicBezTo>
                    <a:pt x="5520" y="7552"/>
                    <a:pt x="5494" y="7640"/>
                    <a:pt x="5557" y="7640"/>
                  </a:cubicBezTo>
                  <a:cubicBezTo>
                    <a:pt x="5563" y="7640"/>
                    <a:pt x="5571" y="7639"/>
                    <a:pt x="5580" y="7637"/>
                  </a:cubicBezTo>
                  <a:cubicBezTo>
                    <a:pt x="5603" y="7625"/>
                    <a:pt x="5626" y="7545"/>
                    <a:pt x="5614" y="7499"/>
                  </a:cubicBezTo>
                  <a:cubicBezTo>
                    <a:pt x="5557" y="6936"/>
                    <a:pt x="5339" y="6420"/>
                    <a:pt x="5052" y="5937"/>
                  </a:cubicBezTo>
                  <a:cubicBezTo>
                    <a:pt x="4512" y="5007"/>
                    <a:pt x="3823" y="4180"/>
                    <a:pt x="3042" y="3434"/>
                  </a:cubicBezTo>
                  <a:cubicBezTo>
                    <a:pt x="2032" y="2458"/>
                    <a:pt x="1067" y="1460"/>
                    <a:pt x="299" y="276"/>
                  </a:cubicBezTo>
                  <a:cubicBezTo>
                    <a:pt x="230" y="174"/>
                    <a:pt x="138" y="93"/>
                    <a:pt x="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7409850" y="3460329"/>
              <a:ext cx="89647" cy="85256"/>
            </a:xfrm>
            <a:custGeom>
              <a:rect b="b" l="l" r="r" t="t"/>
              <a:pathLst>
                <a:path extrusionOk="0" h="2172" w="2284">
                  <a:moveTo>
                    <a:pt x="1048" y="1"/>
                  </a:moveTo>
                  <a:cubicBezTo>
                    <a:pt x="460" y="1"/>
                    <a:pt x="0" y="474"/>
                    <a:pt x="33" y="1024"/>
                  </a:cubicBezTo>
                  <a:cubicBezTo>
                    <a:pt x="91" y="1736"/>
                    <a:pt x="344" y="2160"/>
                    <a:pt x="1044" y="2172"/>
                  </a:cubicBezTo>
                  <a:cubicBezTo>
                    <a:pt x="1733" y="2172"/>
                    <a:pt x="2284" y="1816"/>
                    <a:pt x="2204" y="1162"/>
                  </a:cubicBezTo>
                  <a:cubicBezTo>
                    <a:pt x="2192" y="496"/>
                    <a:pt x="1721" y="13"/>
                    <a:pt x="1090" y="1"/>
                  </a:cubicBezTo>
                  <a:cubicBezTo>
                    <a:pt x="1076" y="1"/>
                    <a:pt x="1062" y="1"/>
                    <a:pt x="104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7590957" y="3539264"/>
              <a:ext cx="87488" cy="84511"/>
            </a:xfrm>
            <a:custGeom>
              <a:rect b="b" l="l" r="r" t="t"/>
              <a:pathLst>
                <a:path extrusionOk="0" h="2153" w="2229">
                  <a:moveTo>
                    <a:pt x="1195" y="0"/>
                  </a:moveTo>
                  <a:cubicBezTo>
                    <a:pt x="1057" y="34"/>
                    <a:pt x="930" y="57"/>
                    <a:pt x="805" y="92"/>
                  </a:cubicBezTo>
                  <a:cubicBezTo>
                    <a:pt x="322" y="230"/>
                    <a:pt x="1" y="850"/>
                    <a:pt x="150" y="1332"/>
                  </a:cubicBezTo>
                  <a:cubicBezTo>
                    <a:pt x="264" y="1722"/>
                    <a:pt x="529" y="1917"/>
                    <a:pt x="896" y="2044"/>
                  </a:cubicBezTo>
                  <a:cubicBezTo>
                    <a:pt x="1004" y="2077"/>
                    <a:pt x="1112" y="2152"/>
                    <a:pt x="1225" y="2152"/>
                  </a:cubicBezTo>
                  <a:cubicBezTo>
                    <a:pt x="1268" y="2152"/>
                    <a:pt x="1311" y="2141"/>
                    <a:pt x="1356" y="2113"/>
                  </a:cubicBezTo>
                  <a:cubicBezTo>
                    <a:pt x="1585" y="1975"/>
                    <a:pt x="1907" y="1929"/>
                    <a:pt x="2022" y="1642"/>
                  </a:cubicBezTo>
                  <a:cubicBezTo>
                    <a:pt x="2182" y="1217"/>
                    <a:pt x="2228" y="792"/>
                    <a:pt x="1999" y="356"/>
                  </a:cubicBezTo>
                  <a:cubicBezTo>
                    <a:pt x="1930" y="218"/>
                    <a:pt x="1815" y="126"/>
                    <a:pt x="1665" y="92"/>
                  </a:cubicBezTo>
                  <a:cubicBezTo>
                    <a:pt x="1504" y="57"/>
                    <a:pt x="1344" y="80"/>
                    <a:pt x="1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7373268" y="3980496"/>
              <a:ext cx="70336" cy="73638"/>
            </a:xfrm>
            <a:custGeom>
              <a:rect b="b" l="l" r="r" t="t"/>
              <a:pathLst>
                <a:path extrusionOk="0" h="1876" w="1792">
                  <a:moveTo>
                    <a:pt x="861" y="0"/>
                  </a:moveTo>
                  <a:cubicBezTo>
                    <a:pt x="844" y="0"/>
                    <a:pt x="825" y="4"/>
                    <a:pt x="805" y="11"/>
                  </a:cubicBezTo>
                  <a:cubicBezTo>
                    <a:pt x="598" y="91"/>
                    <a:pt x="368" y="160"/>
                    <a:pt x="207" y="310"/>
                  </a:cubicBezTo>
                  <a:cubicBezTo>
                    <a:pt x="59" y="424"/>
                    <a:pt x="1" y="642"/>
                    <a:pt x="36" y="826"/>
                  </a:cubicBezTo>
                  <a:lnTo>
                    <a:pt x="36" y="998"/>
                  </a:lnTo>
                  <a:cubicBezTo>
                    <a:pt x="82" y="1285"/>
                    <a:pt x="162" y="1538"/>
                    <a:pt x="414" y="1710"/>
                  </a:cubicBezTo>
                  <a:cubicBezTo>
                    <a:pt x="565" y="1815"/>
                    <a:pt x="716" y="1875"/>
                    <a:pt x="869" y="1875"/>
                  </a:cubicBezTo>
                  <a:cubicBezTo>
                    <a:pt x="984" y="1875"/>
                    <a:pt x="1100" y="1841"/>
                    <a:pt x="1218" y="1767"/>
                  </a:cubicBezTo>
                  <a:cubicBezTo>
                    <a:pt x="1224" y="1762"/>
                    <a:pt x="1233" y="1762"/>
                    <a:pt x="1241" y="1762"/>
                  </a:cubicBezTo>
                  <a:cubicBezTo>
                    <a:pt x="1250" y="1762"/>
                    <a:pt x="1258" y="1762"/>
                    <a:pt x="1264" y="1756"/>
                  </a:cubicBezTo>
                  <a:cubicBezTo>
                    <a:pt x="1608" y="1618"/>
                    <a:pt x="1792" y="1228"/>
                    <a:pt x="1689" y="872"/>
                  </a:cubicBezTo>
                  <a:cubicBezTo>
                    <a:pt x="1585" y="550"/>
                    <a:pt x="1413" y="298"/>
                    <a:pt x="1103" y="137"/>
                  </a:cubicBezTo>
                  <a:cubicBezTo>
                    <a:pt x="1017" y="89"/>
                    <a:pt x="954" y="0"/>
                    <a:pt x="8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7226349" y="3440350"/>
              <a:ext cx="624232" cy="1025707"/>
            </a:xfrm>
            <a:custGeom>
              <a:rect b="b" l="l" r="r" t="t"/>
              <a:pathLst>
                <a:path extrusionOk="0" h="26131" w="15904">
                  <a:moveTo>
                    <a:pt x="5723" y="510"/>
                  </a:moveTo>
                  <a:cubicBezTo>
                    <a:pt x="5737" y="510"/>
                    <a:pt x="5751" y="510"/>
                    <a:pt x="5765" y="510"/>
                  </a:cubicBezTo>
                  <a:cubicBezTo>
                    <a:pt x="6396" y="522"/>
                    <a:pt x="6867" y="1005"/>
                    <a:pt x="6879" y="1671"/>
                  </a:cubicBezTo>
                  <a:cubicBezTo>
                    <a:pt x="6959" y="2325"/>
                    <a:pt x="6408" y="2681"/>
                    <a:pt x="5719" y="2681"/>
                  </a:cubicBezTo>
                  <a:cubicBezTo>
                    <a:pt x="5019" y="2669"/>
                    <a:pt x="4766" y="2245"/>
                    <a:pt x="4708" y="1533"/>
                  </a:cubicBezTo>
                  <a:cubicBezTo>
                    <a:pt x="4675" y="983"/>
                    <a:pt x="5135" y="510"/>
                    <a:pt x="5723" y="510"/>
                  </a:cubicBezTo>
                  <a:close/>
                  <a:moveTo>
                    <a:pt x="10484" y="2520"/>
                  </a:moveTo>
                  <a:cubicBezTo>
                    <a:pt x="10633" y="2600"/>
                    <a:pt x="10793" y="2577"/>
                    <a:pt x="10954" y="2612"/>
                  </a:cubicBezTo>
                  <a:cubicBezTo>
                    <a:pt x="11104" y="2646"/>
                    <a:pt x="11219" y="2738"/>
                    <a:pt x="11288" y="2876"/>
                  </a:cubicBezTo>
                  <a:cubicBezTo>
                    <a:pt x="11517" y="3312"/>
                    <a:pt x="11471" y="3737"/>
                    <a:pt x="11311" y="4162"/>
                  </a:cubicBezTo>
                  <a:cubicBezTo>
                    <a:pt x="11196" y="4449"/>
                    <a:pt x="10874" y="4495"/>
                    <a:pt x="10645" y="4633"/>
                  </a:cubicBezTo>
                  <a:cubicBezTo>
                    <a:pt x="10600" y="4661"/>
                    <a:pt x="10557" y="4672"/>
                    <a:pt x="10514" y="4672"/>
                  </a:cubicBezTo>
                  <a:cubicBezTo>
                    <a:pt x="10401" y="4672"/>
                    <a:pt x="10293" y="4597"/>
                    <a:pt x="10185" y="4564"/>
                  </a:cubicBezTo>
                  <a:cubicBezTo>
                    <a:pt x="9818" y="4437"/>
                    <a:pt x="9553" y="4242"/>
                    <a:pt x="9439" y="3852"/>
                  </a:cubicBezTo>
                  <a:cubicBezTo>
                    <a:pt x="9290" y="3370"/>
                    <a:pt x="9611" y="2750"/>
                    <a:pt x="10094" y="2612"/>
                  </a:cubicBezTo>
                  <a:cubicBezTo>
                    <a:pt x="10219" y="2577"/>
                    <a:pt x="10346" y="2554"/>
                    <a:pt x="10484" y="2520"/>
                  </a:cubicBezTo>
                  <a:close/>
                  <a:moveTo>
                    <a:pt x="2320" y="3955"/>
                  </a:moveTo>
                  <a:cubicBezTo>
                    <a:pt x="2401" y="4047"/>
                    <a:pt x="2493" y="4128"/>
                    <a:pt x="2562" y="4230"/>
                  </a:cubicBezTo>
                  <a:cubicBezTo>
                    <a:pt x="3330" y="5414"/>
                    <a:pt x="4295" y="6412"/>
                    <a:pt x="5305" y="7388"/>
                  </a:cubicBezTo>
                  <a:cubicBezTo>
                    <a:pt x="6086" y="8134"/>
                    <a:pt x="6775" y="8961"/>
                    <a:pt x="7315" y="9891"/>
                  </a:cubicBezTo>
                  <a:cubicBezTo>
                    <a:pt x="7602" y="10374"/>
                    <a:pt x="7820" y="10890"/>
                    <a:pt x="7877" y="11453"/>
                  </a:cubicBezTo>
                  <a:cubicBezTo>
                    <a:pt x="7889" y="11499"/>
                    <a:pt x="7866" y="11579"/>
                    <a:pt x="7843" y="11591"/>
                  </a:cubicBezTo>
                  <a:cubicBezTo>
                    <a:pt x="7834" y="11593"/>
                    <a:pt x="7826" y="11594"/>
                    <a:pt x="7820" y="11594"/>
                  </a:cubicBezTo>
                  <a:cubicBezTo>
                    <a:pt x="7757" y="11594"/>
                    <a:pt x="7783" y="11506"/>
                    <a:pt x="7762" y="11476"/>
                  </a:cubicBezTo>
                  <a:cubicBezTo>
                    <a:pt x="7418" y="10902"/>
                    <a:pt x="6982" y="10385"/>
                    <a:pt x="6545" y="9879"/>
                  </a:cubicBezTo>
                  <a:cubicBezTo>
                    <a:pt x="5708" y="8927"/>
                    <a:pt x="4915" y="7939"/>
                    <a:pt x="4169" y="6917"/>
                  </a:cubicBezTo>
                  <a:cubicBezTo>
                    <a:pt x="4123" y="6860"/>
                    <a:pt x="4077" y="6814"/>
                    <a:pt x="4031" y="6768"/>
                  </a:cubicBezTo>
                  <a:cubicBezTo>
                    <a:pt x="4008" y="6745"/>
                    <a:pt x="3950" y="6722"/>
                    <a:pt x="3950" y="6722"/>
                  </a:cubicBezTo>
                  <a:cubicBezTo>
                    <a:pt x="3916" y="6756"/>
                    <a:pt x="3882" y="6802"/>
                    <a:pt x="3882" y="6837"/>
                  </a:cubicBezTo>
                  <a:cubicBezTo>
                    <a:pt x="3859" y="7032"/>
                    <a:pt x="3950" y="7193"/>
                    <a:pt x="4054" y="7342"/>
                  </a:cubicBezTo>
                  <a:cubicBezTo>
                    <a:pt x="4353" y="7767"/>
                    <a:pt x="4651" y="8192"/>
                    <a:pt x="4973" y="8593"/>
                  </a:cubicBezTo>
                  <a:cubicBezTo>
                    <a:pt x="5397" y="9134"/>
                    <a:pt x="5810" y="9673"/>
                    <a:pt x="6305" y="10155"/>
                  </a:cubicBezTo>
                  <a:cubicBezTo>
                    <a:pt x="6821" y="10660"/>
                    <a:pt x="7234" y="11257"/>
                    <a:pt x="7568" y="11912"/>
                  </a:cubicBezTo>
                  <a:cubicBezTo>
                    <a:pt x="7614" y="12015"/>
                    <a:pt x="7682" y="12107"/>
                    <a:pt x="7739" y="12211"/>
                  </a:cubicBezTo>
                  <a:cubicBezTo>
                    <a:pt x="7751" y="12222"/>
                    <a:pt x="7751" y="12245"/>
                    <a:pt x="7739" y="12257"/>
                  </a:cubicBezTo>
                  <a:cubicBezTo>
                    <a:pt x="7732" y="12287"/>
                    <a:pt x="7720" y="12297"/>
                    <a:pt x="7702" y="12297"/>
                  </a:cubicBezTo>
                  <a:cubicBezTo>
                    <a:pt x="7693" y="12297"/>
                    <a:pt x="7682" y="12295"/>
                    <a:pt x="7670" y="12290"/>
                  </a:cubicBezTo>
                  <a:cubicBezTo>
                    <a:pt x="7614" y="12257"/>
                    <a:pt x="7545" y="12245"/>
                    <a:pt x="7499" y="12199"/>
                  </a:cubicBezTo>
                  <a:cubicBezTo>
                    <a:pt x="6764" y="11602"/>
                    <a:pt x="5948" y="11119"/>
                    <a:pt x="5248" y="10488"/>
                  </a:cubicBezTo>
                  <a:cubicBezTo>
                    <a:pt x="4812" y="10109"/>
                    <a:pt x="4468" y="9662"/>
                    <a:pt x="4146" y="9190"/>
                  </a:cubicBezTo>
                  <a:cubicBezTo>
                    <a:pt x="3779" y="8639"/>
                    <a:pt x="3457" y="8054"/>
                    <a:pt x="3182" y="7434"/>
                  </a:cubicBezTo>
                  <a:cubicBezTo>
                    <a:pt x="2940" y="6917"/>
                    <a:pt x="2779" y="6366"/>
                    <a:pt x="2573" y="5838"/>
                  </a:cubicBezTo>
                  <a:cubicBezTo>
                    <a:pt x="2378" y="5333"/>
                    <a:pt x="2401" y="4805"/>
                    <a:pt x="2286" y="4357"/>
                  </a:cubicBezTo>
                  <a:cubicBezTo>
                    <a:pt x="2309" y="4185"/>
                    <a:pt x="2263" y="4070"/>
                    <a:pt x="2320" y="3955"/>
                  </a:cubicBezTo>
                  <a:close/>
                  <a:moveTo>
                    <a:pt x="4604" y="13761"/>
                  </a:moveTo>
                  <a:cubicBezTo>
                    <a:pt x="4697" y="13761"/>
                    <a:pt x="4760" y="13850"/>
                    <a:pt x="4846" y="13898"/>
                  </a:cubicBezTo>
                  <a:cubicBezTo>
                    <a:pt x="5156" y="14059"/>
                    <a:pt x="5328" y="14311"/>
                    <a:pt x="5432" y="14633"/>
                  </a:cubicBezTo>
                  <a:cubicBezTo>
                    <a:pt x="5535" y="14989"/>
                    <a:pt x="5351" y="15379"/>
                    <a:pt x="5007" y="15517"/>
                  </a:cubicBezTo>
                  <a:cubicBezTo>
                    <a:pt x="5001" y="15523"/>
                    <a:pt x="4993" y="15523"/>
                    <a:pt x="4984" y="15523"/>
                  </a:cubicBezTo>
                  <a:cubicBezTo>
                    <a:pt x="4976" y="15523"/>
                    <a:pt x="4967" y="15523"/>
                    <a:pt x="4961" y="15528"/>
                  </a:cubicBezTo>
                  <a:cubicBezTo>
                    <a:pt x="4843" y="15602"/>
                    <a:pt x="4727" y="15636"/>
                    <a:pt x="4612" y="15636"/>
                  </a:cubicBezTo>
                  <a:cubicBezTo>
                    <a:pt x="4459" y="15636"/>
                    <a:pt x="4308" y="15576"/>
                    <a:pt x="4157" y="15471"/>
                  </a:cubicBezTo>
                  <a:cubicBezTo>
                    <a:pt x="3905" y="15299"/>
                    <a:pt x="3825" y="15046"/>
                    <a:pt x="3779" y="14759"/>
                  </a:cubicBezTo>
                  <a:lnTo>
                    <a:pt x="3779" y="14587"/>
                  </a:lnTo>
                  <a:cubicBezTo>
                    <a:pt x="3744" y="14403"/>
                    <a:pt x="3802" y="14185"/>
                    <a:pt x="3950" y="14071"/>
                  </a:cubicBezTo>
                  <a:cubicBezTo>
                    <a:pt x="4111" y="13921"/>
                    <a:pt x="4341" y="13852"/>
                    <a:pt x="4548" y="13772"/>
                  </a:cubicBezTo>
                  <a:cubicBezTo>
                    <a:pt x="4568" y="13765"/>
                    <a:pt x="4587" y="13761"/>
                    <a:pt x="4604" y="13761"/>
                  </a:cubicBezTo>
                  <a:close/>
                  <a:moveTo>
                    <a:pt x="15393" y="4712"/>
                  </a:moveTo>
                  <a:cubicBezTo>
                    <a:pt x="15491" y="4712"/>
                    <a:pt x="15501" y="4798"/>
                    <a:pt x="15501" y="4873"/>
                  </a:cubicBezTo>
                  <a:lnTo>
                    <a:pt x="15501" y="5827"/>
                  </a:lnTo>
                  <a:cubicBezTo>
                    <a:pt x="15524" y="7090"/>
                    <a:pt x="15237" y="8295"/>
                    <a:pt x="14789" y="9478"/>
                  </a:cubicBezTo>
                  <a:cubicBezTo>
                    <a:pt x="14468" y="10316"/>
                    <a:pt x="14112" y="11142"/>
                    <a:pt x="13687" y="11935"/>
                  </a:cubicBezTo>
                  <a:cubicBezTo>
                    <a:pt x="13239" y="12773"/>
                    <a:pt x="12688" y="13553"/>
                    <a:pt x="12079" y="14300"/>
                  </a:cubicBezTo>
                  <a:cubicBezTo>
                    <a:pt x="11724" y="14725"/>
                    <a:pt x="11368" y="15161"/>
                    <a:pt x="10989" y="15563"/>
                  </a:cubicBezTo>
                  <a:cubicBezTo>
                    <a:pt x="10828" y="15735"/>
                    <a:pt x="10645" y="15908"/>
                    <a:pt x="10472" y="16068"/>
                  </a:cubicBezTo>
                  <a:cubicBezTo>
                    <a:pt x="10444" y="16096"/>
                    <a:pt x="10399" y="16117"/>
                    <a:pt x="10359" y="16117"/>
                  </a:cubicBezTo>
                  <a:cubicBezTo>
                    <a:pt x="10350" y="16117"/>
                    <a:pt x="10342" y="16116"/>
                    <a:pt x="10334" y="16114"/>
                  </a:cubicBezTo>
                  <a:cubicBezTo>
                    <a:pt x="10277" y="16091"/>
                    <a:pt x="10300" y="16033"/>
                    <a:pt x="10323" y="15988"/>
                  </a:cubicBezTo>
                  <a:cubicBezTo>
                    <a:pt x="10415" y="15747"/>
                    <a:pt x="10495" y="15494"/>
                    <a:pt x="10587" y="15253"/>
                  </a:cubicBezTo>
                  <a:cubicBezTo>
                    <a:pt x="11115" y="13956"/>
                    <a:pt x="11827" y="12762"/>
                    <a:pt x="12551" y="11568"/>
                  </a:cubicBezTo>
                  <a:cubicBezTo>
                    <a:pt x="12975" y="10890"/>
                    <a:pt x="13296" y="10155"/>
                    <a:pt x="13676" y="9455"/>
                  </a:cubicBezTo>
                  <a:cubicBezTo>
                    <a:pt x="13687" y="9420"/>
                    <a:pt x="13710" y="9397"/>
                    <a:pt x="13722" y="9363"/>
                  </a:cubicBezTo>
                  <a:cubicBezTo>
                    <a:pt x="13745" y="9202"/>
                    <a:pt x="13756" y="9053"/>
                    <a:pt x="13779" y="8892"/>
                  </a:cubicBezTo>
                  <a:cubicBezTo>
                    <a:pt x="13773" y="8892"/>
                    <a:pt x="13767" y="8892"/>
                    <a:pt x="13761" y="8892"/>
                  </a:cubicBezTo>
                  <a:cubicBezTo>
                    <a:pt x="13515" y="8892"/>
                    <a:pt x="13524" y="9125"/>
                    <a:pt x="13446" y="9259"/>
                  </a:cubicBezTo>
                  <a:cubicBezTo>
                    <a:pt x="13182" y="9765"/>
                    <a:pt x="12895" y="10247"/>
                    <a:pt x="12619" y="10752"/>
                  </a:cubicBezTo>
                  <a:cubicBezTo>
                    <a:pt x="12056" y="11797"/>
                    <a:pt x="11356" y="12773"/>
                    <a:pt x="10851" y="13852"/>
                  </a:cubicBezTo>
                  <a:cubicBezTo>
                    <a:pt x="10610" y="14369"/>
                    <a:pt x="10277" y="14839"/>
                    <a:pt x="10128" y="15402"/>
                  </a:cubicBezTo>
                  <a:cubicBezTo>
                    <a:pt x="10116" y="15471"/>
                    <a:pt x="10036" y="15528"/>
                    <a:pt x="9979" y="15586"/>
                  </a:cubicBezTo>
                  <a:cubicBezTo>
                    <a:pt x="9960" y="15614"/>
                    <a:pt x="9957" y="15664"/>
                    <a:pt x="9925" y="15664"/>
                  </a:cubicBezTo>
                  <a:cubicBezTo>
                    <a:pt x="9918" y="15664"/>
                    <a:pt x="9909" y="15661"/>
                    <a:pt x="9898" y="15655"/>
                  </a:cubicBezTo>
                  <a:cubicBezTo>
                    <a:pt x="9875" y="15643"/>
                    <a:pt x="9864" y="15586"/>
                    <a:pt x="9875" y="15563"/>
                  </a:cubicBezTo>
                  <a:cubicBezTo>
                    <a:pt x="10094" y="14977"/>
                    <a:pt x="10116" y="14346"/>
                    <a:pt x="10300" y="13737"/>
                  </a:cubicBezTo>
                  <a:cubicBezTo>
                    <a:pt x="10518" y="13014"/>
                    <a:pt x="10770" y="12313"/>
                    <a:pt x="11081" y="11625"/>
                  </a:cubicBezTo>
                  <a:cubicBezTo>
                    <a:pt x="11448" y="10787"/>
                    <a:pt x="11896" y="9994"/>
                    <a:pt x="12413" y="9225"/>
                  </a:cubicBezTo>
                  <a:cubicBezTo>
                    <a:pt x="12883" y="8525"/>
                    <a:pt x="13423" y="7882"/>
                    <a:pt x="13905" y="7182"/>
                  </a:cubicBezTo>
                  <a:cubicBezTo>
                    <a:pt x="14181" y="6779"/>
                    <a:pt x="14513" y="6435"/>
                    <a:pt x="14720" y="5976"/>
                  </a:cubicBezTo>
                  <a:cubicBezTo>
                    <a:pt x="14893" y="5597"/>
                    <a:pt x="15145" y="5241"/>
                    <a:pt x="15248" y="4828"/>
                  </a:cubicBezTo>
                  <a:cubicBezTo>
                    <a:pt x="15260" y="4748"/>
                    <a:pt x="15306" y="4713"/>
                    <a:pt x="15375" y="4713"/>
                  </a:cubicBezTo>
                  <a:cubicBezTo>
                    <a:pt x="15381" y="4712"/>
                    <a:pt x="15387" y="4712"/>
                    <a:pt x="15393" y="4712"/>
                  </a:cubicBezTo>
                  <a:close/>
                  <a:moveTo>
                    <a:pt x="552" y="16068"/>
                  </a:moveTo>
                  <a:cubicBezTo>
                    <a:pt x="587" y="16102"/>
                    <a:pt x="633" y="16125"/>
                    <a:pt x="667" y="16160"/>
                  </a:cubicBezTo>
                  <a:cubicBezTo>
                    <a:pt x="1345" y="16906"/>
                    <a:pt x="2159" y="17480"/>
                    <a:pt x="2952" y="18077"/>
                  </a:cubicBezTo>
                  <a:cubicBezTo>
                    <a:pt x="3675" y="18640"/>
                    <a:pt x="4399" y="19191"/>
                    <a:pt x="5099" y="19776"/>
                  </a:cubicBezTo>
                  <a:cubicBezTo>
                    <a:pt x="5937" y="20477"/>
                    <a:pt x="6706" y="21258"/>
                    <a:pt x="7361" y="22131"/>
                  </a:cubicBezTo>
                  <a:cubicBezTo>
                    <a:pt x="7499" y="22314"/>
                    <a:pt x="7614" y="22521"/>
                    <a:pt x="7739" y="22705"/>
                  </a:cubicBezTo>
                  <a:cubicBezTo>
                    <a:pt x="7762" y="22751"/>
                    <a:pt x="7774" y="22808"/>
                    <a:pt x="7728" y="22842"/>
                  </a:cubicBezTo>
                  <a:cubicBezTo>
                    <a:pt x="7708" y="22858"/>
                    <a:pt x="7691" y="22864"/>
                    <a:pt x="7676" y="22864"/>
                  </a:cubicBezTo>
                  <a:cubicBezTo>
                    <a:pt x="7647" y="22864"/>
                    <a:pt x="7624" y="22842"/>
                    <a:pt x="7602" y="22819"/>
                  </a:cubicBezTo>
                  <a:cubicBezTo>
                    <a:pt x="7211" y="22348"/>
                    <a:pt x="6729" y="21993"/>
                    <a:pt x="6282" y="21590"/>
                  </a:cubicBezTo>
                  <a:cubicBezTo>
                    <a:pt x="5685" y="21062"/>
                    <a:pt x="5030" y="20615"/>
                    <a:pt x="4353" y="20190"/>
                  </a:cubicBezTo>
                  <a:cubicBezTo>
                    <a:pt x="4077" y="20018"/>
                    <a:pt x="3848" y="19799"/>
                    <a:pt x="3595" y="19605"/>
                  </a:cubicBezTo>
                  <a:cubicBezTo>
                    <a:pt x="3262" y="19340"/>
                    <a:pt x="2894" y="19133"/>
                    <a:pt x="2539" y="18904"/>
                  </a:cubicBezTo>
                  <a:cubicBezTo>
                    <a:pt x="2516" y="18889"/>
                    <a:pt x="2494" y="18860"/>
                    <a:pt x="2472" y="18860"/>
                  </a:cubicBezTo>
                  <a:cubicBezTo>
                    <a:pt x="2459" y="18860"/>
                    <a:pt x="2447" y="18869"/>
                    <a:pt x="2435" y="18893"/>
                  </a:cubicBezTo>
                  <a:cubicBezTo>
                    <a:pt x="2412" y="18927"/>
                    <a:pt x="2401" y="18996"/>
                    <a:pt x="2424" y="19031"/>
                  </a:cubicBezTo>
                  <a:cubicBezTo>
                    <a:pt x="2573" y="19271"/>
                    <a:pt x="2779" y="19467"/>
                    <a:pt x="3009" y="19639"/>
                  </a:cubicBezTo>
                  <a:cubicBezTo>
                    <a:pt x="4169" y="20534"/>
                    <a:pt x="5351" y="21407"/>
                    <a:pt x="6499" y="22314"/>
                  </a:cubicBezTo>
                  <a:cubicBezTo>
                    <a:pt x="6994" y="22693"/>
                    <a:pt x="7441" y="23141"/>
                    <a:pt x="7774" y="23680"/>
                  </a:cubicBezTo>
                  <a:cubicBezTo>
                    <a:pt x="7808" y="23749"/>
                    <a:pt x="7843" y="23830"/>
                    <a:pt x="7866" y="23899"/>
                  </a:cubicBezTo>
                  <a:cubicBezTo>
                    <a:pt x="7877" y="23933"/>
                    <a:pt x="7877" y="23979"/>
                    <a:pt x="7854" y="23991"/>
                  </a:cubicBezTo>
                  <a:cubicBezTo>
                    <a:pt x="7837" y="24005"/>
                    <a:pt x="7824" y="24011"/>
                    <a:pt x="7815" y="24011"/>
                  </a:cubicBezTo>
                  <a:cubicBezTo>
                    <a:pt x="7788" y="24011"/>
                    <a:pt x="7788" y="23962"/>
                    <a:pt x="7762" y="23945"/>
                  </a:cubicBezTo>
                  <a:cubicBezTo>
                    <a:pt x="7407" y="23692"/>
                    <a:pt x="7039" y="23439"/>
                    <a:pt x="6672" y="23198"/>
                  </a:cubicBezTo>
                  <a:cubicBezTo>
                    <a:pt x="5937" y="22716"/>
                    <a:pt x="5202" y="22245"/>
                    <a:pt x="4468" y="21774"/>
                  </a:cubicBezTo>
                  <a:cubicBezTo>
                    <a:pt x="3710" y="21281"/>
                    <a:pt x="2917" y="20822"/>
                    <a:pt x="2263" y="20179"/>
                  </a:cubicBezTo>
                  <a:cubicBezTo>
                    <a:pt x="1838" y="19765"/>
                    <a:pt x="1505" y="19283"/>
                    <a:pt x="1207" y="18778"/>
                  </a:cubicBezTo>
                  <a:cubicBezTo>
                    <a:pt x="896" y="18250"/>
                    <a:pt x="679" y="17687"/>
                    <a:pt x="552" y="17090"/>
                  </a:cubicBezTo>
                  <a:cubicBezTo>
                    <a:pt x="506" y="16895"/>
                    <a:pt x="518" y="16699"/>
                    <a:pt x="506" y="16574"/>
                  </a:cubicBezTo>
                  <a:cubicBezTo>
                    <a:pt x="506" y="16401"/>
                    <a:pt x="495" y="16309"/>
                    <a:pt x="506" y="16206"/>
                  </a:cubicBezTo>
                  <a:cubicBezTo>
                    <a:pt x="506" y="16160"/>
                    <a:pt x="529" y="16114"/>
                    <a:pt x="552" y="16068"/>
                  </a:cubicBezTo>
                  <a:close/>
                  <a:moveTo>
                    <a:pt x="14996" y="15586"/>
                  </a:moveTo>
                  <a:cubicBezTo>
                    <a:pt x="15008" y="15620"/>
                    <a:pt x="15031" y="15643"/>
                    <a:pt x="15031" y="15678"/>
                  </a:cubicBezTo>
                  <a:lnTo>
                    <a:pt x="15031" y="16079"/>
                  </a:lnTo>
                  <a:cubicBezTo>
                    <a:pt x="15054" y="16574"/>
                    <a:pt x="14939" y="17056"/>
                    <a:pt x="14801" y="17526"/>
                  </a:cubicBezTo>
                  <a:cubicBezTo>
                    <a:pt x="14651" y="18043"/>
                    <a:pt x="14513" y="18571"/>
                    <a:pt x="14284" y="19054"/>
                  </a:cubicBezTo>
                  <a:cubicBezTo>
                    <a:pt x="13939" y="19811"/>
                    <a:pt x="13515" y="20523"/>
                    <a:pt x="12987" y="21177"/>
                  </a:cubicBezTo>
                  <a:cubicBezTo>
                    <a:pt x="12470" y="21832"/>
                    <a:pt x="11827" y="22348"/>
                    <a:pt x="11230" y="22934"/>
                  </a:cubicBezTo>
                  <a:cubicBezTo>
                    <a:pt x="10782" y="23371"/>
                    <a:pt x="10323" y="23795"/>
                    <a:pt x="9864" y="24231"/>
                  </a:cubicBezTo>
                  <a:cubicBezTo>
                    <a:pt x="9845" y="24259"/>
                    <a:pt x="9842" y="24310"/>
                    <a:pt x="9811" y="24310"/>
                  </a:cubicBezTo>
                  <a:cubicBezTo>
                    <a:pt x="9803" y="24310"/>
                    <a:pt x="9794" y="24307"/>
                    <a:pt x="9783" y="24300"/>
                  </a:cubicBezTo>
                  <a:cubicBezTo>
                    <a:pt x="9760" y="24289"/>
                    <a:pt x="9760" y="24208"/>
                    <a:pt x="9783" y="24162"/>
                  </a:cubicBezTo>
                  <a:cubicBezTo>
                    <a:pt x="10002" y="23657"/>
                    <a:pt x="10265" y="23175"/>
                    <a:pt x="10587" y="22716"/>
                  </a:cubicBezTo>
                  <a:cubicBezTo>
                    <a:pt x="11276" y="21717"/>
                    <a:pt x="12045" y="20799"/>
                    <a:pt x="12826" y="19868"/>
                  </a:cubicBezTo>
                  <a:cubicBezTo>
                    <a:pt x="13010" y="19639"/>
                    <a:pt x="13205" y="19421"/>
                    <a:pt x="13388" y="19191"/>
                  </a:cubicBezTo>
                  <a:cubicBezTo>
                    <a:pt x="13423" y="19145"/>
                    <a:pt x="13469" y="19077"/>
                    <a:pt x="13388" y="19031"/>
                  </a:cubicBezTo>
                  <a:cubicBezTo>
                    <a:pt x="13363" y="19014"/>
                    <a:pt x="13326" y="19003"/>
                    <a:pt x="13290" y="19003"/>
                  </a:cubicBezTo>
                  <a:cubicBezTo>
                    <a:pt x="13276" y="19003"/>
                    <a:pt x="13263" y="19004"/>
                    <a:pt x="13250" y="19008"/>
                  </a:cubicBezTo>
                  <a:cubicBezTo>
                    <a:pt x="13136" y="19054"/>
                    <a:pt x="13033" y="19122"/>
                    <a:pt x="12941" y="19225"/>
                  </a:cubicBezTo>
                  <a:cubicBezTo>
                    <a:pt x="12229" y="20018"/>
                    <a:pt x="11528" y="20810"/>
                    <a:pt x="10874" y="21636"/>
                  </a:cubicBezTo>
                  <a:cubicBezTo>
                    <a:pt x="10507" y="22108"/>
                    <a:pt x="10162" y="22613"/>
                    <a:pt x="9864" y="23129"/>
                  </a:cubicBezTo>
                  <a:cubicBezTo>
                    <a:pt x="9841" y="23164"/>
                    <a:pt x="9818" y="23210"/>
                    <a:pt x="9795" y="23244"/>
                  </a:cubicBezTo>
                  <a:cubicBezTo>
                    <a:pt x="9783" y="23198"/>
                    <a:pt x="9737" y="23152"/>
                    <a:pt x="9749" y="23106"/>
                  </a:cubicBezTo>
                  <a:cubicBezTo>
                    <a:pt x="9806" y="22922"/>
                    <a:pt x="9852" y="22728"/>
                    <a:pt x="9933" y="22555"/>
                  </a:cubicBezTo>
                  <a:cubicBezTo>
                    <a:pt x="10196" y="22027"/>
                    <a:pt x="10426" y="21488"/>
                    <a:pt x="10714" y="20970"/>
                  </a:cubicBezTo>
                  <a:cubicBezTo>
                    <a:pt x="11115" y="20213"/>
                    <a:pt x="11597" y="19513"/>
                    <a:pt x="12148" y="18870"/>
                  </a:cubicBezTo>
                  <a:cubicBezTo>
                    <a:pt x="12895" y="17985"/>
                    <a:pt x="13676" y="17136"/>
                    <a:pt x="14445" y="16263"/>
                  </a:cubicBezTo>
                  <a:cubicBezTo>
                    <a:pt x="14617" y="16068"/>
                    <a:pt x="14778" y="15850"/>
                    <a:pt x="14939" y="15655"/>
                  </a:cubicBezTo>
                  <a:cubicBezTo>
                    <a:pt x="14962" y="15632"/>
                    <a:pt x="14973" y="15609"/>
                    <a:pt x="14996" y="15586"/>
                  </a:cubicBezTo>
                  <a:close/>
                  <a:moveTo>
                    <a:pt x="5907" y="0"/>
                  </a:moveTo>
                  <a:cubicBezTo>
                    <a:pt x="5245" y="0"/>
                    <a:pt x="4552" y="437"/>
                    <a:pt x="4341" y="1119"/>
                  </a:cubicBezTo>
                  <a:cubicBezTo>
                    <a:pt x="4203" y="1556"/>
                    <a:pt x="4353" y="2348"/>
                    <a:pt x="4812" y="2738"/>
                  </a:cubicBezTo>
                  <a:cubicBezTo>
                    <a:pt x="5055" y="2940"/>
                    <a:pt x="5328" y="3004"/>
                    <a:pt x="5604" y="3004"/>
                  </a:cubicBezTo>
                  <a:cubicBezTo>
                    <a:pt x="5627" y="3004"/>
                    <a:pt x="5650" y="3003"/>
                    <a:pt x="5673" y="3002"/>
                  </a:cubicBezTo>
                  <a:cubicBezTo>
                    <a:pt x="5902" y="3002"/>
                    <a:pt x="6006" y="3105"/>
                    <a:pt x="6098" y="3266"/>
                  </a:cubicBezTo>
                  <a:cubicBezTo>
                    <a:pt x="6328" y="3656"/>
                    <a:pt x="6430" y="4093"/>
                    <a:pt x="6545" y="4518"/>
                  </a:cubicBezTo>
                  <a:cubicBezTo>
                    <a:pt x="6718" y="5149"/>
                    <a:pt x="6902" y="5781"/>
                    <a:pt x="6994" y="6435"/>
                  </a:cubicBezTo>
                  <a:cubicBezTo>
                    <a:pt x="7016" y="6665"/>
                    <a:pt x="7142" y="6883"/>
                    <a:pt x="7154" y="7101"/>
                  </a:cubicBezTo>
                  <a:cubicBezTo>
                    <a:pt x="7177" y="7652"/>
                    <a:pt x="7303" y="8180"/>
                    <a:pt x="7430" y="8708"/>
                  </a:cubicBezTo>
                  <a:cubicBezTo>
                    <a:pt x="7476" y="8915"/>
                    <a:pt x="7464" y="9134"/>
                    <a:pt x="7476" y="9351"/>
                  </a:cubicBezTo>
                  <a:cubicBezTo>
                    <a:pt x="7476" y="9374"/>
                    <a:pt x="7453" y="9409"/>
                    <a:pt x="7441" y="9432"/>
                  </a:cubicBezTo>
                  <a:cubicBezTo>
                    <a:pt x="7407" y="9409"/>
                    <a:pt x="7384" y="9397"/>
                    <a:pt x="7361" y="9374"/>
                  </a:cubicBezTo>
                  <a:cubicBezTo>
                    <a:pt x="7154" y="9099"/>
                    <a:pt x="6948" y="8835"/>
                    <a:pt x="6752" y="8559"/>
                  </a:cubicBezTo>
                  <a:cubicBezTo>
                    <a:pt x="6305" y="7939"/>
                    <a:pt x="5765" y="7399"/>
                    <a:pt x="5225" y="6848"/>
                  </a:cubicBezTo>
                  <a:cubicBezTo>
                    <a:pt x="4639" y="6251"/>
                    <a:pt x="4042" y="5654"/>
                    <a:pt x="3526" y="4977"/>
                  </a:cubicBezTo>
                  <a:cubicBezTo>
                    <a:pt x="3147" y="4483"/>
                    <a:pt x="2814" y="3967"/>
                    <a:pt x="2435" y="3473"/>
                  </a:cubicBezTo>
                  <a:cubicBezTo>
                    <a:pt x="2378" y="3393"/>
                    <a:pt x="2332" y="3312"/>
                    <a:pt x="2240" y="3255"/>
                  </a:cubicBezTo>
                  <a:cubicBezTo>
                    <a:pt x="2178" y="3224"/>
                    <a:pt x="2123" y="3203"/>
                    <a:pt x="2067" y="3203"/>
                  </a:cubicBezTo>
                  <a:cubicBezTo>
                    <a:pt x="2019" y="3203"/>
                    <a:pt x="1971" y="3218"/>
                    <a:pt x="1919" y="3255"/>
                  </a:cubicBezTo>
                  <a:cubicBezTo>
                    <a:pt x="1827" y="3324"/>
                    <a:pt x="1792" y="3416"/>
                    <a:pt x="1827" y="3519"/>
                  </a:cubicBezTo>
                  <a:cubicBezTo>
                    <a:pt x="1873" y="3656"/>
                    <a:pt x="1907" y="3806"/>
                    <a:pt x="1896" y="3955"/>
                  </a:cubicBezTo>
                  <a:cubicBezTo>
                    <a:pt x="1861" y="4541"/>
                    <a:pt x="2022" y="5103"/>
                    <a:pt x="2159" y="5654"/>
                  </a:cubicBezTo>
                  <a:cubicBezTo>
                    <a:pt x="2332" y="6401"/>
                    <a:pt x="2619" y="7113"/>
                    <a:pt x="2940" y="7813"/>
                  </a:cubicBezTo>
                  <a:cubicBezTo>
                    <a:pt x="3353" y="8708"/>
                    <a:pt x="3848" y="9547"/>
                    <a:pt x="4502" y="10282"/>
                  </a:cubicBezTo>
                  <a:cubicBezTo>
                    <a:pt x="4846" y="10660"/>
                    <a:pt x="5202" y="11039"/>
                    <a:pt x="5650" y="11315"/>
                  </a:cubicBezTo>
                  <a:cubicBezTo>
                    <a:pt x="5994" y="11522"/>
                    <a:pt x="6339" y="11751"/>
                    <a:pt x="6649" y="12004"/>
                  </a:cubicBezTo>
                  <a:cubicBezTo>
                    <a:pt x="7039" y="12336"/>
                    <a:pt x="7384" y="12704"/>
                    <a:pt x="7762" y="13037"/>
                  </a:cubicBezTo>
                  <a:cubicBezTo>
                    <a:pt x="8038" y="13267"/>
                    <a:pt x="8165" y="13553"/>
                    <a:pt x="8176" y="13898"/>
                  </a:cubicBezTo>
                  <a:cubicBezTo>
                    <a:pt x="8176" y="14082"/>
                    <a:pt x="8222" y="14254"/>
                    <a:pt x="8245" y="14438"/>
                  </a:cubicBezTo>
                  <a:cubicBezTo>
                    <a:pt x="8268" y="14714"/>
                    <a:pt x="8371" y="14989"/>
                    <a:pt x="8359" y="15265"/>
                  </a:cubicBezTo>
                  <a:cubicBezTo>
                    <a:pt x="8336" y="15954"/>
                    <a:pt x="8474" y="16619"/>
                    <a:pt x="8578" y="17285"/>
                  </a:cubicBezTo>
                  <a:cubicBezTo>
                    <a:pt x="8624" y="17549"/>
                    <a:pt x="8647" y="17802"/>
                    <a:pt x="8658" y="18066"/>
                  </a:cubicBezTo>
                  <a:cubicBezTo>
                    <a:pt x="8670" y="18319"/>
                    <a:pt x="8693" y="18559"/>
                    <a:pt x="8739" y="18801"/>
                  </a:cubicBezTo>
                  <a:cubicBezTo>
                    <a:pt x="8819" y="19168"/>
                    <a:pt x="8819" y="19559"/>
                    <a:pt x="8854" y="19937"/>
                  </a:cubicBezTo>
                  <a:lnTo>
                    <a:pt x="8854" y="20087"/>
                  </a:lnTo>
                  <a:cubicBezTo>
                    <a:pt x="8842" y="20133"/>
                    <a:pt x="8819" y="20179"/>
                    <a:pt x="8762" y="20179"/>
                  </a:cubicBezTo>
                  <a:cubicBezTo>
                    <a:pt x="8739" y="20179"/>
                    <a:pt x="8693" y="20144"/>
                    <a:pt x="8693" y="20121"/>
                  </a:cubicBezTo>
                  <a:cubicBezTo>
                    <a:pt x="8670" y="20029"/>
                    <a:pt x="8635" y="19937"/>
                    <a:pt x="8589" y="19845"/>
                  </a:cubicBezTo>
                  <a:cubicBezTo>
                    <a:pt x="8290" y="19271"/>
                    <a:pt x="8015" y="18674"/>
                    <a:pt x="7705" y="18100"/>
                  </a:cubicBezTo>
                  <a:cubicBezTo>
                    <a:pt x="7487" y="17687"/>
                    <a:pt x="7223" y="17296"/>
                    <a:pt x="6994" y="16883"/>
                  </a:cubicBezTo>
                  <a:cubicBezTo>
                    <a:pt x="6718" y="16401"/>
                    <a:pt x="6339" y="15988"/>
                    <a:pt x="6017" y="15540"/>
                  </a:cubicBezTo>
                  <a:cubicBezTo>
                    <a:pt x="5914" y="15402"/>
                    <a:pt x="5856" y="15265"/>
                    <a:pt x="5868" y="15092"/>
                  </a:cubicBezTo>
                  <a:cubicBezTo>
                    <a:pt x="5914" y="14426"/>
                    <a:pt x="5650" y="13921"/>
                    <a:pt x="5099" y="13542"/>
                  </a:cubicBezTo>
                  <a:cubicBezTo>
                    <a:pt x="4923" y="13419"/>
                    <a:pt x="4740" y="13350"/>
                    <a:pt x="4545" y="13350"/>
                  </a:cubicBezTo>
                  <a:cubicBezTo>
                    <a:pt x="4486" y="13350"/>
                    <a:pt x="4426" y="13356"/>
                    <a:pt x="4364" y="13370"/>
                  </a:cubicBezTo>
                  <a:cubicBezTo>
                    <a:pt x="3503" y="13530"/>
                    <a:pt x="3009" y="14495"/>
                    <a:pt x="3422" y="15311"/>
                  </a:cubicBezTo>
                  <a:cubicBezTo>
                    <a:pt x="3634" y="15755"/>
                    <a:pt x="3963" y="16063"/>
                    <a:pt x="4481" y="16063"/>
                  </a:cubicBezTo>
                  <a:cubicBezTo>
                    <a:pt x="4525" y="16063"/>
                    <a:pt x="4570" y="16061"/>
                    <a:pt x="4616" y="16056"/>
                  </a:cubicBezTo>
                  <a:cubicBezTo>
                    <a:pt x="4869" y="16033"/>
                    <a:pt x="5088" y="15977"/>
                    <a:pt x="5305" y="15839"/>
                  </a:cubicBezTo>
                  <a:cubicBezTo>
                    <a:pt x="5392" y="15779"/>
                    <a:pt x="5444" y="15751"/>
                    <a:pt x="5487" y="15751"/>
                  </a:cubicBezTo>
                  <a:cubicBezTo>
                    <a:pt x="5553" y="15751"/>
                    <a:pt x="5597" y="15817"/>
                    <a:pt x="5708" y="15942"/>
                  </a:cubicBezTo>
                  <a:cubicBezTo>
                    <a:pt x="5879" y="16137"/>
                    <a:pt x="6017" y="16355"/>
                    <a:pt x="6178" y="16562"/>
                  </a:cubicBezTo>
                  <a:cubicBezTo>
                    <a:pt x="6856" y="17469"/>
                    <a:pt x="7395" y="18457"/>
                    <a:pt x="7877" y="19467"/>
                  </a:cubicBezTo>
                  <a:cubicBezTo>
                    <a:pt x="8004" y="19730"/>
                    <a:pt x="8142" y="19995"/>
                    <a:pt x="8268" y="20259"/>
                  </a:cubicBezTo>
                  <a:cubicBezTo>
                    <a:pt x="8405" y="20580"/>
                    <a:pt x="8566" y="20891"/>
                    <a:pt x="8647" y="21223"/>
                  </a:cubicBezTo>
                  <a:cubicBezTo>
                    <a:pt x="8819" y="21970"/>
                    <a:pt x="8956" y="22728"/>
                    <a:pt x="8865" y="23519"/>
                  </a:cubicBezTo>
                  <a:cubicBezTo>
                    <a:pt x="8854" y="23692"/>
                    <a:pt x="8819" y="23876"/>
                    <a:pt x="8762" y="24048"/>
                  </a:cubicBezTo>
                  <a:cubicBezTo>
                    <a:pt x="8762" y="24071"/>
                    <a:pt x="8727" y="24093"/>
                    <a:pt x="8716" y="24128"/>
                  </a:cubicBezTo>
                  <a:cubicBezTo>
                    <a:pt x="8704" y="24093"/>
                    <a:pt x="8681" y="24071"/>
                    <a:pt x="8681" y="24037"/>
                  </a:cubicBezTo>
                  <a:cubicBezTo>
                    <a:pt x="8578" y="23405"/>
                    <a:pt x="8268" y="22853"/>
                    <a:pt x="7958" y="22325"/>
                  </a:cubicBezTo>
                  <a:cubicBezTo>
                    <a:pt x="7303" y="21246"/>
                    <a:pt x="6453" y="20350"/>
                    <a:pt x="5489" y="19547"/>
                  </a:cubicBezTo>
                  <a:cubicBezTo>
                    <a:pt x="4766" y="18950"/>
                    <a:pt x="4031" y="18353"/>
                    <a:pt x="3262" y="17802"/>
                  </a:cubicBezTo>
                  <a:cubicBezTo>
                    <a:pt x="2814" y="17469"/>
                    <a:pt x="2366" y="17113"/>
                    <a:pt x="1930" y="16768"/>
                  </a:cubicBezTo>
                  <a:cubicBezTo>
                    <a:pt x="1482" y="16401"/>
                    <a:pt x="1069" y="16010"/>
                    <a:pt x="656" y="15620"/>
                  </a:cubicBezTo>
                  <a:cubicBezTo>
                    <a:pt x="554" y="15523"/>
                    <a:pt x="459" y="15476"/>
                    <a:pt x="378" y="15476"/>
                  </a:cubicBezTo>
                  <a:cubicBezTo>
                    <a:pt x="259" y="15476"/>
                    <a:pt x="169" y="15578"/>
                    <a:pt x="128" y="15770"/>
                  </a:cubicBezTo>
                  <a:cubicBezTo>
                    <a:pt x="1" y="16275"/>
                    <a:pt x="47" y="16803"/>
                    <a:pt x="174" y="17285"/>
                  </a:cubicBezTo>
                  <a:cubicBezTo>
                    <a:pt x="345" y="17928"/>
                    <a:pt x="610" y="18548"/>
                    <a:pt x="965" y="19122"/>
                  </a:cubicBezTo>
                  <a:cubicBezTo>
                    <a:pt x="1391" y="19811"/>
                    <a:pt x="1907" y="20431"/>
                    <a:pt x="2550" y="20925"/>
                  </a:cubicBezTo>
                  <a:cubicBezTo>
                    <a:pt x="3205" y="21430"/>
                    <a:pt x="3905" y="21843"/>
                    <a:pt x="4582" y="22302"/>
                  </a:cubicBezTo>
                  <a:cubicBezTo>
                    <a:pt x="5168" y="22693"/>
                    <a:pt x="5754" y="23060"/>
                    <a:pt x="6351" y="23417"/>
                  </a:cubicBezTo>
                  <a:cubicBezTo>
                    <a:pt x="6856" y="23726"/>
                    <a:pt x="7349" y="24037"/>
                    <a:pt x="7774" y="24438"/>
                  </a:cubicBezTo>
                  <a:cubicBezTo>
                    <a:pt x="8234" y="24874"/>
                    <a:pt x="8773" y="25265"/>
                    <a:pt x="8785" y="25999"/>
                  </a:cubicBezTo>
                  <a:cubicBezTo>
                    <a:pt x="8785" y="26034"/>
                    <a:pt x="8831" y="26091"/>
                    <a:pt x="8865" y="26114"/>
                  </a:cubicBezTo>
                  <a:cubicBezTo>
                    <a:pt x="8885" y="26126"/>
                    <a:pt x="8901" y="26130"/>
                    <a:pt x="8913" y="26130"/>
                  </a:cubicBezTo>
                  <a:cubicBezTo>
                    <a:pt x="8965" y="26130"/>
                    <a:pt x="8963" y="26050"/>
                    <a:pt x="8991" y="26022"/>
                  </a:cubicBezTo>
                  <a:cubicBezTo>
                    <a:pt x="9221" y="25839"/>
                    <a:pt x="9244" y="25540"/>
                    <a:pt x="9428" y="25322"/>
                  </a:cubicBezTo>
                  <a:cubicBezTo>
                    <a:pt x="9795" y="24886"/>
                    <a:pt x="10219" y="24507"/>
                    <a:pt x="10622" y="24105"/>
                  </a:cubicBezTo>
                  <a:cubicBezTo>
                    <a:pt x="11334" y="23394"/>
                    <a:pt x="12079" y="22716"/>
                    <a:pt x="12791" y="22004"/>
                  </a:cubicBezTo>
                  <a:cubicBezTo>
                    <a:pt x="13239" y="21568"/>
                    <a:pt x="13653" y="21108"/>
                    <a:pt x="13974" y="20580"/>
                  </a:cubicBezTo>
                  <a:cubicBezTo>
                    <a:pt x="14456" y="19776"/>
                    <a:pt x="14847" y="18927"/>
                    <a:pt x="15099" y="18031"/>
                  </a:cubicBezTo>
                  <a:cubicBezTo>
                    <a:pt x="15237" y="17538"/>
                    <a:pt x="15363" y="17044"/>
                    <a:pt x="15444" y="16539"/>
                  </a:cubicBezTo>
                  <a:cubicBezTo>
                    <a:pt x="15513" y="16079"/>
                    <a:pt x="15513" y="15620"/>
                    <a:pt x="15524" y="15161"/>
                  </a:cubicBezTo>
                  <a:cubicBezTo>
                    <a:pt x="15524" y="15023"/>
                    <a:pt x="15490" y="14885"/>
                    <a:pt x="15352" y="14839"/>
                  </a:cubicBezTo>
                  <a:cubicBezTo>
                    <a:pt x="15307" y="14820"/>
                    <a:pt x="15261" y="14811"/>
                    <a:pt x="15218" y="14811"/>
                  </a:cubicBezTo>
                  <a:cubicBezTo>
                    <a:pt x="15109" y="14811"/>
                    <a:pt x="15014" y="14870"/>
                    <a:pt x="14973" y="14977"/>
                  </a:cubicBezTo>
                  <a:cubicBezTo>
                    <a:pt x="14893" y="15161"/>
                    <a:pt x="14720" y="15230"/>
                    <a:pt x="14617" y="15368"/>
                  </a:cubicBezTo>
                  <a:cubicBezTo>
                    <a:pt x="14066" y="16022"/>
                    <a:pt x="13492" y="16642"/>
                    <a:pt x="12929" y="17296"/>
                  </a:cubicBezTo>
                  <a:cubicBezTo>
                    <a:pt x="12413" y="17905"/>
                    <a:pt x="11862" y="18513"/>
                    <a:pt x="11390" y="19168"/>
                  </a:cubicBezTo>
                  <a:cubicBezTo>
                    <a:pt x="11023" y="19697"/>
                    <a:pt x="10645" y="20225"/>
                    <a:pt x="10357" y="20822"/>
                  </a:cubicBezTo>
                  <a:cubicBezTo>
                    <a:pt x="10094" y="21396"/>
                    <a:pt x="9737" y="21935"/>
                    <a:pt x="9553" y="22544"/>
                  </a:cubicBezTo>
                  <a:cubicBezTo>
                    <a:pt x="9530" y="22636"/>
                    <a:pt x="9474" y="22682"/>
                    <a:pt x="9405" y="22728"/>
                  </a:cubicBezTo>
                  <a:cubicBezTo>
                    <a:pt x="9370" y="22762"/>
                    <a:pt x="9336" y="22797"/>
                    <a:pt x="9313" y="22831"/>
                  </a:cubicBezTo>
                  <a:cubicBezTo>
                    <a:pt x="9301" y="22785"/>
                    <a:pt x="9290" y="22739"/>
                    <a:pt x="9290" y="22693"/>
                  </a:cubicBezTo>
                  <a:cubicBezTo>
                    <a:pt x="9278" y="21901"/>
                    <a:pt x="9278" y="21108"/>
                    <a:pt x="9278" y="20317"/>
                  </a:cubicBezTo>
                  <a:cubicBezTo>
                    <a:pt x="9278" y="19960"/>
                    <a:pt x="9290" y="19628"/>
                    <a:pt x="9405" y="19283"/>
                  </a:cubicBezTo>
                  <a:cubicBezTo>
                    <a:pt x="9496" y="19042"/>
                    <a:pt x="9530" y="18778"/>
                    <a:pt x="9553" y="18513"/>
                  </a:cubicBezTo>
                  <a:cubicBezTo>
                    <a:pt x="9622" y="17825"/>
                    <a:pt x="9887" y="17239"/>
                    <a:pt x="10380" y="16722"/>
                  </a:cubicBezTo>
                  <a:cubicBezTo>
                    <a:pt x="11311" y="15781"/>
                    <a:pt x="12240" y="14828"/>
                    <a:pt x="12998" y="13737"/>
                  </a:cubicBezTo>
                  <a:cubicBezTo>
                    <a:pt x="13342" y="13255"/>
                    <a:pt x="13699" y="12785"/>
                    <a:pt x="13962" y="12257"/>
                  </a:cubicBezTo>
                  <a:cubicBezTo>
                    <a:pt x="14479" y="11269"/>
                    <a:pt x="14927" y="10270"/>
                    <a:pt x="15283" y="9202"/>
                  </a:cubicBezTo>
                  <a:cubicBezTo>
                    <a:pt x="15651" y="8146"/>
                    <a:pt x="15903" y="7090"/>
                    <a:pt x="15822" y="5965"/>
                  </a:cubicBezTo>
                  <a:cubicBezTo>
                    <a:pt x="15822" y="5551"/>
                    <a:pt x="15834" y="5138"/>
                    <a:pt x="15822" y="4725"/>
                  </a:cubicBezTo>
                  <a:cubicBezTo>
                    <a:pt x="15822" y="4437"/>
                    <a:pt x="15719" y="4174"/>
                    <a:pt x="15582" y="3932"/>
                  </a:cubicBezTo>
                  <a:cubicBezTo>
                    <a:pt x="15540" y="3859"/>
                    <a:pt x="15488" y="3805"/>
                    <a:pt x="15410" y="3805"/>
                  </a:cubicBezTo>
                  <a:cubicBezTo>
                    <a:pt x="15402" y="3805"/>
                    <a:pt x="15394" y="3805"/>
                    <a:pt x="15386" y="3806"/>
                  </a:cubicBezTo>
                  <a:cubicBezTo>
                    <a:pt x="15283" y="3817"/>
                    <a:pt x="15248" y="3875"/>
                    <a:pt x="15225" y="3967"/>
                  </a:cubicBezTo>
                  <a:cubicBezTo>
                    <a:pt x="15099" y="4322"/>
                    <a:pt x="14985" y="4679"/>
                    <a:pt x="14824" y="5011"/>
                  </a:cubicBezTo>
                  <a:cubicBezTo>
                    <a:pt x="14663" y="5356"/>
                    <a:pt x="14479" y="5677"/>
                    <a:pt x="14273" y="5999"/>
                  </a:cubicBezTo>
                  <a:cubicBezTo>
                    <a:pt x="13985" y="6458"/>
                    <a:pt x="13710" y="6917"/>
                    <a:pt x="13365" y="7342"/>
                  </a:cubicBezTo>
                  <a:cubicBezTo>
                    <a:pt x="13021" y="7756"/>
                    <a:pt x="12665" y="8157"/>
                    <a:pt x="12355" y="8593"/>
                  </a:cubicBezTo>
                  <a:cubicBezTo>
                    <a:pt x="11701" y="9501"/>
                    <a:pt x="11173" y="10465"/>
                    <a:pt x="10714" y="11487"/>
                  </a:cubicBezTo>
                  <a:cubicBezTo>
                    <a:pt x="10472" y="12050"/>
                    <a:pt x="10277" y="12624"/>
                    <a:pt x="10059" y="13186"/>
                  </a:cubicBezTo>
                  <a:cubicBezTo>
                    <a:pt x="9864" y="13714"/>
                    <a:pt x="9795" y="14265"/>
                    <a:pt x="9668" y="14816"/>
                  </a:cubicBezTo>
                  <a:cubicBezTo>
                    <a:pt x="9519" y="15390"/>
                    <a:pt x="9553" y="15988"/>
                    <a:pt x="9553" y="16585"/>
                  </a:cubicBezTo>
                  <a:cubicBezTo>
                    <a:pt x="9553" y="16768"/>
                    <a:pt x="9588" y="16964"/>
                    <a:pt x="9496" y="17125"/>
                  </a:cubicBezTo>
                  <a:cubicBezTo>
                    <a:pt x="9370" y="17365"/>
                    <a:pt x="9347" y="17630"/>
                    <a:pt x="9267" y="17882"/>
                  </a:cubicBezTo>
                  <a:cubicBezTo>
                    <a:pt x="9244" y="17939"/>
                    <a:pt x="9232" y="18008"/>
                    <a:pt x="9221" y="18066"/>
                  </a:cubicBezTo>
                  <a:cubicBezTo>
                    <a:pt x="9129" y="18020"/>
                    <a:pt x="9152" y="17928"/>
                    <a:pt x="9129" y="17859"/>
                  </a:cubicBezTo>
                  <a:cubicBezTo>
                    <a:pt x="8888" y="17171"/>
                    <a:pt x="8922" y="16447"/>
                    <a:pt x="8933" y="15747"/>
                  </a:cubicBezTo>
                  <a:cubicBezTo>
                    <a:pt x="8945" y="14645"/>
                    <a:pt x="8945" y="13530"/>
                    <a:pt x="8979" y="12417"/>
                  </a:cubicBezTo>
                  <a:cubicBezTo>
                    <a:pt x="8991" y="12268"/>
                    <a:pt x="8991" y="12119"/>
                    <a:pt x="9014" y="11981"/>
                  </a:cubicBezTo>
                  <a:cubicBezTo>
                    <a:pt x="9094" y="11338"/>
                    <a:pt x="9209" y="10706"/>
                    <a:pt x="9255" y="10063"/>
                  </a:cubicBezTo>
                  <a:cubicBezTo>
                    <a:pt x="9290" y="9351"/>
                    <a:pt x="9508" y="8674"/>
                    <a:pt x="9634" y="7985"/>
                  </a:cubicBezTo>
                  <a:cubicBezTo>
                    <a:pt x="9737" y="7411"/>
                    <a:pt x="9864" y="6825"/>
                    <a:pt x="10059" y="6263"/>
                  </a:cubicBezTo>
                  <a:cubicBezTo>
                    <a:pt x="10173" y="5965"/>
                    <a:pt x="10128" y="5643"/>
                    <a:pt x="10265" y="5356"/>
                  </a:cubicBezTo>
                  <a:cubicBezTo>
                    <a:pt x="10365" y="5146"/>
                    <a:pt x="10454" y="5000"/>
                    <a:pt x="10696" y="5000"/>
                  </a:cubicBezTo>
                  <a:cubicBezTo>
                    <a:pt x="10705" y="5000"/>
                    <a:pt x="10715" y="5000"/>
                    <a:pt x="10725" y="5000"/>
                  </a:cubicBezTo>
                  <a:cubicBezTo>
                    <a:pt x="10851" y="5000"/>
                    <a:pt x="10966" y="4931"/>
                    <a:pt x="11081" y="4873"/>
                  </a:cubicBezTo>
                  <a:cubicBezTo>
                    <a:pt x="11712" y="4610"/>
                    <a:pt x="11862" y="4047"/>
                    <a:pt x="11919" y="3485"/>
                  </a:cubicBezTo>
                  <a:cubicBezTo>
                    <a:pt x="11976" y="3013"/>
                    <a:pt x="11804" y="2600"/>
                    <a:pt x="11390" y="2279"/>
                  </a:cubicBezTo>
                  <a:cubicBezTo>
                    <a:pt x="11104" y="2049"/>
                    <a:pt x="10805" y="2118"/>
                    <a:pt x="10507" y="2095"/>
                  </a:cubicBezTo>
                  <a:cubicBezTo>
                    <a:pt x="10475" y="2093"/>
                    <a:pt x="10444" y="2092"/>
                    <a:pt x="10413" y="2092"/>
                  </a:cubicBezTo>
                  <a:cubicBezTo>
                    <a:pt x="9890" y="2092"/>
                    <a:pt x="9523" y="2362"/>
                    <a:pt x="9198" y="2796"/>
                  </a:cubicBezTo>
                  <a:cubicBezTo>
                    <a:pt x="8670" y="3496"/>
                    <a:pt x="9002" y="4506"/>
                    <a:pt x="9634" y="4771"/>
                  </a:cubicBezTo>
                  <a:cubicBezTo>
                    <a:pt x="9841" y="4862"/>
                    <a:pt x="9875" y="4965"/>
                    <a:pt x="9864" y="5138"/>
                  </a:cubicBezTo>
                  <a:cubicBezTo>
                    <a:pt x="9852" y="5287"/>
                    <a:pt x="9829" y="5437"/>
                    <a:pt x="9772" y="5574"/>
                  </a:cubicBezTo>
                  <a:cubicBezTo>
                    <a:pt x="9691" y="5758"/>
                    <a:pt x="9599" y="5942"/>
                    <a:pt x="9576" y="6136"/>
                  </a:cubicBezTo>
                  <a:cubicBezTo>
                    <a:pt x="9530" y="6677"/>
                    <a:pt x="9221" y="7170"/>
                    <a:pt x="9221" y="7721"/>
                  </a:cubicBezTo>
                  <a:cubicBezTo>
                    <a:pt x="8922" y="8307"/>
                    <a:pt x="9002" y="8973"/>
                    <a:pt x="8785" y="9581"/>
                  </a:cubicBezTo>
                  <a:cubicBezTo>
                    <a:pt x="8704" y="9833"/>
                    <a:pt x="8681" y="10098"/>
                    <a:pt x="8670" y="10362"/>
                  </a:cubicBezTo>
                  <a:cubicBezTo>
                    <a:pt x="8658" y="10764"/>
                    <a:pt x="8601" y="11154"/>
                    <a:pt x="8474" y="11533"/>
                  </a:cubicBezTo>
                  <a:cubicBezTo>
                    <a:pt x="8463" y="11591"/>
                    <a:pt x="8474" y="11659"/>
                    <a:pt x="8417" y="11693"/>
                  </a:cubicBezTo>
                  <a:cubicBezTo>
                    <a:pt x="8405" y="11648"/>
                    <a:pt x="8382" y="11591"/>
                    <a:pt x="8382" y="11545"/>
                  </a:cubicBezTo>
                  <a:cubicBezTo>
                    <a:pt x="8428" y="10706"/>
                    <a:pt x="8096" y="9937"/>
                    <a:pt x="7992" y="9122"/>
                  </a:cubicBezTo>
                  <a:cubicBezTo>
                    <a:pt x="7958" y="8800"/>
                    <a:pt x="7820" y="8514"/>
                    <a:pt x="7785" y="8203"/>
                  </a:cubicBezTo>
                  <a:cubicBezTo>
                    <a:pt x="7716" y="7434"/>
                    <a:pt x="7464" y="6699"/>
                    <a:pt x="7338" y="5942"/>
                  </a:cubicBezTo>
                  <a:cubicBezTo>
                    <a:pt x="7292" y="5666"/>
                    <a:pt x="7211" y="5391"/>
                    <a:pt x="7165" y="5115"/>
                  </a:cubicBezTo>
                  <a:cubicBezTo>
                    <a:pt x="7062" y="4656"/>
                    <a:pt x="6913" y="4208"/>
                    <a:pt x="6741" y="3771"/>
                  </a:cubicBezTo>
                  <a:cubicBezTo>
                    <a:pt x="6672" y="3588"/>
                    <a:pt x="6591" y="3404"/>
                    <a:pt x="6534" y="3220"/>
                  </a:cubicBezTo>
                  <a:cubicBezTo>
                    <a:pt x="6453" y="2990"/>
                    <a:pt x="6488" y="2853"/>
                    <a:pt x="6695" y="2727"/>
                  </a:cubicBezTo>
                  <a:cubicBezTo>
                    <a:pt x="6798" y="2669"/>
                    <a:pt x="6890" y="2623"/>
                    <a:pt x="6959" y="2531"/>
                  </a:cubicBezTo>
                  <a:cubicBezTo>
                    <a:pt x="7453" y="1934"/>
                    <a:pt x="7349" y="1188"/>
                    <a:pt x="6959" y="614"/>
                  </a:cubicBezTo>
                  <a:cubicBezTo>
                    <a:pt x="6764" y="339"/>
                    <a:pt x="6511" y="97"/>
                    <a:pt x="6190" y="28"/>
                  </a:cubicBezTo>
                  <a:cubicBezTo>
                    <a:pt x="6097" y="10"/>
                    <a:pt x="6002" y="0"/>
                    <a:pt x="5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0"/>
          <p:cNvSpPr txBox="1"/>
          <p:nvPr>
            <p:ph idx="8" type="title"/>
          </p:nvPr>
        </p:nvSpPr>
        <p:spPr>
          <a:xfrm>
            <a:off x="720000" y="567184"/>
            <a:ext cx="7704000" cy="47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Team Reflections</a:t>
            </a:r>
            <a:endParaRPr/>
          </a:p>
        </p:txBody>
      </p:sp>
      <p:grpSp>
        <p:nvGrpSpPr>
          <p:cNvPr id="513" name="Google Shape;513;p40"/>
          <p:cNvGrpSpPr/>
          <p:nvPr/>
        </p:nvGrpSpPr>
        <p:grpSpPr>
          <a:xfrm>
            <a:off x="1083377" y="585738"/>
            <a:ext cx="827689" cy="294603"/>
            <a:chOff x="2873875" y="1242400"/>
            <a:chExt cx="827689" cy="294603"/>
          </a:xfrm>
        </p:grpSpPr>
        <p:sp>
          <p:nvSpPr>
            <p:cNvPr id="514" name="Google Shape;514;p40"/>
            <p:cNvSpPr/>
            <p:nvPr/>
          </p:nvSpPr>
          <p:spPr>
            <a:xfrm>
              <a:off x="3083186" y="1242400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2873875" y="1290337"/>
              <a:ext cx="76508" cy="80864"/>
            </a:xfrm>
            <a:custGeom>
              <a:rect b="b" l="l" r="r" t="t"/>
              <a:pathLst>
                <a:path extrusionOk="0" h="2172" w="2055">
                  <a:moveTo>
                    <a:pt x="1045" y="0"/>
                  </a:moveTo>
                  <a:cubicBezTo>
                    <a:pt x="1038" y="0"/>
                    <a:pt x="1030" y="1"/>
                    <a:pt x="1021" y="1"/>
                  </a:cubicBezTo>
                  <a:cubicBezTo>
                    <a:pt x="919" y="13"/>
                    <a:pt x="827" y="105"/>
                    <a:pt x="827" y="220"/>
                  </a:cubicBezTo>
                  <a:cubicBezTo>
                    <a:pt x="815" y="404"/>
                    <a:pt x="792" y="587"/>
                    <a:pt x="769" y="759"/>
                  </a:cubicBezTo>
                  <a:lnTo>
                    <a:pt x="207" y="840"/>
                  </a:lnTo>
                  <a:cubicBezTo>
                    <a:pt x="80" y="863"/>
                    <a:pt x="0" y="966"/>
                    <a:pt x="11" y="1093"/>
                  </a:cubicBezTo>
                  <a:cubicBezTo>
                    <a:pt x="32" y="1205"/>
                    <a:pt x="117" y="1291"/>
                    <a:pt x="225" y="1291"/>
                  </a:cubicBezTo>
                  <a:cubicBezTo>
                    <a:pt x="238" y="1291"/>
                    <a:pt x="251" y="1290"/>
                    <a:pt x="264" y="1287"/>
                  </a:cubicBezTo>
                  <a:cubicBezTo>
                    <a:pt x="293" y="1285"/>
                    <a:pt x="323" y="1283"/>
                    <a:pt x="353" y="1283"/>
                  </a:cubicBezTo>
                  <a:cubicBezTo>
                    <a:pt x="450" y="1283"/>
                    <a:pt x="548" y="1298"/>
                    <a:pt x="654" y="1333"/>
                  </a:cubicBezTo>
                  <a:cubicBezTo>
                    <a:pt x="608" y="1517"/>
                    <a:pt x="562" y="1690"/>
                    <a:pt x="505" y="1861"/>
                  </a:cubicBezTo>
                  <a:cubicBezTo>
                    <a:pt x="459" y="1988"/>
                    <a:pt x="528" y="2114"/>
                    <a:pt x="643" y="2160"/>
                  </a:cubicBezTo>
                  <a:cubicBezTo>
                    <a:pt x="666" y="2160"/>
                    <a:pt x="689" y="2172"/>
                    <a:pt x="712" y="2172"/>
                  </a:cubicBezTo>
                  <a:cubicBezTo>
                    <a:pt x="815" y="2172"/>
                    <a:pt x="896" y="2103"/>
                    <a:pt x="930" y="2011"/>
                  </a:cubicBezTo>
                  <a:cubicBezTo>
                    <a:pt x="930" y="2011"/>
                    <a:pt x="930" y="1999"/>
                    <a:pt x="942" y="1999"/>
                  </a:cubicBezTo>
                  <a:lnTo>
                    <a:pt x="942" y="1988"/>
                  </a:lnTo>
                  <a:cubicBezTo>
                    <a:pt x="1056" y="1884"/>
                    <a:pt x="1159" y="1782"/>
                    <a:pt x="1274" y="1678"/>
                  </a:cubicBezTo>
                  <a:cubicBezTo>
                    <a:pt x="1378" y="1759"/>
                    <a:pt x="1493" y="1861"/>
                    <a:pt x="1596" y="1965"/>
                  </a:cubicBezTo>
                  <a:cubicBezTo>
                    <a:pt x="1641" y="2010"/>
                    <a:pt x="1704" y="2033"/>
                    <a:pt x="1764" y="2033"/>
                  </a:cubicBezTo>
                  <a:cubicBezTo>
                    <a:pt x="1812" y="2033"/>
                    <a:pt x="1859" y="2019"/>
                    <a:pt x="1894" y="1988"/>
                  </a:cubicBezTo>
                  <a:cubicBezTo>
                    <a:pt x="1986" y="1907"/>
                    <a:pt x="2009" y="1782"/>
                    <a:pt x="1952" y="1690"/>
                  </a:cubicBezTo>
                  <a:cubicBezTo>
                    <a:pt x="1860" y="1552"/>
                    <a:pt x="1779" y="1402"/>
                    <a:pt x="1710" y="1264"/>
                  </a:cubicBezTo>
                  <a:cubicBezTo>
                    <a:pt x="1802" y="1173"/>
                    <a:pt x="1883" y="1093"/>
                    <a:pt x="1975" y="1012"/>
                  </a:cubicBezTo>
                  <a:cubicBezTo>
                    <a:pt x="2044" y="943"/>
                    <a:pt x="2055" y="840"/>
                    <a:pt x="2021" y="748"/>
                  </a:cubicBezTo>
                  <a:cubicBezTo>
                    <a:pt x="1979" y="665"/>
                    <a:pt x="1891" y="620"/>
                    <a:pt x="1806" y="620"/>
                  </a:cubicBezTo>
                  <a:cubicBezTo>
                    <a:pt x="1797" y="620"/>
                    <a:pt x="1788" y="620"/>
                    <a:pt x="1779" y="621"/>
                  </a:cubicBezTo>
                  <a:lnTo>
                    <a:pt x="1435" y="667"/>
                  </a:lnTo>
                  <a:cubicBezTo>
                    <a:pt x="1378" y="507"/>
                    <a:pt x="1320" y="335"/>
                    <a:pt x="1274" y="162"/>
                  </a:cubicBezTo>
                  <a:cubicBezTo>
                    <a:pt x="1242" y="67"/>
                    <a:pt x="1151" y="0"/>
                    <a:pt x="10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3584439" y="1396720"/>
              <a:ext cx="117126" cy="140283"/>
            </a:xfrm>
            <a:custGeom>
              <a:rect b="b" l="l" r="r" t="t"/>
              <a:pathLst>
                <a:path extrusionOk="0" h="3768" w="3146">
                  <a:moveTo>
                    <a:pt x="1860" y="1459"/>
                  </a:moveTo>
                  <a:lnTo>
                    <a:pt x="1860" y="1528"/>
                  </a:lnTo>
                  <a:lnTo>
                    <a:pt x="1826" y="1528"/>
                  </a:lnTo>
                  <a:lnTo>
                    <a:pt x="1860" y="1459"/>
                  </a:lnTo>
                  <a:close/>
                  <a:moveTo>
                    <a:pt x="2308" y="1998"/>
                  </a:moveTo>
                  <a:cubicBezTo>
                    <a:pt x="2308" y="1998"/>
                    <a:pt x="2308" y="2010"/>
                    <a:pt x="2296" y="2010"/>
                  </a:cubicBezTo>
                  <a:lnTo>
                    <a:pt x="2296" y="1998"/>
                  </a:lnTo>
                  <a:close/>
                  <a:moveTo>
                    <a:pt x="1562" y="1952"/>
                  </a:moveTo>
                  <a:cubicBezTo>
                    <a:pt x="1653" y="1964"/>
                    <a:pt x="1757" y="1975"/>
                    <a:pt x="1849" y="1987"/>
                  </a:cubicBezTo>
                  <a:lnTo>
                    <a:pt x="1849" y="2240"/>
                  </a:lnTo>
                  <a:cubicBezTo>
                    <a:pt x="1780" y="2274"/>
                    <a:pt x="1722" y="2308"/>
                    <a:pt x="1653" y="2342"/>
                  </a:cubicBezTo>
                  <a:cubicBezTo>
                    <a:pt x="1596" y="2274"/>
                    <a:pt x="1528" y="2194"/>
                    <a:pt x="1459" y="2113"/>
                  </a:cubicBezTo>
                  <a:cubicBezTo>
                    <a:pt x="1493" y="2056"/>
                    <a:pt x="1528" y="2010"/>
                    <a:pt x="1562" y="1952"/>
                  </a:cubicBezTo>
                  <a:close/>
                  <a:moveTo>
                    <a:pt x="1206" y="2515"/>
                  </a:moveTo>
                  <a:cubicBezTo>
                    <a:pt x="1217" y="2538"/>
                    <a:pt x="1240" y="2561"/>
                    <a:pt x="1263" y="2584"/>
                  </a:cubicBezTo>
                  <a:cubicBezTo>
                    <a:pt x="1194" y="2618"/>
                    <a:pt x="1137" y="2664"/>
                    <a:pt x="1068" y="2699"/>
                  </a:cubicBezTo>
                  <a:cubicBezTo>
                    <a:pt x="1114" y="2641"/>
                    <a:pt x="1160" y="2572"/>
                    <a:pt x="1206" y="2515"/>
                  </a:cubicBezTo>
                  <a:close/>
                  <a:moveTo>
                    <a:pt x="2243" y="1"/>
                  </a:moveTo>
                  <a:cubicBezTo>
                    <a:pt x="2157" y="1"/>
                    <a:pt x="2079" y="46"/>
                    <a:pt x="2044" y="127"/>
                  </a:cubicBezTo>
                  <a:cubicBezTo>
                    <a:pt x="1826" y="586"/>
                    <a:pt x="1596" y="1023"/>
                    <a:pt x="1332" y="1459"/>
                  </a:cubicBezTo>
                  <a:cubicBezTo>
                    <a:pt x="1091" y="1413"/>
                    <a:pt x="850" y="1344"/>
                    <a:pt x="620" y="1263"/>
                  </a:cubicBezTo>
                  <a:cubicBezTo>
                    <a:pt x="592" y="1251"/>
                    <a:pt x="565" y="1245"/>
                    <a:pt x="538" y="1245"/>
                  </a:cubicBezTo>
                  <a:cubicBezTo>
                    <a:pt x="465" y="1245"/>
                    <a:pt x="398" y="1288"/>
                    <a:pt x="356" y="1355"/>
                  </a:cubicBezTo>
                  <a:cubicBezTo>
                    <a:pt x="299" y="1447"/>
                    <a:pt x="311" y="1562"/>
                    <a:pt x="390" y="1643"/>
                  </a:cubicBezTo>
                  <a:cubicBezTo>
                    <a:pt x="563" y="1803"/>
                    <a:pt x="735" y="1975"/>
                    <a:pt x="896" y="2159"/>
                  </a:cubicBezTo>
                  <a:cubicBezTo>
                    <a:pt x="643" y="2538"/>
                    <a:pt x="367" y="2906"/>
                    <a:pt x="81" y="3273"/>
                  </a:cubicBezTo>
                  <a:cubicBezTo>
                    <a:pt x="0" y="3365"/>
                    <a:pt x="23" y="3514"/>
                    <a:pt x="115" y="3582"/>
                  </a:cubicBezTo>
                  <a:cubicBezTo>
                    <a:pt x="150" y="3617"/>
                    <a:pt x="184" y="3628"/>
                    <a:pt x="219" y="3628"/>
                  </a:cubicBezTo>
                  <a:cubicBezTo>
                    <a:pt x="230" y="3663"/>
                    <a:pt x="265" y="3674"/>
                    <a:pt x="288" y="3686"/>
                  </a:cubicBezTo>
                  <a:cubicBezTo>
                    <a:pt x="319" y="3700"/>
                    <a:pt x="353" y="3706"/>
                    <a:pt x="386" y="3706"/>
                  </a:cubicBezTo>
                  <a:cubicBezTo>
                    <a:pt x="436" y="3706"/>
                    <a:pt x="487" y="3691"/>
                    <a:pt x="528" y="3663"/>
                  </a:cubicBezTo>
                  <a:cubicBezTo>
                    <a:pt x="850" y="3399"/>
                    <a:pt x="1183" y="3158"/>
                    <a:pt x="1539" y="2940"/>
                  </a:cubicBezTo>
                  <a:cubicBezTo>
                    <a:pt x="1711" y="3169"/>
                    <a:pt x="1872" y="3411"/>
                    <a:pt x="2021" y="3651"/>
                  </a:cubicBezTo>
                  <a:cubicBezTo>
                    <a:pt x="2055" y="3729"/>
                    <a:pt x="2135" y="3768"/>
                    <a:pt x="2212" y="3768"/>
                  </a:cubicBezTo>
                  <a:cubicBezTo>
                    <a:pt x="2237" y="3768"/>
                    <a:pt x="2262" y="3764"/>
                    <a:pt x="2285" y="3755"/>
                  </a:cubicBezTo>
                  <a:cubicBezTo>
                    <a:pt x="2388" y="3709"/>
                    <a:pt x="2457" y="3605"/>
                    <a:pt x="2434" y="3503"/>
                  </a:cubicBezTo>
                  <a:cubicBezTo>
                    <a:pt x="2377" y="3169"/>
                    <a:pt x="2331" y="2837"/>
                    <a:pt x="2319" y="2503"/>
                  </a:cubicBezTo>
                  <a:cubicBezTo>
                    <a:pt x="2538" y="2388"/>
                    <a:pt x="2768" y="2286"/>
                    <a:pt x="2997" y="2194"/>
                  </a:cubicBezTo>
                  <a:cubicBezTo>
                    <a:pt x="3066" y="2159"/>
                    <a:pt x="3112" y="2102"/>
                    <a:pt x="3135" y="2033"/>
                  </a:cubicBezTo>
                  <a:cubicBezTo>
                    <a:pt x="3146" y="1952"/>
                    <a:pt x="3123" y="1883"/>
                    <a:pt x="3077" y="1826"/>
                  </a:cubicBezTo>
                  <a:cubicBezTo>
                    <a:pt x="2870" y="1608"/>
                    <a:pt x="2572" y="1562"/>
                    <a:pt x="2308" y="1551"/>
                  </a:cubicBezTo>
                  <a:cubicBezTo>
                    <a:pt x="2331" y="1114"/>
                    <a:pt x="2388" y="689"/>
                    <a:pt x="2469" y="276"/>
                  </a:cubicBezTo>
                  <a:cubicBezTo>
                    <a:pt x="2492" y="161"/>
                    <a:pt x="2423" y="46"/>
                    <a:pt x="2319" y="12"/>
                  </a:cubicBezTo>
                  <a:cubicBezTo>
                    <a:pt x="2294" y="4"/>
                    <a:pt x="2268" y="1"/>
                    <a:pt x="2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40"/>
          <p:cNvSpPr/>
          <p:nvPr/>
        </p:nvSpPr>
        <p:spPr>
          <a:xfrm>
            <a:off x="8065554" y="615533"/>
            <a:ext cx="117126" cy="140283"/>
          </a:xfrm>
          <a:custGeom>
            <a:rect b="b" l="l" r="r" t="t"/>
            <a:pathLst>
              <a:path extrusionOk="0" h="3768" w="3146">
                <a:moveTo>
                  <a:pt x="1860" y="1459"/>
                </a:moveTo>
                <a:lnTo>
                  <a:pt x="1860" y="1528"/>
                </a:lnTo>
                <a:lnTo>
                  <a:pt x="1826" y="1528"/>
                </a:lnTo>
                <a:lnTo>
                  <a:pt x="1860" y="1459"/>
                </a:lnTo>
                <a:close/>
                <a:moveTo>
                  <a:pt x="2308" y="1998"/>
                </a:moveTo>
                <a:cubicBezTo>
                  <a:pt x="2308" y="1998"/>
                  <a:pt x="2308" y="2010"/>
                  <a:pt x="2296" y="2010"/>
                </a:cubicBezTo>
                <a:lnTo>
                  <a:pt x="2296" y="1998"/>
                </a:lnTo>
                <a:close/>
                <a:moveTo>
                  <a:pt x="1562" y="1952"/>
                </a:moveTo>
                <a:cubicBezTo>
                  <a:pt x="1653" y="1964"/>
                  <a:pt x="1757" y="1975"/>
                  <a:pt x="1849" y="1987"/>
                </a:cubicBezTo>
                <a:lnTo>
                  <a:pt x="1849" y="2240"/>
                </a:lnTo>
                <a:cubicBezTo>
                  <a:pt x="1780" y="2274"/>
                  <a:pt x="1722" y="2308"/>
                  <a:pt x="1653" y="2342"/>
                </a:cubicBezTo>
                <a:cubicBezTo>
                  <a:pt x="1596" y="2274"/>
                  <a:pt x="1528" y="2194"/>
                  <a:pt x="1459" y="2113"/>
                </a:cubicBezTo>
                <a:cubicBezTo>
                  <a:pt x="1493" y="2056"/>
                  <a:pt x="1528" y="2010"/>
                  <a:pt x="1562" y="1952"/>
                </a:cubicBezTo>
                <a:close/>
                <a:moveTo>
                  <a:pt x="1206" y="2515"/>
                </a:moveTo>
                <a:cubicBezTo>
                  <a:pt x="1217" y="2538"/>
                  <a:pt x="1240" y="2561"/>
                  <a:pt x="1263" y="2584"/>
                </a:cubicBezTo>
                <a:cubicBezTo>
                  <a:pt x="1194" y="2618"/>
                  <a:pt x="1137" y="2664"/>
                  <a:pt x="1068" y="2699"/>
                </a:cubicBezTo>
                <a:cubicBezTo>
                  <a:pt x="1114" y="2641"/>
                  <a:pt x="1160" y="2572"/>
                  <a:pt x="1206" y="2515"/>
                </a:cubicBezTo>
                <a:close/>
                <a:moveTo>
                  <a:pt x="2243" y="1"/>
                </a:moveTo>
                <a:cubicBezTo>
                  <a:pt x="2157" y="1"/>
                  <a:pt x="2079" y="46"/>
                  <a:pt x="2044" y="127"/>
                </a:cubicBezTo>
                <a:cubicBezTo>
                  <a:pt x="1826" y="586"/>
                  <a:pt x="1596" y="1023"/>
                  <a:pt x="1332" y="1459"/>
                </a:cubicBezTo>
                <a:cubicBezTo>
                  <a:pt x="1091" y="1413"/>
                  <a:pt x="850" y="1344"/>
                  <a:pt x="620" y="1263"/>
                </a:cubicBezTo>
                <a:cubicBezTo>
                  <a:pt x="592" y="1251"/>
                  <a:pt x="565" y="1245"/>
                  <a:pt x="538" y="1245"/>
                </a:cubicBezTo>
                <a:cubicBezTo>
                  <a:pt x="465" y="1245"/>
                  <a:pt x="398" y="1288"/>
                  <a:pt x="356" y="1355"/>
                </a:cubicBezTo>
                <a:cubicBezTo>
                  <a:pt x="299" y="1447"/>
                  <a:pt x="311" y="1562"/>
                  <a:pt x="390" y="1643"/>
                </a:cubicBezTo>
                <a:cubicBezTo>
                  <a:pt x="563" y="1803"/>
                  <a:pt x="735" y="1975"/>
                  <a:pt x="896" y="2159"/>
                </a:cubicBezTo>
                <a:cubicBezTo>
                  <a:pt x="643" y="2538"/>
                  <a:pt x="367" y="2906"/>
                  <a:pt x="81" y="3273"/>
                </a:cubicBezTo>
                <a:cubicBezTo>
                  <a:pt x="0" y="3365"/>
                  <a:pt x="23" y="3514"/>
                  <a:pt x="115" y="3582"/>
                </a:cubicBezTo>
                <a:cubicBezTo>
                  <a:pt x="150" y="3617"/>
                  <a:pt x="184" y="3628"/>
                  <a:pt x="219" y="3628"/>
                </a:cubicBezTo>
                <a:cubicBezTo>
                  <a:pt x="230" y="3663"/>
                  <a:pt x="265" y="3674"/>
                  <a:pt x="288" y="3686"/>
                </a:cubicBezTo>
                <a:cubicBezTo>
                  <a:pt x="319" y="3700"/>
                  <a:pt x="353" y="3706"/>
                  <a:pt x="386" y="3706"/>
                </a:cubicBezTo>
                <a:cubicBezTo>
                  <a:pt x="436" y="3706"/>
                  <a:pt x="487" y="3691"/>
                  <a:pt x="528" y="3663"/>
                </a:cubicBezTo>
                <a:cubicBezTo>
                  <a:pt x="850" y="3399"/>
                  <a:pt x="1183" y="3158"/>
                  <a:pt x="1539" y="2940"/>
                </a:cubicBezTo>
                <a:cubicBezTo>
                  <a:pt x="1711" y="3169"/>
                  <a:pt x="1872" y="3411"/>
                  <a:pt x="2021" y="3651"/>
                </a:cubicBezTo>
                <a:cubicBezTo>
                  <a:pt x="2055" y="3729"/>
                  <a:pt x="2135" y="3768"/>
                  <a:pt x="2212" y="3768"/>
                </a:cubicBezTo>
                <a:cubicBezTo>
                  <a:pt x="2237" y="3768"/>
                  <a:pt x="2262" y="3764"/>
                  <a:pt x="2285" y="3755"/>
                </a:cubicBezTo>
                <a:cubicBezTo>
                  <a:pt x="2388" y="3709"/>
                  <a:pt x="2457" y="3605"/>
                  <a:pt x="2434" y="3503"/>
                </a:cubicBezTo>
                <a:cubicBezTo>
                  <a:pt x="2377" y="3169"/>
                  <a:pt x="2331" y="2837"/>
                  <a:pt x="2319" y="2503"/>
                </a:cubicBezTo>
                <a:cubicBezTo>
                  <a:pt x="2538" y="2388"/>
                  <a:pt x="2768" y="2286"/>
                  <a:pt x="2997" y="2194"/>
                </a:cubicBezTo>
                <a:cubicBezTo>
                  <a:pt x="3066" y="2159"/>
                  <a:pt x="3112" y="2102"/>
                  <a:pt x="3135" y="2033"/>
                </a:cubicBezTo>
                <a:cubicBezTo>
                  <a:pt x="3146" y="1952"/>
                  <a:pt x="3123" y="1883"/>
                  <a:pt x="3077" y="1826"/>
                </a:cubicBezTo>
                <a:cubicBezTo>
                  <a:pt x="2870" y="1608"/>
                  <a:pt x="2572" y="1562"/>
                  <a:pt x="2308" y="1551"/>
                </a:cubicBezTo>
                <a:cubicBezTo>
                  <a:pt x="2331" y="1114"/>
                  <a:pt x="2388" y="689"/>
                  <a:pt x="2469" y="276"/>
                </a:cubicBezTo>
                <a:cubicBezTo>
                  <a:pt x="2492" y="161"/>
                  <a:pt x="2423" y="46"/>
                  <a:pt x="2319" y="12"/>
                </a:cubicBezTo>
                <a:cubicBezTo>
                  <a:pt x="2294" y="4"/>
                  <a:pt x="2268" y="1"/>
                  <a:pt x="224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0"/>
          <p:cNvSpPr txBox="1"/>
          <p:nvPr>
            <p:ph type="title"/>
          </p:nvPr>
        </p:nvSpPr>
        <p:spPr>
          <a:xfrm>
            <a:off x="2606289" y="1600513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Leigh</a:t>
            </a:r>
            <a:endParaRPr/>
          </a:p>
        </p:txBody>
      </p:sp>
      <p:sp>
        <p:nvSpPr>
          <p:cNvPr id="519" name="Google Shape;519;p40"/>
          <p:cNvSpPr txBox="1"/>
          <p:nvPr>
            <p:ph idx="1" type="subTitle"/>
          </p:nvPr>
        </p:nvSpPr>
        <p:spPr>
          <a:xfrm>
            <a:off x="2532175" y="2014450"/>
            <a:ext cx="1852200" cy="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completing application programming, this was a great refresher and practical way to use what I had learned. Props to Madison for laying the groundwork for the team!</a:t>
            </a:r>
            <a:endParaRPr/>
          </a:p>
        </p:txBody>
      </p:sp>
      <p:sp>
        <p:nvSpPr>
          <p:cNvPr id="520" name="Google Shape;520;p40"/>
          <p:cNvSpPr txBox="1"/>
          <p:nvPr>
            <p:ph idx="2" type="title"/>
          </p:nvPr>
        </p:nvSpPr>
        <p:spPr>
          <a:xfrm>
            <a:off x="6838781" y="1600513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Georgie</a:t>
            </a:r>
            <a:endParaRPr/>
          </a:p>
        </p:txBody>
      </p:sp>
      <p:sp>
        <p:nvSpPr>
          <p:cNvPr id="521" name="Google Shape;521;p40"/>
          <p:cNvSpPr txBox="1"/>
          <p:nvPr>
            <p:ph idx="3" type="subTitle"/>
          </p:nvPr>
        </p:nvSpPr>
        <p:spPr>
          <a:xfrm>
            <a:off x="6838775" y="2014444"/>
            <a:ext cx="1585200" cy="6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was an enjoyable way to reinforce the concepts from application programming while exploring how to properly work as a team.</a:t>
            </a:r>
            <a:endParaRPr/>
          </a:p>
        </p:txBody>
      </p:sp>
      <p:sp>
        <p:nvSpPr>
          <p:cNvPr id="522" name="Google Shape;522;p40"/>
          <p:cNvSpPr txBox="1"/>
          <p:nvPr>
            <p:ph idx="4" type="title"/>
          </p:nvPr>
        </p:nvSpPr>
        <p:spPr>
          <a:xfrm>
            <a:off x="4799198" y="1600513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Ire</a:t>
            </a:r>
            <a:endParaRPr/>
          </a:p>
        </p:txBody>
      </p:sp>
      <p:sp>
        <p:nvSpPr>
          <p:cNvPr id="523" name="Google Shape;523;p40"/>
          <p:cNvSpPr txBox="1"/>
          <p:nvPr>
            <p:ph idx="5" type="subTitle"/>
          </p:nvPr>
        </p:nvSpPr>
        <p:spPr>
          <a:xfrm>
            <a:off x="4799200" y="2014464"/>
            <a:ext cx="1585200" cy="22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project helped reinforce the imp</a:t>
            </a:r>
            <a:r>
              <a:rPr lang="en"/>
              <a:t>ortance of clear planning and communication when building a multi part application as a team.</a:t>
            </a:r>
            <a:endParaRPr/>
          </a:p>
        </p:txBody>
      </p:sp>
      <p:sp>
        <p:nvSpPr>
          <p:cNvPr id="524" name="Google Shape;524;p40"/>
          <p:cNvSpPr txBox="1"/>
          <p:nvPr>
            <p:ph idx="6" type="title"/>
          </p:nvPr>
        </p:nvSpPr>
        <p:spPr>
          <a:xfrm>
            <a:off x="720031" y="1600513"/>
            <a:ext cx="158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Madison</a:t>
            </a:r>
            <a:endParaRPr/>
          </a:p>
        </p:txBody>
      </p:sp>
      <p:sp>
        <p:nvSpPr>
          <p:cNvPr id="525" name="Google Shape;525;p40"/>
          <p:cNvSpPr txBox="1"/>
          <p:nvPr>
            <p:ph idx="7" type="subTitle"/>
          </p:nvPr>
        </p:nvSpPr>
        <p:spPr>
          <a:xfrm>
            <a:off x="720025" y="2014461"/>
            <a:ext cx="1585200" cy="192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was a great challenge, setting up the website was a task that required some use of research and AI, but working on the database and UI was fulfilling.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1"/>
          <p:cNvSpPr/>
          <p:nvPr/>
        </p:nvSpPr>
        <p:spPr>
          <a:xfrm>
            <a:off x="719988" y="2119725"/>
            <a:ext cx="3780600" cy="1454100"/>
          </a:xfrm>
          <a:prstGeom prst="roundRect">
            <a:avLst>
              <a:gd fmla="val 7853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1"/>
          <p:cNvSpPr txBox="1"/>
          <p:nvPr>
            <p:ph idx="1" type="subTitle"/>
          </p:nvPr>
        </p:nvSpPr>
        <p:spPr>
          <a:xfrm>
            <a:off x="720000" y="2244750"/>
            <a:ext cx="3780600" cy="11814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ondrina Solid"/>
                <a:ea typeface="Londrina Solid"/>
                <a:cs typeface="Londrina Solid"/>
                <a:sym typeface="Londrina Solid"/>
              </a:rPr>
              <a:t>DO YOU HAVE ANY QUESTIONS?</a:t>
            </a:r>
            <a:endParaRPr sz="2200">
              <a:latin typeface="Londrina Solid"/>
              <a:ea typeface="Londrina Solid"/>
              <a:cs typeface="Londrina Solid"/>
              <a:sym typeface="Londrina Soli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CS-3773-01T Software Engineering - Group 7</a:t>
            </a:r>
            <a:endParaRPr/>
          </a:p>
        </p:txBody>
      </p:sp>
      <p:sp>
        <p:nvSpPr>
          <p:cNvPr id="532" name="Google Shape;532;p41"/>
          <p:cNvSpPr txBox="1"/>
          <p:nvPr>
            <p:ph type="title"/>
          </p:nvPr>
        </p:nvSpPr>
        <p:spPr>
          <a:xfrm>
            <a:off x="719988" y="851575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533" name="Google Shape;533;p41"/>
          <p:cNvSpPr txBox="1"/>
          <p:nvPr>
            <p:ph idx="4294967295" type="subTitle"/>
          </p:nvPr>
        </p:nvSpPr>
        <p:spPr>
          <a:xfrm>
            <a:off x="720000" y="4342561"/>
            <a:ext cx="4448100" cy="2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Please keep this slide for attribution</a:t>
            </a:r>
            <a:endParaRPr sz="1200"/>
          </a:p>
        </p:txBody>
      </p:sp>
      <p:grpSp>
        <p:nvGrpSpPr>
          <p:cNvPr id="534" name="Google Shape;534;p41"/>
          <p:cNvGrpSpPr/>
          <p:nvPr/>
        </p:nvGrpSpPr>
        <p:grpSpPr>
          <a:xfrm>
            <a:off x="4586081" y="806028"/>
            <a:ext cx="299296" cy="301894"/>
            <a:chOff x="1171856" y="4093128"/>
            <a:chExt cx="299296" cy="301894"/>
          </a:xfrm>
        </p:grpSpPr>
        <p:grpSp>
          <p:nvGrpSpPr>
            <p:cNvPr id="535" name="Google Shape;535;p41"/>
            <p:cNvGrpSpPr/>
            <p:nvPr/>
          </p:nvGrpSpPr>
          <p:grpSpPr>
            <a:xfrm>
              <a:off x="1171856" y="4093128"/>
              <a:ext cx="146104" cy="123033"/>
              <a:chOff x="1171856" y="4093128"/>
              <a:chExt cx="146104" cy="123033"/>
            </a:xfrm>
          </p:grpSpPr>
          <p:sp>
            <p:nvSpPr>
              <p:cNvPr id="536" name="Google Shape;536;p41"/>
              <p:cNvSpPr/>
              <p:nvPr/>
            </p:nvSpPr>
            <p:spPr>
              <a:xfrm>
                <a:off x="1171856" y="4093128"/>
                <a:ext cx="146104" cy="123033"/>
              </a:xfrm>
              <a:custGeom>
                <a:rect b="b" l="l" r="r" t="t"/>
                <a:pathLst>
                  <a:path extrusionOk="0" h="3365" w="3996">
                    <a:moveTo>
                      <a:pt x="3973" y="2331"/>
                    </a:moveTo>
                    <a:cubicBezTo>
                      <a:pt x="3996" y="2240"/>
                      <a:pt x="3950" y="2136"/>
                      <a:pt x="3869" y="2079"/>
                    </a:cubicBezTo>
                    <a:lnTo>
                      <a:pt x="3077" y="1608"/>
                    </a:lnTo>
                    <a:lnTo>
                      <a:pt x="3559" y="322"/>
                    </a:lnTo>
                    <a:cubicBezTo>
                      <a:pt x="3605" y="230"/>
                      <a:pt x="3570" y="115"/>
                      <a:pt x="3490" y="58"/>
                    </a:cubicBezTo>
                    <a:cubicBezTo>
                      <a:pt x="3410" y="0"/>
                      <a:pt x="3295" y="0"/>
                      <a:pt x="3215" y="58"/>
                    </a:cubicBezTo>
                    <a:cubicBezTo>
                      <a:pt x="2813" y="357"/>
                      <a:pt x="2399" y="666"/>
                      <a:pt x="1986" y="954"/>
                    </a:cubicBezTo>
                    <a:lnTo>
                      <a:pt x="1205" y="494"/>
                    </a:lnTo>
                    <a:cubicBezTo>
                      <a:pt x="1125" y="436"/>
                      <a:pt x="1010" y="448"/>
                      <a:pt x="942" y="517"/>
                    </a:cubicBezTo>
                    <a:cubicBezTo>
                      <a:pt x="861" y="586"/>
                      <a:pt x="850" y="689"/>
                      <a:pt x="884" y="781"/>
                    </a:cubicBezTo>
                    <a:lnTo>
                      <a:pt x="1228" y="1505"/>
                    </a:lnTo>
                    <a:lnTo>
                      <a:pt x="126" y="2263"/>
                    </a:lnTo>
                    <a:cubicBezTo>
                      <a:pt x="34" y="2319"/>
                      <a:pt x="0" y="2434"/>
                      <a:pt x="34" y="2526"/>
                    </a:cubicBezTo>
                    <a:cubicBezTo>
                      <a:pt x="69" y="2630"/>
                      <a:pt x="172" y="2687"/>
                      <a:pt x="276" y="2676"/>
                    </a:cubicBezTo>
                    <a:cubicBezTo>
                      <a:pt x="758" y="2618"/>
                      <a:pt x="1240" y="2584"/>
                      <a:pt x="1733" y="2572"/>
                    </a:cubicBezTo>
                    <a:lnTo>
                      <a:pt x="2044" y="3238"/>
                    </a:lnTo>
                    <a:cubicBezTo>
                      <a:pt x="2090" y="3319"/>
                      <a:pt x="2170" y="3365"/>
                      <a:pt x="2262" y="3365"/>
                    </a:cubicBezTo>
                    <a:cubicBezTo>
                      <a:pt x="2353" y="3365"/>
                      <a:pt x="2434" y="3307"/>
                      <a:pt x="2468" y="3215"/>
                    </a:cubicBezTo>
                    <a:lnTo>
                      <a:pt x="2710" y="2561"/>
                    </a:lnTo>
                    <a:cubicBezTo>
                      <a:pt x="3054" y="2572"/>
                      <a:pt x="3387" y="2595"/>
                      <a:pt x="3731" y="2618"/>
                    </a:cubicBezTo>
                    <a:cubicBezTo>
                      <a:pt x="3858" y="2630"/>
                      <a:pt x="3961" y="2538"/>
                      <a:pt x="3973" y="2411"/>
                    </a:cubicBezTo>
                    <a:lnTo>
                      <a:pt x="3973" y="24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41"/>
              <p:cNvSpPr/>
              <p:nvPr/>
            </p:nvSpPr>
            <p:spPr>
              <a:xfrm>
                <a:off x="1171856" y="4093639"/>
                <a:ext cx="146104" cy="122521"/>
              </a:xfrm>
              <a:custGeom>
                <a:rect b="b" l="l" r="r" t="t"/>
                <a:pathLst>
                  <a:path extrusionOk="0" h="3351" w="3996">
                    <a:moveTo>
                      <a:pt x="2859" y="871"/>
                    </a:moveTo>
                    <a:lnTo>
                      <a:pt x="2675" y="1353"/>
                    </a:lnTo>
                    <a:lnTo>
                      <a:pt x="2411" y="1203"/>
                    </a:lnTo>
                    <a:cubicBezTo>
                      <a:pt x="2560" y="1088"/>
                      <a:pt x="2710" y="986"/>
                      <a:pt x="2859" y="871"/>
                    </a:cubicBezTo>
                    <a:close/>
                    <a:moveTo>
                      <a:pt x="2009" y="1491"/>
                    </a:moveTo>
                    <a:lnTo>
                      <a:pt x="2514" y="1789"/>
                    </a:lnTo>
                    <a:lnTo>
                      <a:pt x="2399" y="2088"/>
                    </a:lnTo>
                    <a:lnTo>
                      <a:pt x="2021" y="2088"/>
                    </a:lnTo>
                    <a:lnTo>
                      <a:pt x="1802" y="1640"/>
                    </a:lnTo>
                    <a:cubicBezTo>
                      <a:pt x="1871" y="1594"/>
                      <a:pt x="1940" y="1537"/>
                      <a:pt x="2009" y="1491"/>
                    </a:cubicBezTo>
                    <a:close/>
                    <a:moveTo>
                      <a:pt x="2904" y="2030"/>
                    </a:moveTo>
                    <a:lnTo>
                      <a:pt x="3042" y="2111"/>
                    </a:lnTo>
                    <a:cubicBezTo>
                      <a:pt x="2985" y="2099"/>
                      <a:pt x="2939" y="2099"/>
                      <a:pt x="2882" y="2099"/>
                    </a:cubicBezTo>
                    <a:lnTo>
                      <a:pt x="2904" y="2030"/>
                    </a:lnTo>
                    <a:close/>
                    <a:moveTo>
                      <a:pt x="1424" y="1904"/>
                    </a:moveTo>
                    <a:lnTo>
                      <a:pt x="1516" y="2111"/>
                    </a:lnTo>
                    <a:cubicBezTo>
                      <a:pt x="1378" y="2111"/>
                      <a:pt x="1240" y="2122"/>
                      <a:pt x="1102" y="2134"/>
                    </a:cubicBezTo>
                    <a:cubicBezTo>
                      <a:pt x="1205" y="2053"/>
                      <a:pt x="1320" y="1984"/>
                      <a:pt x="1424" y="1904"/>
                    </a:cubicBezTo>
                    <a:close/>
                    <a:moveTo>
                      <a:pt x="3352" y="1"/>
                    </a:moveTo>
                    <a:cubicBezTo>
                      <a:pt x="3304" y="1"/>
                      <a:pt x="3255" y="15"/>
                      <a:pt x="3215" y="44"/>
                    </a:cubicBezTo>
                    <a:cubicBezTo>
                      <a:pt x="2813" y="343"/>
                      <a:pt x="2399" y="652"/>
                      <a:pt x="1986" y="940"/>
                    </a:cubicBezTo>
                    <a:lnTo>
                      <a:pt x="1205" y="480"/>
                    </a:lnTo>
                    <a:cubicBezTo>
                      <a:pt x="1171" y="455"/>
                      <a:pt x="1130" y="443"/>
                      <a:pt x="1089" y="443"/>
                    </a:cubicBezTo>
                    <a:cubicBezTo>
                      <a:pt x="1035" y="443"/>
                      <a:pt x="981" y="464"/>
                      <a:pt x="942" y="503"/>
                    </a:cubicBezTo>
                    <a:cubicBezTo>
                      <a:pt x="861" y="572"/>
                      <a:pt x="850" y="675"/>
                      <a:pt x="884" y="767"/>
                    </a:cubicBezTo>
                    <a:lnTo>
                      <a:pt x="1228" y="1491"/>
                    </a:lnTo>
                    <a:lnTo>
                      <a:pt x="126" y="2249"/>
                    </a:lnTo>
                    <a:cubicBezTo>
                      <a:pt x="34" y="2305"/>
                      <a:pt x="0" y="2420"/>
                      <a:pt x="34" y="2512"/>
                    </a:cubicBezTo>
                    <a:cubicBezTo>
                      <a:pt x="66" y="2607"/>
                      <a:pt x="155" y="2663"/>
                      <a:pt x="250" y="2663"/>
                    </a:cubicBezTo>
                    <a:cubicBezTo>
                      <a:pt x="259" y="2663"/>
                      <a:pt x="267" y="2663"/>
                      <a:pt x="276" y="2662"/>
                    </a:cubicBezTo>
                    <a:cubicBezTo>
                      <a:pt x="758" y="2604"/>
                      <a:pt x="1240" y="2570"/>
                      <a:pt x="1733" y="2558"/>
                    </a:cubicBezTo>
                    <a:lnTo>
                      <a:pt x="2044" y="3224"/>
                    </a:lnTo>
                    <a:cubicBezTo>
                      <a:pt x="2090" y="3305"/>
                      <a:pt x="2170" y="3351"/>
                      <a:pt x="2262" y="3351"/>
                    </a:cubicBezTo>
                    <a:cubicBezTo>
                      <a:pt x="2353" y="3351"/>
                      <a:pt x="2434" y="3293"/>
                      <a:pt x="2468" y="3201"/>
                    </a:cubicBezTo>
                    <a:lnTo>
                      <a:pt x="2710" y="2547"/>
                    </a:lnTo>
                    <a:cubicBezTo>
                      <a:pt x="3054" y="2558"/>
                      <a:pt x="3387" y="2581"/>
                      <a:pt x="3731" y="2604"/>
                    </a:cubicBezTo>
                    <a:cubicBezTo>
                      <a:pt x="3739" y="2605"/>
                      <a:pt x="3746" y="2605"/>
                      <a:pt x="3753" y="2605"/>
                    </a:cubicBezTo>
                    <a:cubicBezTo>
                      <a:pt x="3870" y="2605"/>
                      <a:pt x="3961" y="2517"/>
                      <a:pt x="3973" y="2397"/>
                    </a:cubicBezTo>
                    <a:lnTo>
                      <a:pt x="3973" y="2386"/>
                    </a:lnTo>
                    <a:lnTo>
                      <a:pt x="3973" y="2317"/>
                    </a:lnTo>
                    <a:cubicBezTo>
                      <a:pt x="3996" y="2226"/>
                      <a:pt x="3950" y="2122"/>
                      <a:pt x="3869" y="2065"/>
                    </a:cubicBezTo>
                    <a:lnTo>
                      <a:pt x="3077" y="1594"/>
                    </a:lnTo>
                    <a:lnTo>
                      <a:pt x="3559" y="308"/>
                    </a:lnTo>
                    <a:cubicBezTo>
                      <a:pt x="3605" y="216"/>
                      <a:pt x="3570" y="101"/>
                      <a:pt x="3490" y="44"/>
                    </a:cubicBezTo>
                    <a:cubicBezTo>
                      <a:pt x="3450" y="15"/>
                      <a:pt x="3401" y="1"/>
                      <a:pt x="33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8" name="Google Shape;538;p41"/>
            <p:cNvSpPr/>
            <p:nvPr/>
          </p:nvSpPr>
          <p:spPr>
            <a:xfrm>
              <a:off x="1392213" y="4320617"/>
              <a:ext cx="78938" cy="74405"/>
            </a:xfrm>
            <a:custGeom>
              <a:rect b="b" l="l" r="r" t="t"/>
              <a:pathLst>
                <a:path extrusionOk="0" h="2035" w="2159">
                  <a:moveTo>
                    <a:pt x="878" y="1"/>
                  </a:moveTo>
                  <a:cubicBezTo>
                    <a:pt x="846" y="1"/>
                    <a:pt x="813" y="8"/>
                    <a:pt x="781" y="24"/>
                  </a:cubicBezTo>
                  <a:cubicBezTo>
                    <a:pt x="689" y="59"/>
                    <a:pt x="643" y="162"/>
                    <a:pt x="655" y="254"/>
                  </a:cubicBezTo>
                  <a:lnTo>
                    <a:pt x="689" y="598"/>
                  </a:lnTo>
                  <a:cubicBezTo>
                    <a:pt x="518" y="656"/>
                    <a:pt x="345" y="702"/>
                    <a:pt x="173" y="748"/>
                  </a:cubicBezTo>
                  <a:cubicBezTo>
                    <a:pt x="69" y="782"/>
                    <a:pt x="0" y="874"/>
                    <a:pt x="12" y="989"/>
                  </a:cubicBezTo>
                  <a:cubicBezTo>
                    <a:pt x="12" y="1103"/>
                    <a:pt x="104" y="1184"/>
                    <a:pt x="219" y="1195"/>
                  </a:cubicBezTo>
                  <a:cubicBezTo>
                    <a:pt x="391" y="1218"/>
                    <a:pt x="575" y="1241"/>
                    <a:pt x="758" y="1276"/>
                  </a:cubicBezTo>
                  <a:lnTo>
                    <a:pt x="816" y="1838"/>
                  </a:lnTo>
                  <a:cubicBezTo>
                    <a:pt x="826" y="1947"/>
                    <a:pt x="930" y="2035"/>
                    <a:pt x="1048" y="2035"/>
                  </a:cubicBezTo>
                  <a:cubicBezTo>
                    <a:pt x="1055" y="2035"/>
                    <a:pt x="1062" y="2034"/>
                    <a:pt x="1069" y="2034"/>
                  </a:cubicBezTo>
                  <a:cubicBezTo>
                    <a:pt x="1195" y="2022"/>
                    <a:pt x="1275" y="1919"/>
                    <a:pt x="1275" y="1792"/>
                  </a:cubicBezTo>
                  <a:cubicBezTo>
                    <a:pt x="1263" y="1666"/>
                    <a:pt x="1275" y="1540"/>
                    <a:pt x="1321" y="1402"/>
                  </a:cubicBezTo>
                  <a:cubicBezTo>
                    <a:pt x="1505" y="1448"/>
                    <a:pt x="1677" y="1506"/>
                    <a:pt x="1849" y="1575"/>
                  </a:cubicBezTo>
                  <a:cubicBezTo>
                    <a:pt x="1878" y="1585"/>
                    <a:pt x="1907" y="1590"/>
                    <a:pt x="1936" y="1590"/>
                  </a:cubicBezTo>
                  <a:cubicBezTo>
                    <a:pt x="2029" y="1590"/>
                    <a:pt x="2113" y="1534"/>
                    <a:pt x="2148" y="1437"/>
                  </a:cubicBezTo>
                  <a:cubicBezTo>
                    <a:pt x="2159" y="1414"/>
                    <a:pt x="2159" y="1391"/>
                    <a:pt x="2159" y="1368"/>
                  </a:cubicBezTo>
                  <a:cubicBezTo>
                    <a:pt x="2159" y="1276"/>
                    <a:pt x="2102" y="1184"/>
                    <a:pt x="2010" y="1149"/>
                  </a:cubicBezTo>
                  <a:cubicBezTo>
                    <a:pt x="2010" y="1149"/>
                    <a:pt x="1998" y="1149"/>
                    <a:pt x="1998" y="1138"/>
                  </a:cubicBezTo>
                  <a:lnTo>
                    <a:pt x="1987" y="1138"/>
                  </a:lnTo>
                  <a:cubicBezTo>
                    <a:pt x="1883" y="1023"/>
                    <a:pt x="1792" y="909"/>
                    <a:pt x="1689" y="794"/>
                  </a:cubicBezTo>
                  <a:cubicBezTo>
                    <a:pt x="1781" y="690"/>
                    <a:pt x="1872" y="587"/>
                    <a:pt x="1987" y="483"/>
                  </a:cubicBezTo>
                  <a:cubicBezTo>
                    <a:pt x="2067" y="403"/>
                    <a:pt x="2079" y="277"/>
                    <a:pt x="2010" y="174"/>
                  </a:cubicBezTo>
                  <a:cubicBezTo>
                    <a:pt x="1966" y="116"/>
                    <a:pt x="1899" y="85"/>
                    <a:pt x="1833" y="85"/>
                  </a:cubicBezTo>
                  <a:cubicBezTo>
                    <a:pt x="1794" y="85"/>
                    <a:pt x="1756" y="95"/>
                    <a:pt x="1723" y="116"/>
                  </a:cubicBezTo>
                  <a:cubicBezTo>
                    <a:pt x="1574" y="197"/>
                    <a:pt x="1436" y="277"/>
                    <a:pt x="1286" y="346"/>
                  </a:cubicBezTo>
                  <a:cubicBezTo>
                    <a:pt x="1206" y="254"/>
                    <a:pt x="1126" y="162"/>
                    <a:pt x="1046" y="82"/>
                  </a:cubicBezTo>
                  <a:cubicBezTo>
                    <a:pt x="1000" y="29"/>
                    <a:pt x="940" y="1"/>
                    <a:pt x="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4891049" y="3043950"/>
            <a:ext cx="392968" cy="290451"/>
            <a:chOff x="-1078188" y="2374200"/>
            <a:chExt cx="392968" cy="290451"/>
          </a:xfrm>
        </p:grpSpPr>
        <p:grpSp>
          <p:nvGrpSpPr>
            <p:cNvPr id="540" name="Google Shape;540;p41"/>
            <p:cNvGrpSpPr/>
            <p:nvPr/>
          </p:nvGrpSpPr>
          <p:grpSpPr>
            <a:xfrm>
              <a:off x="-809971" y="2374200"/>
              <a:ext cx="124751" cy="144349"/>
              <a:chOff x="-809971" y="2374200"/>
              <a:chExt cx="124751" cy="144349"/>
            </a:xfrm>
          </p:grpSpPr>
          <p:sp>
            <p:nvSpPr>
              <p:cNvPr id="541" name="Google Shape;541;p41"/>
              <p:cNvSpPr/>
              <p:nvPr/>
            </p:nvSpPr>
            <p:spPr>
              <a:xfrm>
                <a:off x="-809971" y="2374310"/>
                <a:ext cx="124313" cy="144239"/>
              </a:xfrm>
              <a:custGeom>
                <a:rect b="b" l="l" r="r" t="t"/>
                <a:pathLst>
                  <a:path extrusionOk="0" h="3945" w="3400">
                    <a:moveTo>
                      <a:pt x="860" y="1"/>
                    </a:moveTo>
                    <a:cubicBezTo>
                      <a:pt x="830" y="1"/>
                      <a:pt x="799" y="6"/>
                      <a:pt x="770" y="18"/>
                    </a:cubicBezTo>
                    <a:cubicBezTo>
                      <a:pt x="712" y="41"/>
                      <a:pt x="678" y="75"/>
                      <a:pt x="656" y="133"/>
                    </a:cubicBezTo>
                    <a:cubicBezTo>
                      <a:pt x="644" y="144"/>
                      <a:pt x="633" y="167"/>
                      <a:pt x="633" y="179"/>
                    </a:cubicBezTo>
                    <a:lnTo>
                      <a:pt x="633" y="225"/>
                    </a:lnTo>
                    <a:lnTo>
                      <a:pt x="633" y="259"/>
                    </a:lnTo>
                    <a:cubicBezTo>
                      <a:pt x="633" y="282"/>
                      <a:pt x="633" y="293"/>
                      <a:pt x="644" y="316"/>
                    </a:cubicBezTo>
                    <a:cubicBezTo>
                      <a:pt x="690" y="649"/>
                      <a:pt x="724" y="982"/>
                      <a:pt x="758" y="1327"/>
                    </a:cubicBezTo>
                    <a:cubicBezTo>
                      <a:pt x="770" y="1453"/>
                      <a:pt x="781" y="1579"/>
                      <a:pt x="781" y="1705"/>
                    </a:cubicBezTo>
                    <a:lnTo>
                      <a:pt x="196" y="2016"/>
                    </a:lnTo>
                    <a:lnTo>
                      <a:pt x="127" y="2050"/>
                    </a:lnTo>
                    <a:cubicBezTo>
                      <a:pt x="47" y="2085"/>
                      <a:pt x="1" y="2176"/>
                      <a:pt x="1" y="2268"/>
                    </a:cubicBezTo>
                    <a:cubicBezTo>
                      <a:pt x="13" y="2325"/>
                      <a:pt x="47" y="2394"/>
                      <a:pt x="92" y="2429"/>
                    </a:cubicBezTo>
                    <a:lnTo>
                      <a:pt x="161" y="2463"/>
                    </a:lnTo>
                    <a:lnTo>
                      <a:pt x="816" y="2693"/>
                    </a:lnTo>
                    <a:lnTo>
                      <a:pt x="816" y="2819"/>
                    </a:lnTo>
                    <a:cubicBezTo>
                      <a:pt x="827" y="2991"/>
                      <a:pt x="816" y="3164"/>
                      <a:pt x="816" y="3336"/>
                    </a:cubicBezTo>
                    <a:cubicBezTo>
                      <a:pt x="816" y="3462"/>
                      <a:pt x="804" y="3588"/>
                      <a:pt x="804" y="3703"/>
                    </a:cubicBezTo>
                    <a:cubicBezTo>
                      <a:pt x="793" y="3761"/>
                      <a:pt x="816" y="3807"/>
                      <a:pt x="839" y="3841"/>
                    </a:cubicBezTo>
                    <a:cubicBezTo>
                      <a:pt x="850" y="3864"/>
                      <a:pt x="862" y="3876"/>
                      <a:pt x="873" y="3887"/>
                    </a:cubicBezTo>
                    <a:cubicBezTo>
                      <a:pt x="885" y="3899"/>
                      <a:pt x="896" y="3910"/>
                      <a:pt x="908" y="3910"/>
                    </a:cubicBezTo>
                    <a:cubicBezTo>
                      <a:pt x="942" y="3933"/>
                      <a:pt x="977" y="3945"/>
                      <a:pt x="1011" y="3945"/>
                    </a:cubicBezTo>
                    <a:lnTo>
                      <a:pt x="1023" y="3945"/>
                    </a:lnTo>
                    <a:cubicBezTo>
                      <a:pt x="1046" y="3945"/>
                      <a:pt x="1069" y="3945"/>
                      <a:pt x="1092" y="3933"/>
                    </a:cubicBezTo>
                    <a:cubicBezTo>
                      <a:pt x="1116" y="3938"/>
                      <a:pt x="1138" y="3941"/>
                      <a:pt x="1158" y="3941"/>
                    </a:cubicBezTo>
                    <a:cubicBezTo>
                      <a:pt x="1187" y="3941"/>
                      <a:pt x="1214" y="3935"/>
                      <a:pt x="1241" y="3922"/>
                    </a:cubicBezTo>
                    <a:lnTo>
                      <a:pt x="1253" y="3910"/>
                    </a:lnTo>
                    <a:cubicBezTo>
                      <a:pt x="1264" y="3910"/>
                      <a:pt x="1276" y="3899"/>
                      <a:pt x="1276" y="3899"/>
                    </a:cubicBezTo>
                    <a:lnTo>
                      <a:pt x="1344" y="3830"/>
                    </a:lnTo>
                    <a:lnTo>
                      <a:pt x="1585" y="3371"/>
                    </a:lnTo>
                    <a:lnTo>
                      <a:pt x="1792" y="3026"/>
                    </a:lnTo>
                    <a:lnTo>
                      <a:pt x="3078" y="3462"/>
                    </a:lnTo>
                    <a:lnTo>
                      <a:pt x="3090" y="3473"/>
                    </a:lnTo>
                    <a:cubicBezTo>
                      <a:pt x="3108" y="3478"/>
                      <a:pt x="3128" y="3480"/>
                      <a:pt x="3148" y="3480"/>
                    </a:cubicBezTo>
                    <a:cubicBezTo>
                      <a:pt x="3226" y="3480"/>
                      <a:pt x="3308" y="3446"/>
                      <a:pt x="3353" y="3382"/>
                    </a:cubicBezTo>
                    <a:cubicBezTo>
                      <a:pt x="3365" y="3359"/>
                      <a:pt x="3376" y="3336"/>
                      <a:pt x="3376" y="3313"/>
                    </a:cubicBezTo>
                    <a:cubicBezTo>
                      <a:pt x="3399" y="3256"/>
                      <a:pt x="3388" y="3175"/>
                      <a:pt x="3342" y="3118"/>
                    </a:cubicBezTo>
                    <a:lnTo>
                      <a:pt x="3342" y="3106"/>
                    </a:lnTo>
                    <a:cubicBezTo>
                      <a:pt x="3284" y="3049"/>
                      <a:pt x="3238" y="2980"/>
                      <a:pt x="3181" y="2911"/>
                    </a:cubicBezTo>
                    <a:cubicBezTo>
                      <a:pt x="3147" y="2865"/>
                      <a:pt x="3101" y="2819"/>
                      <a:pt x="3067" y="2762"/>
                    </a:cubicBezTo>
                    <a:cubicBezTo>
                      <a:pt x="2837" y="2486"/>
                      <a:pt x="2618" y="2199"/>
                      <a:pt x="2401" y="1912"/>
                    </a:cubicBezTo>
                    <a:lnTo>
                      <a:pt x="2435" y="1855"/>
                    </a:lnTo>
                    <a:lnTo>
                      <a:pt x="2848" y="1120"/>
                    </a:lnTo>
                    <a:cubicBezTo>
                      <a:pt x="2860" y="1085"/>
                      <a:pt x="2871" y="1051"/>
                      <a:pt x="2871" y="1016"/>
                    </a:cubicBezTo>
                    <a:lnTo>
                      <a:pt x="2871" y="959"/>
                    </a:lnTo>
                    <a:cubicBezTo>
                      <a:pt x="2860" y="925"/>
                      <a:pt x="2837" y="891"/>
                      <a:pt x="2814" y="856"/>
                    </a:cubicBezTo>
                    <a:cubicBezTo>
                      <a:pt x="2802" y="845"/>
                      <a:pt x="2779" y="833"/>
                      <a:pt x="2768" y="822"/>
                    </a:cubicBezTo>
                    <a:cubicBezTo>
                      <a:pt x="2733" y="799"/>
                      <a:pt x="2676" y="787"/>
                      <a:pt x="2630" y="787"/>
                    </a:cubicBezTo>
                    <a:lnTo>
                      <a:pt x="2584" y="787"/>
                    </a:lnTo>
                    <a:cubicBezTo>
                      <a:pt x="2572" y="799"/>
                      <a:pt x="2561" y="799"/>
                      <a:pt x="2538" y="810"/>
                    </a:cubicBezTo>
                    <a:lnTo>
                      <a:pt x="1838" y="1177"/>
                    </a:lnTo>
                    <a:cubicBezTo>
                      <a:pt x="1792" y="1120"/>
                      <a:pt x="1758" y="1062"/>
                      <a:pt x="1712" y="1005"/>
                    </a:cubicBezTo>
                    <a:cubicBezTo>
                      <a:pt x="1585" y="833"/>
                      <a:pt x="1447" y="649"/>
                      <a:pt x="1321" y="477"/>
                    </a:cubicBezTo>
                    <a:lnTo>
                      <a:pt x="1046" y="98"/>
                    </a:lnTo>
                    <a:cubicBezTo>
                      <a:pt x="1011" y="64"/>
                      <a:pt x="988" y="29"/>
                      <a:pt x="942" y="18"/>
                    </a:cubicBezTo>
                    <a:cubicBezTo>
                      <a:pt x="919" y="6"/>
                      <a:pt x="890" y="1"/>
                      <a:pt x="86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41"/>
              <p:cNvSpPr/>
              <p:nvPr/>
            </p:nvSpPr>
            <p:spPr>
              <a:xfrm>
                <a:off x="-809971" y="2374200"/>
                <a:ext cx="124751" cy="144349"/>
              </a:xfrm>
              <a:custGeom>
                <a:rect b="b" l="l" r="r" t="t"/>
                <a:pathLst>
                  <a:path extrusionOk="0" h="3948" w="3412">
                    <a:moveTo>
                      <a:pt x="1184" y="1065"/>
                    </a:moveTo>
                    <a:lnTo>
                      <a:pt x="1184" y="1065"/>
                    </a:lnTo>
                    <a:cubicBezTo>
                      <a:pt x="1264" y="1169"/>
                      <a:pt x="1344" y="1284"/>
                      <a:pt x="1424" y="1387"/>
                    </a:cubicBezTo>
                    <a:lnTo>
                      <a:pt x="1230" y="1491"/>
                    </a:lnTo>
                    <a:cubicBezTo>
                      <a:pt x="1218" y="1353"/>
                      <a:pt x="1207" y="1203"/>
                      <a:pt x="1184" y="1065"/>
                    </a:cubicBezTo>
                    <a:close/>
                    <a:moveTo>
                      <a:pt x="1700" y="1754"/>
                    </a:moveTo>
                    <a:cubicBezTo>
                      <a:pt x="1758" y="1823"/>
                      <a:pt x="1804" y="1892"/>
                      <a:pt x="1861" y="1961"/>
                    </a:cubicBezTo>
                    <a:lnTo>
                      <a:pt x="1574" y="2466"/>
                    </a:lnTo>
                    <a:lnTo>
                      <a:pt x="1276" y="2363"/>
                    </a:lnTo>
                    <a:cubicBezTo>
                      <a:pt x="1264" y="2236"/>
                      <a:pt x="1264" y="2111"/>
                      <a:pt x="1253" y="1984"/>
                    </a:cubicBezTo>
                    <a:lnTo>
                      <a:pt x="1700" y="1754"/>
                    </a:lnTo>
                    <a:close/>
                    <a:moveTo>
                      <a:pt x="2159" y="2351"/>
                    </a:moveTo>
                    <a:cubicBezTo>
                      <a:pt x="2274" y="2501"/>
                      <a:pt x="2389" y="2650"/>
                      <a:pt x="2504" y="2788"/>
                    </a:cubicBezTo>
                    <a:lnTo>
                      <a:pt x="2010" y="2627"/>
                    </a:lnTo>
                    <a:lnTo>
                      <a:pt x="2159" y="2351"/>
                    </a:lnTo>
                    <a:close/>
                    <a:moveTo>
                      <a:pt x="1276" y="2845"/>
                    </a:moveTo>
                    <a:lnTo>
                      <a:pt x="1355" y="2879"/>
                    </a:lnTo>
                    <a:lnTo>
                      <a:pt x="1276" y="3006"/>
                    </a:lnTo>
                    <a:lnTo>
                      <a:pt x="1276" y="2845"/>
                    </a:lnTo>
                    <a:close/>
                    <a:moveTo>
                      <a:pt x="857" y="1"/>
                    </a:moveTo>
                    <a:cubicBezTo>
                      <a:pt x="827" y="1"/>
                      <a:pt x="798" y="7"/>
                      <a:pt x="770" y="21"/>
                    </a:cubicBezTo>
                    <a:cubicBezTo>
                      <a:pt x="678" y="55"/>
                      <a:pt x="621" y="159"/>
                      <a:pt x="633" y="262"/>
                    </a:cubicBezTo>
                    <a:cubicBezTo>
                      <a:pt x="701" y="744"/>
                      <a:pt x="758" y="1226"/>
                      <a:pt x="781" y="1708"/>
                    </a:cubicBezTo>
                    <a:lnTo>
                      <a:pt x="127" y="2053"/>
                    </a:lnTo>
                    <a:cubicBezTo>
                      <a:pt x="47" y="2088"/>
                      <a:pt x="1" y="2179"/>
                      <a:pt x="1" y="2271"/>
                    </a:cubicBezTo>
                    <a:cubicBezTo>
                      <a:pt x="13" y="2363"/>
                      <a:pt x="70" y="2432"/>
                      <a:pt x="161" y="2466"/>
                    </a:cubicBezTo>
                    <a:lnTo>
                      <a:pt x="816" y="2696"/>
                    </a:lnTo>
                    <a:cubicBezTo>
                      <a:pt x="827" y="3029"/>
                      <a:pt x="816" y="3374"/>
                      <a:pt x="804" y="3706"/>
                    </a:cubicBezTo>
                    <a:cubicBezTo>
                      <a:pt x="793" y="3833"/>
                      <a:pt x="885" y="3948"/>
                      <a:pt x="1011" y="3948"/>
                    </a:cubicBezTo>
                    <a:lnTo>
                      <a:pt x="1023" y="3948"/>
                    </a:lnTo>
                    <a:cubicBezTo>
                      <a:pt x="1046" y="3948"/>
                      <a:pt x="1069" y="3948"/>
                      <a:pt x="1092" y="3936"/>
                    </a:cubicBezTo>
                    <a:cubicBezTo>
                      <a:pt x="1108" y="3940"/>
                      <a:pt x="1124" y="3942"/>
                      <a:pt x="1141" y="3942"/>
                    </a:cubicBezTo>
                    <a:cubicBezTo>
                      <a:pt x="1218" y="3942"/>
                      <a:pt x="1297" y="3899"/>
                      <a:pt x="1344" y="3833"/>
                    </a:cubicBezTo>
                    <a:lnTo>
                      <a:pt x="1792" y="3029"/>
                    </a:lnTo>
                    <a:lnTo>
                      <a:pt x="3090" y="3476"/>
                    </a:lnTo>
                    <a:cubicBezTo>
                      <a:pt x="3108" y="3481"/>
                      <a:pt x="3128" y="3483"/>
                      <a:pt x="3148" y="3483"/>
                    </a:cubicBezTo>
                    <a:cubicBezTo>
                      <a:pt x="3226" y="3483"/>
                      <a:pt x="3308" y="3449"/>
                      <a:pt x="3353" y="3385"/>
                    </a:cubicBezTo>
                    <a:cubicBezTo>
                      <a:pt x="3411" y="3305"/>
                      <a:pt x="3399" y="3190"/>
                      <a:pt x="3342" y="3109"/>
                    </a:cubicBezTo>
                    <a:cubicBezTo>
                      <a:pt x="3021" y="2719"/>
                      <a:pt x="2710" y="2317"/>
                      <a:pt x="2401" y="1915"/>
                    </a:cubicBezTo>
                    <a:lnTo>
                      <a:pt x="2848" y="1123"/>
                    </a:lnTo>
                    <a:cubicBezTo>
                      <a:pt x="2894" y="1042"/>
                      <a:pt x="2883" y="928"/>
                      <a:pt x="2814" y="859"/>
                    </a:cubicBezTo>
                    <a:cubicBezTo>
                      <a:pt x="2770" y="814"/>
                      <a:pt x="2706" y="789"/>
                      <a:pt x="2642" y="789"/>
                    </a:cubicBezTo>
                    <a:cubicBezTo>
                      <a:pt x="2606" y="789"/>
                      <a:pt x="2571" y="796"/>
                      <a:pt x="2538" y="813"/>
                    </a:cubicBezTo>
                    <a:lnTo>
                      <a:pt x="1838" y="1180"/>
                    </a:lnTo>
                    <a:cubicBezTo>
                      <a:pt x="1562" y="813"/>
                      <a:pt x="1298" y="457"/>
                      <a:pt x="1046" y="101"/>
                    </a:cubicBezTo>
                    <a:cubicBezTo>
                      <a:pt x="998" y="37"/>
                      <a:pt x="927" y="1"/>
                      <a:pt x="8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3" name="Google Shape;543;p41"/>
            <p:cNvGrpSpPr/>
            <p:nvPr/>
          </p:nvGrpSpPr>
          <p:grpSpPr>
            <a:xfrm>
              <a:off x="-1078188" y="2511746"/>
              <a:ext cx="104532" cy="152904"/>
              <a:chOff x="-1078188" y="2511746"/>
              <a:chExt cx="104532" cy="152904"/>
            </a:xfrm>
          </p:grpSpPr>
          <p:sp>
            <p:nvSpPr>
              <p:cNvPr id="544" name="Google Shape;544;p41"/>
              <p:cNvSpPr/>
              <p:nvPr/>
            </p:nvSpPr>
            <p:spPr>
              <a:xfrm>
                <a:off x="-1078188" y="2511783"/>
                <a:ext cx="103691" cy="152868"/>
              </a:xfrm>
              <a:custGeom>
                <a:rect b="b" l="l" r="r" t="t"/>
                <a:pathLst>
                  <a:path extrusionOk="0" h="4181" w="2836">
                    <a:moveTo>
                      <a:pt x="1263" y="1"/>
                    </a:moveTo>
                    <a:cubicBezTo>
                      <a:pt x="1149" y="12"/>
                      <a:pt x="1057" y="104"/>
                      <a:pt x="1057" y="219"/>
                    </a:cubicBezTo>
                    <a:cubicBezTo>
                      <a:pt x="1045" y="655"/>
                      <a:pt x="1022" y="1103"/>
                      <a:pt x="976" y="1539"/>
                    </a:cubicBezTo>
                    <a:cubicBezTo>
                      <a:pt x="976" y="1596"/>
                      <a:pt x="965" y="1654"/>
                      <a:pt x="953" y="1711"/>
                    </a:cubicBezTo>
                    <a:cubicBezTo>
                      <a:pt x="746" y="1769"/>
                      <a:pt x="529" y="1803"/>
                      <a:pt x="310" y="1826"/>
                    </a:cubicBezTo>
                    <a:lnTo>
                      <a:pt x="230" y="1826"/>
                    </a:lnTo>
                    <a:cubicBezTo>
                      <a:pt x="149" y="1838"/>
                      <a:pt x="69" y="1884"/>
                      <a:pt x="34" y="1964"/>
                    </a:cubicBezTo>
                    <a:cubicBezTo>
                      <a:pt x="34" y="1976"/>
                      <a:pt x="23" y="1999"/>
                      <a:pt x="23" y="2033"/>
                    </a:cubicBezTo>
                    <a:cubicBezTo>
                      <a:pt x="0" y="2136"/>
                      <a:pt x="69" y="2239"/>
                      <a:pt x="172" y="2274"/>
                    </a:cubicBezTo>
                    <a:cubicBezTo>
                      <a:pt x="345" y="2331"/>
                      <a:pt x="529" y="2400"/>
                      <a:pt x="700" y="2481"/>
                    </a:cubicBezTo>
                    <a:cubicBezTo>
                      <a:pt x="746" y="2492"/>
                      <a:pt x="792" y="2515"/>
                      <a:pt x="838" y="2538"/>
                    </a:cubicBezTo>
                    <a:cubicBezTo>
                      <a:pt x="804" y="2767"/>
                      <a:pt x="758" y="2986"/>
                      <a:pt x="712" y="3216"/>
                    </a:cubicBezTo>
                    <a:cubicBezTo>
                      <a:pt x="666" y="3433"/>
                      <a:pt x="620" y="3663"/>
                      <a:pt x="563" y="3882"/>
                    </a:cubicBezTo>
                    <a:cubicBezTo>
                      <a:pt x="552" y="3916"/>
                      <a:pt x="552" y="3951"/>
                      <a:pt x="552" y="3985"/>
                    </a:cubicBezTo>
                    <a:cubicBezTo>
                      <a:pt x="563" y="4042"/>
                      <a:pt x="608" y="4099"/>
                      <a:pt x="666" y="4134"/>
                    </a:cubicBezTo>
                    <a:cubicBezTo>
                      <a:pt x="677" y="4145"/>
                      <a:pt x="700" y="4157"/>
                      <a:pt x="723" y="4157"/>
                    </a:cubicBezTo>
                    <a:cubicBezTo>
                      <a:pt x="723" y="4168"/>
                      <a:pt x="735" y="4168"/>
                      <a:pt x="746" y="4168"/>
                    </a:cubicBezTo>
                    <a:lnTo>
                      <a:pt x="827" y="4168"/>
                    </a:lnTo>
                    <a:cubicBezTo>
                      <a:pt x="861" y="4180"/>
                      <a:pt x="884" y="4180"/>
                      <a:pt x="919" y="4180"/>
                    </a:cubicBezTo>
                    <a:lnTo>
                      <a:pt x="976" y="4180"/>
                    </a:lnTo>
                    <a:cubicBezTo>
                      <a:pt x="988" y="4168"/>
                      <a:pt x="988" y="4168"/>
                      <a:pt x="999" y="4168"/>
                    </a:cubicBezTo>
                    <a:cubicBezTo>
                      <a:pt x="1045" y="4157"/>
                      <a:pt x="1091" y="4111"/>
                      <a:pt x="1126" y="4065"/>
                    </a:cubicBezTo>
                    <a:cubicBezTo>
                      <a:pt x="1194" y="3928"/>
                      <a:pt x="1263" y="3790"/>
                      <a:pt x="1343" y="3652"/>
                    </a:cubicBezTo>
                    <a:cubicBezTo>
                      <a:pt x="1458" y="3456"/>
                      <a:pt x="1573" y="3262"/>
                      <a:pt x="1700" y="3066"/>
                    </a:cubicBezTo>
                    <a:cubicBezTo>
                      <a:pt x="1723" y="3043"/>
                      <a:pt x="1734" y="3020"/>
                      <a:pt x="1757" y="2986"/>
                    </a:cubicBezTo>
                    <a:cubicBezTo>
                      <a:pt x="1803" y="3020"/>
                      <a:pt x="1860" y="3043"/>
                      <a:pt x="1906" y="3078"/>
                    </a:cubicBezTo>
                    <a:cubicBezTo>
                      <a:pt x="1940" y="3101"/>
                      <a:pt x="1963" y="3112"/>
                      <a:pt x="1998" y="3135"/>
                    </a:cubicBezTo>
                    <a:cubicBezTo>
                      <a:pt x="2044" y="3170"/>
                      <a:pt x="2101" y="3193"/>
                      <a:pt x="2159" y="3227"/>
                    </a:cubicBezTo>
                    <a:cubicBezTo>
                      <a:pt x="2262" y="3296"/>
                      <a:pt x="2377" y="3376"/>
                      <a:pt x="2480" y="3445"/>
                    </a:cubicBezTo>
                    <a:cubicBezTo>
                      <a:pt x="2491" y="3445"/>
                      <a:pt x="2491" y="3456"/>
                      <a:pt x="2503" y="3456"/>
                    </a:cubicBezTo>
                    <a:cubicBezTo>
                      <a:pt x="2503" y="3456"/>
                      <a:pt x="2514" y="3468"/>
                      <a:pt x="2526" y="3468"/>
                    </a:cubicBezTo>
                    <a:lnTo>
                      <a:pt x="2537" y="3468"/>
                    </a:lnTo>
                    <a:cubicBezTo>
                      <a:pt x="2563" y="3479"/>
                      <a:pt x="2590" y="3484"/>
                      <a:pt x="2617" y="3484"/>
                    </a:cubicBezTo>
                    <a:cubicBezTo>
                      <a:pt x="2673" y="3484"/>
                      <a:pt x="2728" y="3461"/>
                      <a:pt x="2767" y="3422"/>
                    </a:cubicBezTo>
                    <a:cubicBezTo>
                      <a:pt x="2790" y="3399"/>
                      <a:pt x="2813" y="3365"/>
                      <a:pt x="2825" y="3331"/>
                    </a:cubicBezTo>
                    <a:cubicBezTo>
                      <a:pt x="2825" y="3319"/>
                      <a:pt x="2836" y="3296"/>
                      <a:pt x="2836" y="3285"/>
                    </a:cubicBezTo>
                    <a:cubicBezTo>
                      <a:pt x="2836" y="3227"/>
                      <a:pt x="2825" y="3170"/>
                      <a:pt x="2802" y="3135"/>
                    </a:cubicBezTo>
                    <a:cubicBezTo>
                      <a:pt x="2606" y="2848"/>
                      <a:pt x="2434" y="2561"/>
                      <a:pt x="2285" y="2274"/>
                    </a:cubicBezTo>
                    <a:cubicBezTo>
                      <a:pt x="2446" y="2079"/>
                      <a:pt x="2606" y="1884"/>
                      <a:pt x="2779" y="1711"/>
                    </a:cubicBezTo>
                    <a:cubicBezTo>
                      <a:pt x="2802" y="1677"/>
                      <a:pt x="2813" y="1654"/>
                      <a:pt x="2825" y="1619"/>
                    </a:cubicBezTo>
                    <a:cubicBezTo>
                      <a:pt x="2836" y="1585"/>
                      <a:pt x="2836" y="1539"/>
                      <a:pt x="2825" y="1505"/>
                    </a:cubicBezTo>
                    <a:cubicBezTo>
                      <a:pt x="2825" y="1471"/>
                      <a:pt x="2802" y="1436"/>
                      <a:pt x="2779" y="1402"/>
                    </a:cubicBezTo>
                    <a:cubicBezTo>
                      <a:pt x="2756" y="1379"/>
                      <a:pt x="2733" y="1356"/>
                      <a:pt x="2698" y="1344"/>
                    </a:cubicBezTo>
                    <a:cubicBezTo>
                      <a:pt x="2675" y="1333"/>
                      <a:pt x="2652" y="1321"/>
                      <a:pt x="2629" y="1321"/>
                    </a:cubicBezTo>
                    <a:cubicBezTo>
                      <a:pt x="2548" y="1294"/>
                      <a:pt x="2466" y="1282"/>
                      <a:pt x="2385" y="1282"/>
                    </a:cubicBezTo>
                    <a:cubicBezTo>
                      <a:pt x="2227" y="1282"/>
                      <a:pt x="2073" y="1325"/>
                      <a:pt x="1929" y="1379"/>
                    </a:cubicBezTo>
                    <a:cubicBezTo>
                      <a:pt x="1929" y="1390"/>
                      <a:pt x="1917" y="1390"/>
                      <a:pt x="1906" y="1390"/>
                    </a:cubicBezTo>
                    <a:cubicBezTo>
                      <a:pt x="1906" y="1390"/>
                      <a:pt x="1894" y="1402"/>
                      <a:pt x="1883" y="1402"/>
                    </a:cubicBezTo>
                    <a:cubicBezTo>
                      <a:pt x="1746" y="1057"/>
                      <a:pt x="1631" y="690"/>
                      <a:pt x="1539" y="333"/>
                    </a:cubicBezTo>
                    <a:cubicBezTo>
                      <a:pt x="1527" y="276"/>
                      <a:pt x="1516" y="219"/>
                      <a:pt x="1504" y="173"/>
                    </a:cubicBezTo>
                    <a:cubicBezTo>
                      <a:pt x="1504" y="162"/>
                      <a:pt x="1493" y="150"/>
                      <a:pt x="1493" y="127"/>
                    </a:cubicBezTo>
                    <a:lnTo>
                      <a:pt x="1481" y="116"/>
                    </a:lnTo>
                    <a:cubicBezTo>
                      <a:pt x="1447" y="47"/>
                      <a:pt x="1378" y="1"/>
                      <a:pt x="13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41"/>
              <p:cNvSpPr/>
              <p:nvPr/>
            </p:nvSpPr>
            <p:spPr>
              <a:xfrm>
                <a:off x="-1078188" y="2511746"/>
                <a:ext cx="104532" cy="152904"/>
              </a:xfrm>
              <a:custGeom>
                <a:rect b="b" l="l" r="r" t="t"/>
                <a:pathLst>
                  <a:path extrusionOk="0" h="4182" w="2859">
                    <a:moveTo>
                      <a:pt x="1435" y="1506"/>
                    </a:moveTo>
                    <a:cubicBezTo>
                      <a:pt x="1447" y="1528"/>
                      <a:pt x="1458" y="1551"/>
                      <a:pt x="1458" y="1563"/>
                    </a:cubicBezTo>
                    <a:cubicBezTo>
                      <a:pt x="1447" y="1574"/>
                      <a:pt x="1435" y="1574"/>
                      <a:pt x="1435" y="1574"/>
                    </a:cubicBezTo>
                    <a:lnTo>
                      <a:pt x="1435" y="1506"/>
                    </a:lnTo>
                    <a:close/>
                    <a:moveTo>
                      <a:pt x="1642" y="1988"/>
                    </a:moveTo>
                    <a:cubicBezTo>
                      <a:pt x="1677" y="2069"/>
                      <a:pt x="1711" y="2148"/>
                      <a:pt x="1746" y="2217"/>
                    </a:cubicBezTo>
                    <a:cubicBezTo>
                      <a:pt x="1700" y="2275"/>
                      <a:pt x="1654" y="2344"/>
                      <a:pt x="1619" y="2401"/>
                    </a:cubicBezTo>
                    <a:lnTo>
                      <a:pt x="1343" y="2263"/>
                    </a:lnTo>
                    <a:cubicBezTo>
                      <a:pt x="1355" y="2206"/>
                      <a:pt x="1366" y="2137"/>
                      <a:pt x="1366" y="2080"/>
                    </a:cubicBezTo>
                    <a:cubicBezTo>
                      <a:pt x="1458" y="2046"/>
                      <a:pt x="1550" y="2023"/>
                      <a:pt x="1642" y="1988"/>
                    </a:cubicBezTo>
                    <a:close/>
                    <a:moveTo>
                      <a:pt x="1274" y="2734"/>
                    </a:moveTo>
                    <a:cubicBezTo>
                      <a:pt x="1297" y="2746"/>
                      <a:pt x="1320" y="2757"/>
                      <a:pt x="1355" y="2780"/>
                    </a:cubicBezTo>
                    <a:cubicBezTo>
                      <a:pt x="1309" y="2837"/>
                      <a:pt x="1274" y="2895"/>
                      <a:pt x="1228" y="2964"/>
                    </a:cubicBezTo>
                    <a:cubicBezTo>
                      <a:pt x="1240" y="2883"/>
                      <a:pt x="1263" y="2814"/>
                      <a:pt x="1274" y="2734"/>
                    </a:cubicBezTo>
                    <a:close/>
                    <a:moveTo>
                      <a:pt x="1289" y="1"/>
                    </a:moveTo>
                    <a:cubicBezTo>
                      <a:pt x="1281" y="1"/>
                      <a:pt x="1272" y="1"/>
                      <a:pt x="1263" y="2"/>
                    </a:cubicBezTo>
                    <a:cubicBezTo>
                      <a:pt x="1149" y="13"/>
                      <a:pt x="1057" y="105"/>
                      <a:pt x="1057" y="220"/>
                    </a:cubicBezTo>
                    <a:cubicBezTo>
                      <a:pt x="1045" y="725"/>
                      <a:pt x="1011" y="1219"/>
                      <a:pt x="953" y="1712"/>
                    </a:cubicBezTo>
                    <a:cubicBezTo>
                      <a:pt x="723" y="1770"/>
                      <a:pt x="471" y="1816"/>
                      <a:pt x="230" y="1827"/>
                    </a:cubicBezTo>
                    <a:cubicBezTo>
                      <a:pt x="115" y="1839"/>
                      <a:pt x="34" y="1919"/>
                      <a:pt x="23" y="2034"/>
                    </a:cubicBezTo>
                    <a:cubicBezTo>
                      <a:pt x="0" y="2137"/>
                      <a:pt x="69" y="2240"/>
                      <a:pt x="172" y="2275"/>
                    </a:cubicBezTo>
                    <a:cubicBezTo>
                      <a:pt x="402" y="2355"/>
                      <a:pt x="620" y="2436"/>
                      <a:pt x="838" y="2539"/>
                    </a:cubicBezTo>
                    <a:cubicBezTo>
                      <a:pt x="769" y="2987"/>
                      <a:pt x="677" y="3446"/>
                      <a:pt x="563" y="3883"/>
                    </a:cubicBezTo>
                    <a:cubicBezTo>
                      <a:pt x="529" y="4008"/>
                      <a:pt x="597" y="4135"/>
                      <a:pt x="723" y="4158"/>
                    </a:cubicBezTo>
                    <a:cubicBezTo>
                      <a:pt x="758" y="4169"/>
                      <a:pt x="792" y="4169"/>
                      <a:pt x="827" y="4169"/>
                    </a:cubicBezTo>
                    <a:cubicBezTo>
                      <a:pt x="861" y="4181"/>
                      <a:pt x="884" y="4181"/>
                      <a:pt x="919" y="4181"/>
                    </a:cubicBezTo>
                    <a:cubicBezTo>
                      <a:pt x="999" y="4181"/>
                      <a:pt x="1080" y="4135"/>
                      <a:pt x="1126" y="4066"/>
                    </a:cubicBezTo>
                    <a:cubicBezTo>
                      <a:pt x="1309" y="3687"/>
                      <a:pt x="1527" y="3332"/>
                      <a:pt x="1757" y="2987"/>
                    </a:cubicBezTo>
                    <a:cubicBezTo>
                      <a:pt x="1998" y="3136"/>
                      <a:pt x="2251" y="3286"/>
                      <a:pt x="2480" y="3446"/>
                    </a:cubicBezTo>
                    <a:cubicBezTo>
                      <a:pt x="2520" y="3471"/>
                      <a:pt x="2566" y="3483"/>
                      <a:pt x="2611" y="3483"/>
                    </a:cubicBezTo>
                    <a:cubicBezTo>
                      <a:pt x="2671" y="3483"/>
                      <a:pt x="2728" y="3462"/>
                      <a:pt x="2767" y="3423"/>
                    </a:cubicBezTo>
                    <a:cubicBezTo>
                      <a:pt x="2848" y="3343"/>
                      <a:pt x="2859" y="3217"/>
                      <a:pt x="2802" y="3136"/>
                    </a:cubicBezTo>
                    <a:cubicBezTo>
                      <a:pt x="2606" y="2849"/>
                      <a:pt x="2434" y="2562"/>
                      <a:pt x="2285" y="2275"/>
                    </a:cubicBezTo>
                    <a:cubicBezTo>
                      <a:pt x="2446" y="2080"/>
                      <a:pt x="2606" y="1885"/>
                      <a:pt x="2779" y="1712"/>
                    </a:cubicBezTo>
                    <a:cubicBezTo>
                      <a:pt x="2825" y="1655"/>
                      <a:pt x="2848" y="1574"/>
                      <a:pt x="2825" y="1506"/>
                    </a:cubicBezTo>
                    <a:cubicBezTo>
                      <a:pt x="2813" y="1437"/>
                      <a:pt x="2767" y="1368"/>
                      <a:pt x="2698" y="1345"/>
                    </a:cubicBezTo>
                    <a:cubicBezTo>
                      <a:pt x="2593" y="1303"/>
                      <a:pt x="2489" y="1285"/>
                      <a:pt x="2388" y="1285"/>
                    </a:cubicBezTo>
                    <a:cubicBezTo>
                      <a:pt x="2212" y="1285"/>
                      <a:pt x="2043" y="1337"/>
                      <a:pt x="1883" y="1403"/>
                    </a:cubicBezTo>
                    <a:cubicBezTo>
                      <a:pt x="1734" y="1000"/>
                      <a:pt x="1608" y="599"/>
                      <a:pt x="1504" y="174"/>
                    </a:cubicBezTo>
                    <a:cubicBezTo>
                      <a:pt x="1483" y="67"/>
                      <a:pt x="1393" y="1"/>
                      <a:pt x="12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6" name="Google Shape;546;p41"/>
          <p:cNvGrpSpPr/>
          <p:nvPr/>
        </p:nvGrpSpPr>
        <p:grpSpPr>
          <a:xfrm>
            <a:off x="8091313" y="4385288"/>
            <a:ext cx="486864" cy="399297"/>
            <a:chOff x="1036100" y="2778525"/>
            <a:chExt cx="486864" cy="399297"/>
          </a:xfrm>
        </p:grpSpPr>
        <p:sp>
          <p:nvSpPr>
            <p:cNvPr id="547" name="Google Shape;547;p41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1"/>
            <p:cNvSpPr/>
            <p:nvPr/>
          </p:nvSpPr>
          <p:spPr>
            <a:xfrm>
              <a:off x="1212611" y="2778525"/>
              <a:ext cx="126992" cy="147952"/>
            </a:xfrm>
            <a:custGeom>
              <a:rect b="b" l="l" r="r" t="t"/>
              <a:pathLst>
                <a:path extrusionOk="0" h="3974" w="3411">
                  <a:moveTo>
                    <a:pt x="161" y="2480"/>
                  </a:moveTo>
                  <a:lnTo>
                    <a:pt x="827" y="2710"/>
                  </a:lnTo>
                  <a:cubicBezTo>
                    <a:pt x="827" y="3043"/>
                    <a:pt x="816" y="3388"/>
                    <a:pt x="804" y="3732"/>
                  </a:cubicBezTo>
                  <a:cubicBezTo>
                    <a:pt x="793" y="3847"/>
                    <a:pt x="896" y="3962"/>
                    <a:pt x="1023" y="3962"/>
                  </a:cubicBezTo>
                  <a:lnTo>
                    <a:pt x="1034" y="3962"/>
                  </a:lnTo>
                  <a:cubicBezTo>
                    <a:pt x="1057" y="3962"/>
                    <a:pt x="1080" y="3962"/>
                    <a:pt x="1092" y="3950"/>
                  </a:cubicBezTo>
                  <a:cubicBezTo>
                    <a:pt x="1195" y="3973"/>
                    <a:pt x="1286" y="3939"/>
                    <a:pt x="1344" y="3847"/>
                  </a:cubicBezTo>
                  <a:lnTo>
                    <a:pt x="1792" y="3043"/>
                  </a:lnTo>
                  <a:lnTo>
                    <a:pt x="3089" y="3491"/>
                  </a:lnTo>
                  <a:cubicBezTo>
                    <a:pt x="3192" y="3526"/>
                    <a:pt x="3296" y="3491"/>
                    <a:pt x="3353" y="3399"/>
                  </a:cubicBezTo>
                  <a:cubicBezTo>
                    <a:pt x="3411" y="3319"/>
                    <a:pt x="3411" y="3204"/>
                    <a:pt x="3342" y="3135"/>
                  </a:cubicBezTo>
                  <a:cubicBezTo>
                    <a:pt x="3032" y="2733"/>
                    <a:pt x="2710" y="2343"/>
                    <a:pt x="2401" y="1941"/>
                  </a:cubicBezTo>
                  <a:lnTo>
                    <a:pt x="2848" y="1138"/>
                  </a:lnTo>
                  <a:cubicBezTo>
                    <a:pt x="2894" y="1057"/>
                    <a:pt x="2883" y="942"/>
                    <a:pt x="2814" y="873"/>
                  </a:cubicBezTo>
                  <a:cubicBezTo>
                    <a:pt x="2745" y="804"/>
                    <a:pt x="2630" y="781"/>
                    <a:pt x="2549" y="827"/>
                  </a:cubicBezTo>
                  <a:lnTo>
                    <a:pt x="1837" y="1194"/>
                  </a:lnTo>
                  <a:cubicBezTo>
                    <a:pt x="1574" y="827"/>
                    <a:pt x="1298" y="472"/>
                    <a:pt x="1046" y="115"/>
                  </a:cubicBezTo>
                  <a:cubicBezTo>
                    <a:pt x="977" y="23"/>
                    <a:pt x="873" y="0"/>
                    <a:pt x="770" y="35"/>
                  </a:cubicBezTo>
                  <a:cubicBezTo>
                    <a:pt x="678" y="69"/>
                    <a:pt x="620" y="173"/>
                    <a:pt x="632" y="276"/>
                  </a:cubicBezTo>
                  <a:cubicBezTo>
                    <a:pt x="701" y="758"/>
                    <a:pt x="758" y="1240"/>
                    <a:pt x="793" y="1723"/>
                  </a:cubicBezTo>
                  <a:lnTo>
                    <a:pt x="127" y="2067"/>
                  </a:lnTo>
                  <a:cubicBezTo>
                    <a:pt x="46" y="2102"/>
                    <a:pt x="0" y="2194"/>
                    <a:pt x="12" y="2286"/>
                  </a:cubicBezTo>
                  <a:cubicBezTo>
                    <a:pt x="12" y="2378"/>
                    <a:pt x="69" y="2446"/>
                    <a:pt x="161" y="2480"/>
                  </a:cubicBezTo>
                  <a:close/>
                  <a:moveTo>
                    <a:pt x="1275" y="3021"/>
                  </a:moveTo>
                  <a:lnTo>
                    <a:pt x="1275" y="2860"/>
                  </a:lnTo>
                  <a:lnTo>
                    <a:pt x="1355" y="2894"/>
                  </a:lnTo>
                  <a:close/>
                  <a:moveTo>
                    <a:pt x="2159" y="2366"/>
                  </a:moveTo>
                  <a:cubicBezTo>
                    <a:pt x="2274" y="2515"/>
                    <a:pt x="2389" y="2664"/>
                    <a:pt x="2503" y="2802"/>
                  </a:cubicBezTo>
                  <a:lnTo>
                    <a:pt x="2010" y="2641"/>
                  </a:lnTo>
                  <a:close/>
                  <a:moveTo>
                    <a:pt x="1860" y="1975"/>
                  </a:moveTo>
                  <a:lnTo>
                    <a:pt x="1574" y="2480"/>
                  </a:lnTo>
                  <a:lnTo>
                    <a:pt x="1275" y="2378"/>
                  </a:lnTo>
                  <a:cubicBezTo>
                    <a:pt x="1263" y="2251"/>
                    <a:pt x="1263" y="2125"/>
                    <a:pt x="1263" y="1998"/>
                  </a:cubicBezTo>
                  <a:lnTo>
                    <a:pt x="1700" y="1769"/>
                  </a:lnTo>
                  <a:cubicBezTo>
                    <a:pt x="1758" y="1837"/>
                    <a:pt x="1815" y="1906"/>
                    <a:pt x="1860" y="1975"/>
                  </a:cubicBezTo>
                  <a:close/>
                  <a:moveTo>
                    <a:pt x="1424" y="1401"/>
                  </a:moveTo>
                  <a:lnTo>
                    <a:pt x="1229" y="1505"/>
                  </a:lnTo>
                  <a:cubicBezTo>
                    <a:pt x="1217" y="1367"/>
                    <a:pt x="1206" y="1217"/>
                    <a:pt x="1195" y="1080"/>
                  </a:cubicBezTo>
                  <a:cubicBezTo>
                    <a:pt x="1263" y="1194"/>
                    <a:pt x="1344" y="1298"/>
                    <a:pt x="1424" y="1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1"/>
            <p:cNvSpPr/>
            <p:nvPr/>
          </p:nvSpPr>
          <p:spPr>
            <a:xfrm>
              <a:off x="1212611" y="2779232"/>
              <a:ext cx="126992" cy="146798"/>
            </a:xfrm>
            <a:custGeom>
              <a:rect b="b" l="l" r="r" t="t"/>
              <a:pathLst>
                <a:path extrusionOk="0" h="3943" w="3411">
                  <a:moveTo>
                    <a:pt x="1195" y="1061"/>
                  </a:moveTo>
                  <a:lnTo>
                    <a:pt x="1195" y="1061"/>
                  </a:lnTo>
                  <a:cubicBezTo>
                    <a:pt x="1263" y="1175"/>
                    <a:pt x="1344" y="1279"/>
                    <a:pt x="1424" y="1382"/>
                  </a:cubicBezTo>
                  <a:lnTo>
                    <a:pt x="1229" y="1486"/>
                  </a:lnTo>
                  <a:cubicBezTo>
                    <a:pt x="1217" y="1348"/>
                    <a:pt x="1206" y="1198"/>
                    <a:pt x="1195" y="1061"/>
                  </a:cubicBezTo>
                  <a:close/>
                  <a:moveTo>
                    <a:pt x="1700" y="1750"/>
                  </a:moveTo>
                  <a:cubicBezTo>
                    <a:pt x="1758" y="1818"/>
                    <a:pt x="1815" y="1887"/>
                    <a:pt x="1860" y="1956"/>
                  </a:cubicBezTo>
                  <a:lnTo>
                    <a:pt x="1574" y="2461"/>
                  </a:lnTo>
                  <a:lnTo>
                    <a:pt x="1275" y="2359"/>
                  </a:lnTo>
                  <a:cubicBezTo>
                    <a:pt x="1263" y="2232"/>
                    <a:pt x="1263" y="2106"/>
                    <a:pt x="1263" y="1979"/>
                  </a:cubicBezTo>
                  <a:lnTo>
                    <a:pt x="1700" y="1750"/>
                  </a:lnTo>
                  <a:close/>
                  <a:moveTo>
                    <a:pt x="2159" y="2347"/>
                  </a:moveTo>
                  <a:cubicBezTo>
                    <a:pt x="2274" y="2496"/>
                    <a:pt x="2389" y="2645"/>
                    <a:pt x="2503" y="2783"/>
                  </a:cubicBezTo>
                  <a:lnTo>
                    <a:pt x="2010" y="2622"/>
                  </a:lnTo>
                  <a:lnTo>
                    <a:pt x="2159" y="2347"/>
                  </a:lnTo>
                  <a:close/>
                  <a:moveTo>
                    <a:pt x="1275" y="2841"/>
                  </a:moveTo>
                  <a:lnTo>
                    <a:pt x="1355" y="2875"/>
                  </a:lnTo>
                  <a:lnTo>
                    <a:pt x="1275" y="3002"/>
                  </a:lnTo>
                  <a:lnTo>
                    <a:pt x="1275" y="2841"/>
                  </a:lnTo>
                  <a:close/>
                  <a:moveTo>
                    <a:pt x="860" y="1"/>
                  </a:moveTo>
                  <a:cubicBezTo>
                    <a:pt x="831" y="1"/>
                    <a:pt x="800" y="6"/>
                    <a:pt x="770" y="16"/>
                  </a:cubicBezTo>
                  <a:cubicBezTo>
                    <a:pt x="678" y="50"/>
                    <a:pt x="620" y="154"/>
                    <a:pt x="632" y="257"/>
                  </a:cubicBezTo>
                  <a:cubicBezTo>
                    <a:pt x="701" y="739"/>
                    <a:pt x="758" y="1221"/>
                    <a:pt x="793" y="1704"/>
                  </a:cubicBezTo>
                  <a:lnTo>
                    <a:pt x="127" y="2048"/>
                  </a:lnTo>
                  <a:cubicBezTo>
                    <a:pt x="46" y="2083"/>
                    <a:pt x="0" y="2175"/>
                    <a:pt x="12" y="2267"/>
                  </a:cubicBezTo>
                  <a:cubicBezTo>
                    <a:pt x="12" y="2359"/>
                    <a:pt x="69" y="2427"/>
                    <a:pt x="161" y="2461"/>
                  </a:cubicBezTo>
                  <a:lnTo>
                    <a:pt x="827" y="2691"/>
                  </a:lnTo>
                  <a:cubicBezTo>
                    <a:pt x="827" y="3024"/>
                    <a:pt x="816" y="3369"/>
                    <a:pt x="804" y="3713"/>
                  </a:cubicBezTo>
                  <a:cubicBezTo>
                    <a:pt x="793" y="3828"/>
                    <a:pt x="896" y="3943"/>
                    <a:pt x="1023" y="3943"/>
                  </a:cubicBezTo>
                  <a:lnTo>
                    <a:pt x="1034" y="3943"/>
                  </a:lnTo>
                  <a:cubicBezTo>
                    <a:pt x="1057" y="3943"/>
                    <a:pt x="1080" y="3943"/>
                    <a:pt x="1092" y="3931"/>
                  </a:cubicBezTo>
                  <a:cubicBezTo>
                    <a:pt x="1112" y="3936"/>
                    <a:pt x="1133" y="3938"/>
                    <a:pt x="1152" y="3938"/>
                  </a:cubicBezTo>
                  <a:cubicBezTo>
                    <a:pt x="1230" y="3938"/>
                    <a:pt x="1298" y="3902"/>
                    <a:pt x="1344" y="3828"/>
                  </a:cubicBezTo>
                  <a:lnTo>
                    <a:pt x="1792" y="3024"/>
                  </a:lnTo>
                  <a:lnTo>
                    <a:pt x="3089" y="3472"/>
                  </a:lnTo>
                  <a:cubicBezTo>
                    <a:pt x="3116" y="3481"/>
                    <a:pt x="3142" y="3485"/>
                    <a:pt x="3168" y="3485"/>
                  </a:cubicBezTo>
                  <a:cubicBezTo>
                    <a:pt x="3242" y="3485"/>
                    <a:pt x="3311" y="3448"/>
                    <a:pt x="3353" y="3380"/>
                  </a:cubicBezTo>
                  <a:cubicBezTo>
                    <a:pt x="3411" y="3300"/>
                    <a:pt x="3411" y="3185"/>
                    <a:pt x="3342" y="3116"/>
                  </a:cubicBezTo>
                  <a:cubicBezTo>
                    <a:pt x="3032" y="2714"/>
                    <a:pt x="2710" y="2324"/>
                    <a:pt x="2401" y="1922"/>
                  </a:cubicBezTo>
                  <a:lnTo>
                    <a:pt x="2848" y="1119"/>
                  </a:lnTo>
                  <a:cubicBezTo>
                    <a:pt x="2894" y="1038"/>
                    <a:pt x="2883" y="923"/>
                    <a:pt x="2814" y="854"/>
                  </a:cubicBezTo>
                  <a:cubicBezTo>
                    <a:pt x="2769" y="810"/>
                    <a:pt x="2706" y="784"/>
                    <a:pt x="2644" y="784"/>
                  </a:cubicBezTo>
                  <a:cubicBezTo>
                    <a:pt x="2611" y="784"/>
                    <a:pt x="2578" y="792"/>
                    <a:pt x="2549" y="808"/>
                  </a:cubicBezTo>
                  <a:lnTo>
                    <a:pt x="1837" y="1175"/>
                  </a:lnTo>
                  <a:cubicBezTo>
                    <a:pt x="1574" y="808"/>
                    <a:pt x="1298" y="453"/>
                    <a:pt x="1046" y="96"/>
                  </a:cubicBezTo>
                  <a:cubicBezTo>
                    <a:pt x="997" y="31"/>
                    <a:pt x="931" y="1"/>
                    <a:pt x="8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0" name="Google Shape;550;p41"/>
            <p:cNvGrpSpPr/>
            <p:nvPr/>
          </p:nvGrpSpPr>
          <p:grpSpPr>
            <a:xfrm>
              <a:off x="1036100" y="2779232"/>
              <a:ext cx="486864" cy="398590"/>
              <a:chOff x="1036100" y="2779232"/>
              <a:chExt cx="486864" cy="398590"/>
            </a:xfrm>
          </p:grpSpPr>
          <p:sp>
            <p:nvSpPr>
              <p:cNvPr id="551" name="Google Shape;551;p41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41"/>
              <p:cNvSpPr/>
              <p:nvPr/>
            </p:nvSpPr>
            <p:spPr>
              <a:xfrm>
                <a:off x="1405839" y="3035864"/>
                <a:ext cx="117126" cy="141958"/>
              </a:xfrm>
              <a:custGeom>
                <a:rect b="b" l="l" r="r" t="t"/>
                <a:pathLst>
                  <a:path extrusionOk="0" h="3813" w="3146">
                    <a:moveTo>
                      <a:pt x="115" y="3605"/>
                    </a:moveTo>
                    <a:cubicBezTo>
                      <a:pt x="150" y="3640"/>
                      <a:pt x="184" y="3651"/>
                      <a:pt x="219" y="3651"/>
                    </a:cubicBezTo>
                    <a:cubicBezTo>
                      <a:pt x="230" y="3686"/>
                      <a:pt x="265" y="3697"/>
                      <a:pt x="288" y="3709"/>
                    </a:cubicBezTo>
                    <a:cubicBezTo>
                      <a:pt x="367" y="3743"/>
                      <a:pt x="459" y="3732"/>
                      <a:pt x="528" y="3686"/>
                    </a:cubicBezTo>
                    <a:cubicBezTo>
                      <a:pt x="850" y="3422"/>
                      <a:pt x="1183" y="3181"/>
                      <a:pt x="1539" y="2963"/>
                    </a:cubicBezTo>
                    <a:cubicBezTo>
                      <a:pt x="1711" y="3192"/>
                      <a:pt x="1872" y="3434"/>
                      <a:pt x="2021" y="3674"/>
                    </a:cubicBezTo>
                    <a:cubicBezTo>
                      <a:pt x="2067" y="3778"/>
                      <a:pt x="2193" y="3812"/>
                      <a:pt x="2285" y="3778"/>
                    </a:cubicBezTo>
                    <a:cubicBezTo>
                      <a:pt x="2388" y="3732"/>
                      <a:pt x="2457" y="3628"/>
                      <a:pt x="2434" y="3526"/>
                    </a:cubicBezTo>
                    <a:cubicBezTo>
                      <a:pt x="2377" y="3192"/>
                      <a:pt x="2331" y="2860"/>
                      <a:pt x="2319" y="2526"/>
                    </a:cubicBezTo>
                    <a:cubicBezTo>
                      <a:pt x="2538" y="2411"/>
                      <a:pt x="2768" y="2309"/>
                      <a:pt x="2997" y="2217"/>
                    </a:cubicBezTo>
                    <a:cubicBezTo>
                      <a:pt x="3066" y="2182"/>
                      <a:pt x="3112" y="2125"/>
                      <a:pt x="3135" y="2056"/>
                    </a:cubicBezTo>
                    <a:cubicBezTo>
                      <a:pt x="3146" y="1975"/>
                      <a:pt x="3123" y="1906"/>
                      <a:pt x="3077" y="1849"/>
                    </a:cubicBezTo>
                    <a:cubicBezTo>
                      <a:pt x="2870" y="1631"/>
                      <a:pt x="2572" y="1585"/>
                      <a:pt x="2308" y="1574"/>
                    </a:cubicBezTo>
                    <a:cubicBezTo>
                      <a:pt x="2331" y="1137"/>
                      <a:pt x="2388" y="712"/>
                      <a:pt x="2469" y="299"/>
                    </a:cubicBezTo>
                    <a:cubicBezTo>
                      <a:pt x="2492" y="184"/>
                      <a:pt x="2423" y="69"/>
                      <a:pt x="2319" y="35"/>
                    </a:cubicBezTo>
                    <a:cubicBezTo>
                      <a:pt x="2205" y="0"/>
                      <a:pt x="2090" y="46"/>
                      <a:pt x="2044" y="150"/>
                    </a:cubicBezTo>
                    <a:cubicBezTo>
                      <a:pt x="1826" y="609"/>
                      <a:pt x="1596" y="1046"/>
                      <a:pt x="1332" y="1482"/>
                    </a:cubicBezTo>
                    <a:cubicBezTo>
                      <a:pt x="1091" y="1436"/>
                      <a:pt x="850" y="1367"/>
                      <a:pt x="620" y="1286"/>
                    </a:cubicBezTo>
                    <a:cubicBezTo>
                      <a:pt x="517" y="1240"/>
                      <a:pt x="413" y="1286"/>
                      <a:pt x="356" y="1378"/>
                    </a:cubicBezTo>
                    <a:cubicBezTo>
                      <a:pt x="299" y="1470"/>
                      <a:pt x="311" y="1585"/>
                      <a:pt x="390" y="1666"/>
                    </a:cubicBezTo>
                    <a:cubicBezTo>
                      <a:pt x="563" y="1826"/>
                      <a:pt x="735" y="1998"/>
                      <a:pt x="896" y="2182"/>
                    </a:cubicBezTo>
                    <a:cubicBezTo>
                      <a:pt x="643" y="2561"/>
                      <a:pt x="367" y="2929"/>
                      <a:pt x="81" y="3296"/>
                    </a:cubicBezTo>
                    <a:cubicBezTo>
                      <a:pt x="0" y="3388"/>
                      <a:pt x="23" y="3537"/>
                      <a:pt x="115" y="3605"/>
                    </a:cubicBezTo>
                    <a:close/>
                    <a:moveTo>
                      <a:pt x="2308" y="2021"/>
                    </a:moveTo>
                    <a:cubicBezTo>
                      <a:pt x="2308" y="2021"/>
                      <a:pt x="2308" y="2033"/>
                      <a:pt x="2296" y="2033"/>
                    </a:cubicBezTo>
                    <a:lnTo>
                      <a:pt x="2296" y="2021"/>
                    </a:lnTo>
                    <a:close/>
                    <a:moveTo>
                      <a:pt x="1860" y="1482"/>
                    </a:moveTo>
                    <a:lnTo>
                      <a:pt x="1860" y="1551"/>
                    </a:lnTo>
                    <a:lnTo>
                      <a:pt x="1826" y="1551"/>
                    </a:lnTo>
                    <a:close/>
                    <a:moveTo>
                      <a:pt x="1562" y="1975"/>
                    </a:moveTo>
                    <a:cubicBezTo>
                      <a:pt x="1653" y="1987"/>
                      <a:pt x="1757" y="1998"/>
                      <a:pt x="1849" y="2010"/>
                    </a:cubicBezTo>
                    <a:lnTo>
                      <a:pt x="1849" y="2263"/>
                    </a:lnTo>
                    <a:cubicBezTo>
                      <a:pt x="1780" y="2297"/>
                      <a:pt x="1722" y="2331"/>
                      <a:pt x="1653" y="2365"/>
                    </a:cubicBezTo>
                    <a:cubicBezTo>
                      <a:pt x="1596" y="2297"/>
                      <a:pt x="1528" y="2217"/>
                      <a:pt x="1459" y="2136"/>
                    </a:cubicBezTo>
                    <a:cubicBezTo>
                      <a:pt x="1493" y="2079"/>
                      <a:pt x="1528" y="2033"/>
                      <a:pt x="1562" y="1975"/>
                    </a:cubicBezTo>
                    <a:close/>
                    <a:moveTo>
                      <a:pt x="1206" y="2538"/>
                    </a:moveTo>
                    <a:cubicBezTo>
                      <a:pt x="1217" y="2561"/>
                      <a:pt x="1240" y="2584"/>
                      <a:pt x="1263" y="2607"/>
                    </a:cubicBezTo>
                    <a:cubicBezTo>
                      <a:pt x="1194" y="2641"/>
                      <a:pt x="1137" y="2687"/>
                      <a:pt x="1068" y="2722"/>
                    </a:cubicBezTo>
                    <a:cubicBezTo>
                      <a:pt x="1114" y="2664"/>
                      <a:pt x="1160" y="2595"/>
                      <a:pt x="1206" y="2538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41"/>
              <p:cNvSpPr/>
              <p:nvPr/>
            </p:nvSpPr>
            <p:spPr>
              <a:xfrm>
                <a:off x="1405839" y="3036720"/>
                <a:ext cx="117126" cy="140283"/>
              </a:xfrm>
              <a:custGeom>
                <a:rect b="b" l="l" r="r" t="t"/>
                <a:pathLst>
                  <a:path extrusionOk="0" h="3768" w="3146">
                    <a:moveTo>
                      <a:pt x="1860" y="1459"/>
                    </a:moveTo>
                    <a:lnTo>
                      <a:pt x="1860" y="1528"/>
                    </a:lnTo>
                    <a:lnTo>
                      <a:pt x="1826" y="1528"/>
                    </a:lnTo>
                    <a:lnTo>
                      <a:pt x="1860" y="1459"/>
                    </a:lnTo>
                    <a:close/>
                    <a:moveTo>
                      <a:pt x="2308" y="1998"/>
                    </a:moveTo>
                    <a:cubicBezTo>
                      <a:pt x="2308" y="1998"/>
                      <a:pt x="2308" y="2010"/>
                      <a:pt x="2296" y="2010"/>
                    </a:cubicBezTo>
                    <a:lnTo>
                      <a:pt x="2296" y="1998"/>
                    </a:lnTo>
                    <a:close/>
                    <a:moveTo>
                      <a:pt x="1562" y="1952"/>
                    </a:moveTo>
                    <a:cubicBezTo>
                      <a:pt x="1653" y="1964"/>
                      <a:pt x="1757" y="1975"/>
                      <a:pt x="1849" y="1987"/>
                    </a:cubicBezTo>
                    <a:lnTo>
                      <a:pt x="1849" y="2240"/>
                    </a:lnTo>
                    <a:cubicBezTo>
                      <a:pt x="1780" y="2274"/>
                      <a:pt x="1722" y="2308"/>
                      <a:pt x="1653" y="2342"/>
                    </a:cubicBezTo>
                    <a:cubicBezTo>
                      <a:pt x="1596" y="2274"/>
                      <a:pt x="1528" y="2194"/>
                      <a:pt x="1459" y="2113"/>
                    </a:cubicBezTo>
                    <a:cubicBezTo>
                      <a:pt x="1493" y="2056"/>
                      <a:pt x="1528" y="2010"/>
                      <a:pt x="1562" y="1952"/>
                    </a:cubicBezTo>
                    <a:close/>
                    <a:moveTo>
                      <a:pt x="1206" y="2515"/>
                    </a:moveTo>
                    <a:cubicBezTo>
                      <a:pt x="1217" y="2538"/>
                      <a:pt x="1240" y="2561"/>
                      <a:pt x="1263" y="2584"/>
                    </a:cubicBezTo>
                    <a:cubicBezTo>
                      <a:pt x="1194" y="2618"/>
                      <a:pt x="1137" y="2664"/>
                      <a:pt x="1068" y="2699"/>
                    </a:cubicBezTo>
                    <a:cubicBezTo>
                      <a:pt x="1114" y="2641"/>
                      <a:pt x="1160" y="2572"/>
                      <a:pt x="1206" y="2515"/>
                    </a:cubicBezTo>
                    <a:close/>
                    <a:moveTo>
                      <a:pt x="2243" y="1"/>
                    </a:moveTo>
                    <a:cubicBezTo>
                      <a:pt x="2157" y="1"/>
                      <a:pt x="2079" y="46"/>
                      <a:pt x="2044" y="127"/>
                    </a:cubicBezTo>
                    <a:cubicBezTo>
                      <a:pt x="1826" y="586"/>
                      <a:pt x="1596" y="1023"/>
                      <a:pt x="1332" y="1459"/>
                    </a:cubicBezTo>
                    <a:cubicBezTo>
                      <a:pt x="1091" y="1413"/>
                      <a:pt x="850" y="1344"/>
                      <a:pt x="620" y="1263"/>
                    </a:cubicBezTo>
                    <a:cubicBezTo>
                      <a:pt x="592" y="1251"/>
                      <a:pt x="565" y="1245"/>
                      <a:pt x="538" y="1245"/>
                    </a:cubicBezTo>
                    <a:cubicBezTo>
                      <a:pt x="465" y="1245"/>
                      <a:pt x="398" y="1288"/>
                      <a:pt x="356" y="1355"/>
                    </a:cubicBezTo>
                    <a:cubicBezTo>
                      <a:pt x="299" y="1447"/>
                      <a:pt x="311" y="1562"/>
                      <a:pt x="390" y="1643"/>
                    </a:cubicBezTo>
                    <a:cubicBezTo>
                      <a:pt x="563" y="1803"/>
                      <a:pt x="735" y="1975"/>
                      <a:pt x="896" y="2159"/>
                    </a:cubicBezTo>
                    <a:cubicBezTo>
                      <a:pt x="643" y="2538"/>
                      <a:pt x="367" y="2906"/>
                      <a:pt x="81" y="3273"/>
                    </a:cubicBezTo>
                    <a:cubicBezTo>
                      <a:pt x="0" y="3365"/>
                      <a:pt x="23" y="3514"/>
                      <a:pt x="115" y="3582"/>
                    </a:cubicBezTo>
                    <a:cubicBezTo>
                      <a:pt x="150" y="3617"/>
                      <a:pt x="184" y="3628"/>
                      <a:pt x="219" y="3628"/>
                    </a:cubicBezTo>
                    <a:cubicBezTo>
                      <a:pt x="230" y="3663"/>
                      <a:pt x="265" y="3674"/>
                      <a:pt x="288" y="3686"/>
                    </a:cubicBezTo>
                    <a:cubicBezTo>
                      <a:pt x="319" y="3700"/>
                      <a:pt x="353" y="3706"/>
                      <a:pt x="386" y="3706"/>
                    </a:cubicBezTo>
                    <a:cubicBezTo>
                      <a:pt x="436" y="3706"/>
                      <a:pt x="487" y="3691"/>
                      <a:pt x="528" y="3663"/>
                    </a:cubicBezTo>
                    <a:cubicBezTo>
                      <a:pt x="850" y="3399"/>
                      <a:pt x="1183" y="3158"/>
                      <a:pt x="1539" y="2940"/>
                    </a:cubicBezTo>
                    <a:cubicBezTo>
                      <a:pt x="1711" y="3169"/>
                      <a:pt x="1872" y="3411"/>
                      <a:pt x="2021" y="3651"/>
                    </a:cubicBezTo>
                    <a:cubicBezTo>
                      <a:pt x="2055" y="3729"/>
                      <a:pt x="2135" y="3768"/>
                      <a:pt x="2212" y="3768"/>
                    </a:cubicBezTo>
                    <a:cubicBezTo>
                      <a:pt x="2237" y="3768"/>
                      <a:pt x="2262" y="3764"/>
                      <a:pt x="2285" y="3755"/>
                    </a:cubicBezTo>
                    <a:cubicBezTo>
                      <a:pt x="2388" y="3709"/>
                      <a:pt x="2457" y="3605"/>
                      <a:pt x="2434" y="3503"/>
                    </a:cubicBezTo>
                    <a:cubicBezTo>
                      <a:pt x="2377" y="3169"/>
                      <a:pt x="2331" y="2837"/>
                      <a:pt x="2319" y="2503"/>
                    </a:cubicBezTo>
                    <a:cubicBezTo>
                      <a:pt x="2538" y="2388"/>
                      <a:pt x="2768" y="2286"/>
                      <a:pt x="2997" y="2194"/>
                    </a:cubicBezTo>
                    <a:cubicBezTo>
                      <a:pt x="3066" y="2159"/>
                      <a:pt x="3112" y="2102"/>
                      <a:pt x="3135" y="2033"/>
                    </a:cubicBezTo>
                    <a:cubicBezTo>
                      <a:pt x="3146" y="1952"/>
                      <a:pt x="3123" y="1883"/>
                      <a:pt x="3077" y="1826"/>
                    </a:cubicBezTo>
                    <a:cubicBezTo>
                      <a:pt x="2870" y="1608"/>
                      <a:pt x="2572" y="1562"/>
                      <a:pt x="2308" y="1551"/>
                    </a:cubicBezTo>
                    <a:cubicBezTo>
                      <a:pt x="2331" y="1114"/>
                      <a:pt x="2388" y="689"/>
                      <a:pt x="2469" y="276"/>
                    </a:cubicBezTo>
                    <a:cubicBezTo>
                      <a:pt x="2492" y="161"/>
                      <a:pt x="2423" y="46"/>
                      <a:pt x="2319" y="12"/>
                    </a:cubicBezTo>
                    <a:cubicBezTo>
                      <a:pt x="2294" y="4"/>
                      <a:pt x="2268" y="1"/>
                      <a:pt x="224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4" name="Google Shape;554;p41"/>
              <p:cNvGrpSpPr/>
              <p:nvPr/>
            </p:nvGrpSpPr>
            <p:grpSpPr>
              <a:xfrm>
                <a:off x="1036100" y="2779232"/>
                <a:ext cx="486864" cy="397771"/>
                <a:chOff x="1036100" y="2779232"/>
                <a:chExt cx="486864" cy="397771"/>
              </a:xfrm>
            </p:grpSpPr>
            <p:sp>
              <p:nvSpPr>
                <p:cNvPr id="555" name="Google Shape;555;p41"/>
                <p:cNvSpPr/>
                <p:nvPr/>
              </p:nvSpPr>
              <p:spPr>
                <a:xfrm>
                  <a:off x="1212611" y="2779232"/>
                  <a:ext cx="126992" cy="146798"/>
                </a:xfrm>
                <a:custGeom>
                  <a:rect b="b" l="l" r="r" t="t"/>
                  <a:pathLst>
                    <a:path extrusionOk="0" h="3943" w="3411">
                      <a:moveTo>
                        <a:pt x="1195" y="1061"/>
                      </a:moveTo>
                      <a:lnTo>
                        <a:pt x="1195" y="1061"/>
                      </a:lnTo>
                      <a:cubicBezTo>
                        <a:pt x="1263" y="1175"/>
                        <a:pt x="1344" y="1279"/>
                        <a:pt x="1424" y="1382"/>
                      </a:cubicBezTo>
                      <a:lnTo>
                        <a:pt x="1229" y="1486"/>
                      </a:lnTo>
                      <a:cubicBezTo>
                        <a:pt x="1217" y="1348"/>
                        <a:pt x="1206" y="1198"/>
                        <a:pt x="1195" y="1061"/>
                      </a:cubicBezTo>
                      <a:close/>
                      <a:moveTo>
                        <a:pt x="1700" y="1750"/>
                      </a:moveTo>
                      <a:cubicBezTo>
                        <a:pt x="1758" y="1818"/>
                        <a:pt x="1815" y="1887"/>
                        <a:pt x="1860" y="1956"/>
                      </a:cubicBezTo>
                      <a:lnTo>
                        <a:pt x="1574" y="2461"/>
                      </a:lnTo>
                      <a:lnTo>
                        <a:pt x="1275" y="2359"/>
                      </a:lnTo>
                      <a:cubicBezTo>
                        <a:pt x="1263" y="2232"/>
                        <a:pt x="1263" y="2106"/>
                        <a:pt x="1263" y="1979"/>
                      </a:cubicBezTo>
                      <a:lnTo>
                        <a:pt x="1700" y="1750"/>
                      </a:lnTo>
                      <a:close/>
                      <a:moveTo>
                        <a:pt x="2159" y="2347"/>
                      </a:moveTo>
                      <a:cubicBezTo>
                        <a:pt x="2274" y="2496"/>
                        <a:pt x="2389" y="2645"/>
                        <a:pt x="2503" y="2783"/>
                      </a:cubicBezTo>
                      <a:lnTo>
                        <a:pt x="2010" y="2622"/>
                      </a:lnTo>
                      <a:lnTo>
                        <a:pt x="2159" y="2347"/>
                      </a:lnTo>
                      <a:close/>
                      <a:moveTo>
                        <a:pt x="1275" y="2841"/>
                      </a:moveTo>
                      <a:lnTo>
                        <a:pt x="1355" y="2875"/>
                      </a:lnTo>
                      <a:lnTo>
                        <a:pt x="1275" y="3002"/>
                      </a:lnTo>
                      <a:lnTo>
                        <a:pt x="1275" y="2841"/>
                      </a:lnTo>
                      <a:close/>
                      <a:moveTo>
                        <a:pt x="860" y="1"/>
                      </a:moveTo>
                      <a:cubicBezTo>
                        <a:pt x="831" y="1"/>
                        <a:pt x="800" y="6"/>
                        <a:pt x="770" y="16"/>
                      </a:cubicBezTo>
                      <a:cubicBezTo>
                        <a:pt x="678" y="50"/>
                        <a:pt x="620" y="154"/>
                        <a:pt x="632" y="257"/>
                      </a:cubicBezTo>
                      <a:cubicBezTo>
                        <a:pt x="701" y="739"/>
                        <a:pt x="758" y="1221"/>
                        <a:pt x="793" y="1704"/>
                      </a:cubicBezTo>
                      <a:lnTo>
                        <a:pt x="127" y="2048"/>
                      </a:lnTo>
                      <a:cubicBezTo>
                        <a:pt x="46" y="2083"/>
                        <a:pt x="0" y="2175"/>
                        <a:pt x="12" y="2267"/>
                      </a:cubicBezTo>
                      <a:cubicBezTo>
                        <a:pt x="12" y="2359"/>
                        <a:pt x="69" y="2427"/>
                        <a:pt x="161" y="2461"/>
                      </a:cubicBezTo>
                      <a:lnTo>
                        <a:pt x="827" y="2691"/>
                      </a:lnTo>
                      <a:cubicBezTo>
                        <a:pt x="827" y="3024"/>
                        <a:pt x="816" y="3369"/>
                        <a:pt x="804" y="3713"/>
                      </a:cubicBezTo>
                      <a:cubicBezTo>
                        <a:pt x="793" y="3828"/>
                        <a:pt x="896" y="3943"/>
                        <a:pt x="1023" y="3943"/>
                      </a:cubicBezTo>
                      <a:lnTo>
                        <a:pt x="1034" y="3943"/>
                      </a:lnTo>
                      <a:cubicBezTo>
                        <a:pt x="1057" y="3943"/>
                        <a:pt x="1080" y="3943"/>
                        <a:pt x="1092" y="3931"/>
                      </a:cubicBezTo>
                      <a:cubicBezTo>
                        <a:pt x="1112" y="3936"/>
                        <a:pt x="1133" y="3938"/>
                        <a:pt x="1152" y="3938"/>
                      </a:cubicBezTo>
                      <a:cubicBezTo>
                        <a:pt x="1230" y="3938"/>
                        <a:pt x="1298" y="3902"/>
                        <a:pt x="1344" y="3828"/>
                      </a:cubicBezTo>
                      <a:lnTo>
                        <a:pt x="1792" y="3024"/>
                      </a:lnTo>
                      <a:lnTo>
                        <a:pt x="3089" y="3472"/>
                      </a:lnTo>
                      <a:cubicBezTo>
                        <a:pt x="3116" y="3481"/>
                        <a:pt x="3142" y="3485"/>
                        <a:pt x="3168" y="3485"/>
                      </a:cubicBezTo>
                      <a:cubicBezTo>
                        <a:pt x="3242" y="3485"/>
                        <a:pt x="3311" y="3448"/>
                        <a:pt x="3353" y="3380"/>
                      </a:cubicBezTo>
                      <a:cubicBezTo>
                        <a:pt x="3411" y="3300"/>
                        <a:pt x="3411" y="3185"/>
                        <a:pt x="3342" y="3116"/>
                      </a:cubicBezTo>
                      <a:cubicBezTo>
                        <a:pt x="3032" y="2714"/>
                        <a:pt x="2710" y="2324"/>
                        <a:pt x="2401" y="1922"/>
                      </a:cubicBezTo>
                      <a:lnTo>
                        <a:pt x="2848" y="1119"/>
                      </a:lnTo>
                      <a:cubicBezTo>
                        <a:pt x="2894" y="1038"/>
                        <a:pt x="2883" y="923"/>
                        <a:pt x="2814" y="854"/>
                      </a:cubicBezTo>
                      <a:cubicBezTo>
                        <a:pt x="2769" y="810"/>
                        <a:pt x="2706" y="784"/>
                        <a:pt x="2644" y="784"/>
                      </a:cubicBezTo>
                      <a:cubicBezTo>
                        <a:pt x="2611" y="784"/>
                        <a:pt x="2578" y="792"/>
                        <a:pt x="2549" y="808"/>
                      </a:cubicBezTo>
                      <a:lnTo>
                        <a:pt x="1837" y="1175"/>
                      </a:lnTo>
                      <a:cubicBezTo>
                        <a:pt x="1574" y="808"/>
                        <a:pt x="1298" y="453"/>
                        <a:pt x="1046" y="96"/>
                      </a:cubicBezTo>
                      <a:cubicBezTo>
                        <a:pt x="997" y="31"/>
                        <a:pt x="931" y="1"/>
                        <a:pt x="86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6" name="Google Shape;556;p41"/>
                <p:cNvSpPr/>
                <p:nvPr/>
              </p:nvSpPr>
              <p:spPr>
                <a:xfrm>
                  <a:off x="1405839" y="3036720"/>
                  <a:ext cx="117126" cy="140283"/>
                </a:xfrm>
                <a:custGeom>
                  <a:rect b="b" l="l" r="r" t="t"/>
                  <a:pathLst>
                    <a:path extrusionOk="0" h="3768" w="3146">
                      <a:moveTo>
                        <a:pt x="1860" y="1459"/>
                      </a:moveTo>
                      <a:lnTo>
                        <a:pt x="1860" y="1528"/>
                      </a:lnTo>
                      <a:lnTo>
                        <a:pt x="1826" y="1528"/>
                      </a:lnTo>
                      <a:lnTo>
                        <a:pt x="1860" y="1459"/>
                      </a:lnTo>
                      <a:close/>
                      <a:moveTo>
                        <a:pt x="2308" y="1998"/>
                      </a:moveTo>
                      <a:cubicBezTo>
                        <a:pt x="2308" y="1998"/>
                        <a:pt x="2308" y="2010"/>
                        <a:pt x="2296" y="2010"/>
                      </a:cubicBezTo>
                      <a:lnTo>
                        <a:pt x="2296" y="1998"/>
                      </a:lnTo>
                      <a:close/>
                      <a:moveTo>
                        <a:pt x="1562" y="1952"/>
                      </a:moveTo>
                      <a:cubicBezTo>
                        <a:pt x="1653" y="1964"/>
                        <a:pt x="1757" y="1975"/>
                        <a:pt x="1849" y="1987"/>
                      </a:cubicBezTo>
                      <a:lnTo>
                        <a:pt x="1849" y="2240"/>
                      </a:lnTo>
                      <a:cubicBezTo>
                        <a:pt x="1780" y="2274"/>
                        <a:pt x="1722" y="2308"/>
                        <a:pt x="1653" y="2342"/>
                      </a:cubicBezTo>
                      <a:cubicBezTo>
                        <a:pt x="1596" y="2274"/>
                        <a:pt x="1528" y="2194"/>
                        <a:pt x="1459" y="2113"/>
                      </a:cubicBezTo>
                      <a:cubicBezTo>
                        <a:pt x="1493" y="2056"/>
                        <a:pt x="1528" y="2010"/>
                        <a:pt x="1562" y="1952"/>
                      </a:cubicBezTo>
                      <a:close/>
                      <a:moveTo>
                        <a:pt x="1206" y="2515"/>
                      </a:moveTo>
                      <a:cubicBezTo>
                        <a:pt x="1217" y="2538"/>
                        <a:pt x="1240" y="2561"/>
                        <a:pt x="1263" y="2584"/>
                      </a:cubicBezTo>
                      <a:cubicBezTo>
                        <a:pt x="1194" y="2618"/>
                        <a:pt x="1137" y="2664"/>
                        <a:pt x="1068" y="2699"/>
                      </a:cubicBezTo>
                      <a:cubicBezTo>
                        <a:pt x="1114" y="2641"/>
                        <a:pt x="1160" y="2572"/>
                        <a:pt x="1206" y="2515"/>
                      </a:cubicBezTo>
                      <a:close/>
                      <a:moveTo>
                        <a:pt x="2243" y="1"/>
                      </a:moveTo>
                      <a:cubicBezTo>
                        <a:pt x="2157" y="1"/>
                        <a:pt x="2079" y="46"/>
                        <a:pt x="2044" y="127"/>
                      </a:cubicBezTo>
                      <a:cubicBezTo>
                        <a:pt x="1826" y="586"/>
                        <a:pt x="1596" y="1023"/>
                        <a:pt x="1332" y="1459"/>
                      </a:cubicBezTo>
                      <a:cubicBezTo>
                        <a:pt x="1091" y="1413"/>
                        <a:pt x="850" y="1344"/>
                        <a:pt x="620" y="1263"/>
                      </a:cubicBezTo>
                      <a:cubicBezTo>
                        <a:pt x="592" y="1251"/>
                        <a:pt x="565" y="1245"/>
                        <a:pt x="538" y="1245"/>
                      </a:cubicBezTo>
                      <a:cubicBezTo>
                        <a:pt x="465" y="1245"/>
                        <a:pt x="398" y="1288"/>
                        <a:pt x="356" y="1355"/>
                      </a:cubicBezTo>
                      <a:cubicBezTo>
                        <a:pt x="299" y="1447"/>
                        <a:pt x="311" y="1562"/>
                        <a:pt x="390" y="1643"/>
                      </a:cubicBezTo>
                      <a:cubicBezTo>
                        <a:pt x="563" y="1803"/>
                        <a:pt x="735" y="1975"/>
                        <a:pt x="896" y="2159"/>
                      </a:cubicBezTo>
                      <a:cubicBezTo>
                        <a:pt x="643" y="2538"/>
                        <a:pt x="367" y="2906"/>
                        <a:pt x="81" y="3273"/>
                      </a:cubicBezTo>
                      <a:cubicBezTo>
                        <a:pt x="0" y="3365"/>
                        <a:pt x="23" y="3514"/>
                        <a:pt x="115" y="3582"/>
                      </a:cubicBezTo>
                      <a:cubicBezTo>
                        <a:pt x="150" y="3617"/>
                        <a:pt x="184" y="3628"/>
                        <a:pt x="219" y="3628"/>
                      </a:cubicBezTo>
                      <a:cubicBezTo>
                        <a:pt x="230" y="3663"/>
                        <a:pt x="265" y="3674"/>
                        <a:pt x="288" y="3686"/>
                      </a:cubicBezTo>
                      <a:cubicBezTo>
                        <a:pt x="319" y="3700"/>
                        <a:pt x="353" y="3706"/>
                        <a:pt x="386" y="3706"/>
                      </a:cubicBezTo>
                      <a:cubicBezTo>
                        <a:pt x="436" y="3706"/>
                        <a:pt x="487" y="3691"/>
                        <a:pt x="528" y="3663"/>
                      </a:cubicBezTo>
                      <a:cubicBezTo>
                        <a:pt x="850" y="3399"/>
                        <a:pt x="1183" y="3158"/>
                        <a:pt x="1539" y="2940"/>
                      </a:cubicBezTo>
                      <a:cubicBezTo>
                        <a:pt x="1711" y="3169"/>
                        <a:pt x="1872" y="3411"/>
                        <a:pt x="2021" y="3651"/>
                      </a:cubicBezTo>
                      <a:cubicBezTo>
                        <a:pt x="2055" y="3729"/>
                        <a:pt x="2135" y="3768"/>
                        <a:pt x="2212" y="3768"/>
                      </a:cubicBezTo>
                      <a:cubicBezTo>
                        <a:pt x="2237" y="3768"/>
                        <a:pt x="2262" y="3764"/>
                        <a:pt x="2285" y="3755"/>
                      </a:cubicBezTo>
                      <a:cubicBezTo>
                        <a:pt x="2388" y="3709"/>
                        <a:pt x="2457" y="3605"/>
                        <a:pt x="2434" y="3503"/>
                      </a:cubicBezTo>
                      <a:cubicBezTo>
                        <a:pt x="2377" y="3169"/>
                        <a:pt x="2331" y="2837"/>
                        <a:pt x="2319" y="2503"/>
                      </a:cubicBezTo>
                      <a:cubicBezTo>
                        <a:pt x="2538" y="2388"/>
                        <a:pt x="2768" y="2286"/>
                        <a:pt x="2997" y="2194"/>
                      </a:cubicBezTo>
                      <a:cubicBezTo>
                        <a:pt x="3066" y="2159"/>
                        <a:pt x="3112" y="2102"/>
                        <a:pt x="3135" y="2033"/>
                      </a:cubicBezTo>
                      <a:cubicBezTo>
                        <a:pt x="3146" y="1952"/>
                        <a:pt x="3123" y="1883"/>
                        <a:pt x="3077" y="1826"/>
                      </a:cubicBezTo>
                      <a:cubicBezTo>
                        <a:pt x="2870" y="1608"/>
                        <a:pt x="2572" y="1562"/>
                        <a:pt x="2308" y="1551"/>
                      </a:cubicBezTo>
                      <a:cubicBezTo>
                        <a:pt x="2331" y="1114"/>
                        <a:pt x="2388" y="689"/>
                        <a:pt x="2469" y="276"/>
                      </a:cubicBezTo>
                      <a:cubicBezTo>
                        <a:pt x="2492" y="161"/>
                        <a:pt x="2423" y="46"/>
                        <a:pt x="2319" y="12"/>
                      </a:cubicBezTo>
                      <a:cubicBezTo>
                        <a:pt x="2294" y="4"/>
                        <a:pt x="2268" y="1"/>
                        <a:pt x="22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41"/>
                <p:cNvSpPr/>
                <p:nvPr/>
              </p:nvSpPr>
              <p:spPr>
                <a:xfrm>
                  <a:off x="1036100" y="3008462"/>
                  <a:ext cx="76508" cy="80864"/>
                </a:xfrm>
                <a:custGeom>
                  <a:rect b="b" l="l" r="r" t="t"/>
                  <a:pathLst>
                    <a:path extrusionOk="0" h="2172" w="2055">
                      <a:moveTo>
                        <a:pt x="1045" y="0"/>
                      </a:moveTo>
                      <a:cubicBezTo>
                        <a:pt x="1038" y="0"/>
                        <a:pt x="1030" y="1"/>
                        <a:pt x="1021" y="1"/>
                      </a:cubicBezTo>
                      <a:cubicBezTo>
                        <a:pt x="919" y="13"/>
                        <a:pt x="827" y="105"/>
                        <a:pt x="827" y="220"/>
                      </a:cubicBezTo>
                      <a:cubicBezTo>
                        <a:pt x="815" y="404"/>
                        <a:pt x="792" y="587"/>
                        <a:pt x="769" y="759"/>
                      </a:cubicBezTo>
                      <a:lnTo>
                        <a:pt x="207" y="840"/>
                      </a:lnTo>
                      <a:cubicBezTo>
                        <a:pt x="80" y="863"/>
                        <a:pt x="0" y="966"/>
                        <a:pt x="11" y="1093"/>
                      </a:cubicBezTo>
                      <a:cubicBezTo>
                        <a:pt x="32" y="1205"/>
                        <a:pt x="117" y="1291"/>
                        <a:pt x="225" y="1291"/>
                      </a:cubicBezTo>
                      <a:cubicBezTo>
                        <a:pt x="238" y="1291"/>
                        <a:pt x="251" y="1290"/>
                        <a:pt x="264" y="1287"/>
                      </a:cubicBezTo>
                      <a:cubicBezTo>
                        <a:pt x="293" y="1285"/>
                        <a:pt x="323" y="1283"/>
                        <a:pt x="353" y="1283"/>
                      </a:cubicBezTo>
                      <a:cubicBezTo>
                        <a:pt x="450" y="1283"/>
                        <a:pt x="548" y="1298"/>
                        <a:pt x="654" y="1333"/>
                      </a:cubicBezTo>
                      <a:cubicBezTo>
                        <a:pt x="608" y="1517"/>
                        <a:pt x="562" y="1690"/>
                        <a:pt x="505" y="1861"/>
                      </a:cubicBezTo>
                      <a:cubicBezTo>
                        <a:pt x="459" y="1988"/>
                        <a:pt x="528" y="2114"/>
                        <a:pt x="643" y="2160"/>
                      </a:cubicBezTo>
                      <a:cubicBezTo>
                        <a:pt x="666" y="2160"/>
                        <a:pt x="689" y="2172"/>
                        <a:pt x="712" y="2172"/>
                      </a:cubicBezTo>
                      <a:cubicBezTo>
                        <a:pt x="815" y="2172"/>
                        <a:pt x="896" y="2103"/>
                        <a:pt x="930" y="2011"/>
                      </a:cubicBezTo>
                      <a:cubicBezTo>
                        <a:pt x="930" y="2011"/>
                        <a:pt x="930" y="1999"/>
                        <a:pt x="942" y="1999"/>
                      </a:cubicBezTo>
                      <a:lnTo>
                        <a:pt x="942" y="1988"/>
                      </a:lnTo>
                      <a:cubicBezTo>
                        <a:pt x="1056" y="1884"/>
                        <a:pt x="1159" y="1782"/>
                        <a:pt x="1274" y="1678"/>
                      </a:cubicBezTo>
                      <a:cubicBezTo>
                        <a:pt x="1378" y="1759"/>
                        <a:pt x="1493" y="1861"/>
                        <a:pt x="1596" y="1965"/>
                      </a:cubicBezTo>
                      <a:cubicBezTo>
                        <a:pt x="1641" y="2010"/>
                        <a:pt x="1704" y="2033"/>
                        <a:pt x="1764" y="2033"/>
                      </a:cubicBezTo>
                      <a:cubicBezTo>
                        <a:pt x="1812" y="2033"/>
                        <a:pt x="1859" y="2019"/>
                        <a:pt x="1894" y="1988"/>
                      </a:cubicBezTo>
                      <a:cubicBezTo>
                        <a:pt x="1986" y="1907"/>
                        <a:pt x="2009" y="1782"/>
                        <a:pt x="1952" y="1690"/>
                      </a:cubicBezTo>
                      <a:cubicBezTo>
                        <a:pt x="1860" y="1552"/>
                        <a:pt x="1779" y="1402"/>
                        <a:pt x="1710" y="1264"/>
                      </a:cubicBezTo>
                      <a:cubicBezTo>
                        <a:pt x="1802" y="1173"/>
                        <a:pt x="1883" y="1093"/>
                        <a:pt x="1975" y="1012"/>
                      </a:cubicBezTo>
                      <a:cubicBezTo>
                        <a:pt x="2044" y="943"/>
                        <a:pt x="2055" y="840"/>
                        <a:pt x="2021" y="748"/>
                      </a:cubicBezTo>
                      <a:cubicBezTo>
                        <a:pt x="1979" y="665"/>
                        <a:pt x="1891" y="620"/>
                        <a:pt x="1806" y="620"/>
                      </a:cubicBezTo>
                      <a:cubicBezTo>
                        <a:pt x="1797" y="620"/>
                        <a:pt x="1788" y="620"/>
                        <a:pt x="1779" y="621"/>
                      </a:cubicBezTo>
                      <a:lnTo>
                        <a:pt x="1435" y="667"/>
                      </a:lnTo>
                      <a:cubicBezTo>
                        <a:pt x="1378" y="507"/>
                        <a:pt x="1320" y="335"/>
                        <a:pt x="1274" y="162"/>
                      </a:cubicBezTo>
                      <a:cubicBezTo>
                        <a:pt x="1242" y="67"/>
                        <a:pt x="1151" y="0"/>
                        <a:pt x="104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558" name="Google Shape;558;p41" title="Gemini_Generated_Image_eu102peu102peu10.png"/>
          <p:cNvPicPr preferRelativeResize="0"/>
          <p:nvPr/>
        </p:nvPicPr>
        <p:blipFill rotWithShape="1">
          <a:blip r:embed="rId3">
            <a:alphaModFix/>
          </a:blip>
          <a:srcRect b="0" l="9735" r="15032" t="0"/>
          <a:stretch/>
        </p:blipFill>
        <p:spPr>
          <a:xfrm rot="-13">
            <a:off x="5673671" y="1251092"/>
            <a:ext cx="2744115" cy="27373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grpSp>
        <p:nvGrpSpPr>
          <p:cNvPr id="559" name="Google Shape;559;p41"/>
          <p:cNvGrpSpPr/>
          <p:nvPr/>
        </p:nvGrpSpPr>
        <p:grpSpPr>
          <a:xfrm rot="1827051">
            <a:off x="8077666" y="3251197"/>
            <a:ext cx="483166" cy="741724"/>
            <a:chOff x="7632650" y="922083"/>
            <a:chExt cx="718509" cy="1116666"/>
          </a:xfrm>
        </p:grpSpPr>
        <p:sp>
          <p:nvSpPr>
            <p:cNvPr id="560" name="Google Shape;560;p41"/>
            <p:cNvSpPr/>
            <p:nvPr/>
          </p:nvSpPr>
          <p:spPr>
            <a:xfrm>
              <a:off x="7632650" y="922083"/>
              <a:ext cx="718509" cy="1116666"/>
            </a:xfrm>
            <a:custGeom>
              <a:rect b="b" l="l" r="r" t="t"/>
              <a:pathLst>
                <a:path extrusionOk="0" h="27499" w="17694">
                  <a:moveTo>
                    <a:pt x="8221" y="25030"/>
                  </a:moveTo>
                  <a:cubicBezTo>
                    <a:pt x="8910" y="24916"/>
                    <a:pt x="9634" y="24732"/>
                    <a:pt x="10288" y="24456"/>
                  </a:cubicBezTo>
                  <a:cubicBezTo>
                    <a:pt x="10908" y="25547"/>
                    <a:pt x="11678" y="26546"/>
                    <a:pt x="12722" y="27304"/>
                  </a:cubicBezTo>
                  <a:cubicBezTo>
                    <a:pt x="12986" y="27499"/>
                    <a:pt x="13250" y="27039"/>
                    <a:pt x="12986" y="26845"/>
                  </a:cubicBezTo>
                  <a:cubicBezTo>
                    <a:pt x="12033" y="26156"/>
                    <a:pt x="11321" y="25214"/>
                    <a:pt x="10747" y="24192"/>
                  </a:cubicBezTo>
                  <a:cubicBezTo>
                    <a:pt x="11746" y="23859"/>
                    <a:pt x="12768" y="23446"/>
                    <a:pt x="13640" y="22849"/>
                  </a:cubicBezTo>
                  <a:cubicBezTo>
                    <a:pt x="14536" y="22240"/>
                    <a:pt x="15156" y="21402"/>
                    <a:pt x="15340" y="20311"/>
                  </a:cubicBezTo>
                  <a:cubicBezTo>
                    <a:pt x="15375" y="20059"/>
                    <a:pt x="15398" y="19806"/>
                    <a:pt x="15409" y="19542"/>
                  </a:cubicBezTo>
                  <a:cubicBezTo>
                    <a:pt x="15421" y="19255"/>
                    <a:pt x="15455" y="18922"/>
                    <a:pt x="15409" y="18647"/>
                  </a:cubicBezTo>
                  <a:cubicBezTo>
                    <a:pt x="15375" y="18451"/>
                    <a:pt x="15214" y="18348"/>
                    <a:pt x="15018" y="18336"/>
                  </a:cubicBezTo>
                  <a:cubicBezTo>
                    <a:pt x="14743" y="18325"/>
                    <a:pt x="14456" y="18359"/>
                    <a:pt x="14181" y="18405"/>
                  </a:cubicBezTo>
                  <a:cubicBezTo>
                    <a:pt x="13101" y="18566"/>
                    <a:pt x="11849" y="19037"/>
                    <a:pt x="11229" y="19979"/>
                  </a:cubicBezTo>
                  <a:cubicBezTo>
                    <a:pt x="10885" y="20518"/>
                    <a:pt x="10713" y="21150"/>
                    <a:pt x="10609" y="21770"/>
                  </a:cubicBezTo>
                  <a:cubicBezTo>
                    <a:pt x="10495" y="22401"/>
                    <a:pt x="10438" y="23033"/>
                    <a:pt x="10461" y="23664"/>
                  </a:cubicBezTo>
                  <a:cubicBezTo>
                    <a:pt x="10277" y="23296"/>
                    <a:pt x="10104" y="22929"/>
                    <a:pt x="9932" y="22562"/>
                  </a:cubicBezTo>
                  <a:cubicBezTo>
                    <a:pt x="9461" y="21471"/>
                    <a:pt x="9002" y="20357"/>
                    <a:pt x="8624" y="19221"/>
                  </a:cubicBezTo>
                  <a:cubicBezTo>
                    <a:pt x="10104" y="18463"/>
                    <a:pt x="11849" y="18532"/>
                    <a:pt x="13434" y="18061"/>
                  </a:cubicBezTo>
                  <a:cubicBezTo>
                    <a:pt x="14949" y="17613"/>
                    <a:pt x="16350" y="16603"/>
                    <a:pt x="17062" y="15167"/>
                  </a:cubicBezTo>
                  <a:cubicBezTo>
                    <a:pt x="17487" y="14330"/>
                    <a:pt x="17694" y="13376"/>
                    <a:pt x="17579" y="12435"/>
                  </a:cubicBezTo>
                  <a:cubicBezTo>
                    <a:pt x="17567" y="12332"/>
                    <a:pt x="17510" y="12263"/>
                    <a:pt x="17395" y="12251"/>
                  </a:cubicBezTo>
                  <a:cubicBezTo>
                    <a:pt x="15627" y="12194"/>
                    <a:pt x="13778" y="12194"/>
                    <a:pt x="12102" y="12883"/>
                  </a:cubicBezTo>
                  <a:cubicBezTo>
                    <a:pt x="10655" y="13480"/>
                    <a:pt x="9484" y="14536"/>
                    <a:pt x="8933" y="16029"/>
                  </a:cubicBezTo>
                  <a:cubicBezTo>
                    <a:pt x="8635" y="16821"/>
                    <a:pt x="8509" y="17670"/>
                    <a:pt x="8394" y="18509"/>
                  </a:cubicBezTo>
                  <a:lnTo>
                    <a:pt x="8394" y="18520"/>
                  </a:lnTo>
                  <a:cubicBezTo>
                    <a:pt x="8210" y="17912"/>
                    <a:pt x="8060" y="17292"/>
                    <a:pt x="7946" y="16672"/>
                  </a:cubicBezTo>
                  <a:cubicBezTo>
                    <a:pt x="7636" y="15019"/>
                    <a:pt x="7578" y="13330"/>
                    <a:pt x="7624" y="11654"/>
                  </a:cubicBezTo>
                  <a:cubicBezTo>
                    <a:pt x="10277" y="11758"/>
                    <a:pt x="13319" y="11723"/>
                    <a:pt x="15214" y="9599"/>
                  </a:cubicBezTo>
                  <a:cubicBezTo>
                    <a:pt x="15661" y="9094"/>
                    <a:pt x="15995" y="8508"/>
                    <a:pt x="16178" y="7865"/>
                  </a:cubicBezTo>
                  <a:cubicBezTo>
                    <a:pt x="16201" y="7773"/>
                    <a:pt x="16143" y="7682"/>
                    <a:pt x="16052" y="7648"/>
                  </a:cubicBezTo>
                  <a:cubicBezTo>
                    <a:pt x="14697" y="7188"/>
                    <a:pt x="13250" y="7119"/>
                    <a:pt x="11849" y="7383"/>
                  </a:cubicBezTo>
                  <a:cubicBezTo>
                    <a:pt x="11160" y="7510"/>
                    <a:pt x="10484" y="7716"/>
                    <a:pt x="9886" y="8084"/>
                  </a:cubicBezTo>
                  <a:cubicBezTo>
                    <a:pt x="9369" y="8405"/>
                    <a:pt x="8933" y="8842"/>
                    <a:pt x="8555" y="9324"/>
                  </a:cubicBezTo>
                  <a:cubicBezTo>
                    <a:pt x="8221" y="9760"/>
                    <a:pt x="7935" y="10242"/>
                    <a:pt x="7682" y="10748"/>
                  </a:cubicBezTo>
                  <a:cubicBezTo>
                    <a:pt x="7682" y="10759"/>
                    <a:pt x="7670" y="10759"/>
                    <a:pt x="7659" y="10770"/>
                  </a:cubicBezTo>
                  <a:lnTo>
                    <a:pt x="7693" y="10219"/>
                  </a:lnTo>
                  <a:cubicBezTo>
                    <a:pt x="7739" y="9232"/>
                    <a:pt x="7866" y="8245"/>
                    <a:pt x="8106" y="7280"/>
                  </a:cubicBezTo>
                  <a:cubicBezTo>
                    <a:pt x="8152" y="7119"/>
                    <a:pt x="8198" y="6947"/>
                    <a:pt x="8256" y="6786"/>
                  </a:cubicBezTo>
                  <a:cubicBezTo>
                    <a:pt x="10024" y="7153"/>
                    <a:pt x="12079" y="7028"/>
                    <a:pt x="13239" y="5466"/>
                  </a:cubicBezTo>
                  <a:cubicBezTo>
                    <a:pt x="13354" y="5305"/>
                    <a:pt x="13457" y="5145"/>
                    <a:pt x="13538" y="4972"/>
                  </a:cubicBezTo>
                  <a:cubicBezTo>
                    <a:pt x="13606" y="4811"/>
                    <a:pt x="13709" y="4604"/>
                    <a:pt x="13709" y="4421"/>
                  </a:cubicBezTo>
                  <a:cubicBezTo>
                    <a:pt x="13709" y="4237"/>
                    <a:pt x="13526" y="4191"/>
                    <a:pt x="13377" y="4145"/>
                  </a:cubicBezTo>
                  <a:cubicBezTo>
                    <a:pt x="13158" y="4076"/>
                    <a:pt x="12929" y="4030"/>
                    <a:pt x="12699" y="4007"/>
                  </a:cubicBezTo>
                  <a:cubicBezTo>
                    <a:pt x="11769" y="3893"/>
                    <a:pt x="10805" y="4076"/>
                    <a:pt x="10001" y="4536"/>
                  </a:cubicBezTo>
                  <a:cubicBezTo>
                    <a:pt x="9450" y="4846"/>
                    <a:pt x="8979" y="5282"/>
                    <a:pt x="8624" y="5788"/>
                  </a:cubicBezTo>
                  <a:cubicBezTo>
                    <a:pt x="8761" y="5466"/>
                    <a:pt x="8922" y="5145"/>
                    <a:pt x="9083" y="4823"/>
                  </a:cubicBezTo>
                  <a:lnTo>
                    <a:pt x="9289" y="4444"/>
                  </a:lnTo>
                  <a:cubicBezTo>
                    <a:pt x="11058" y="4260"/>
                    <a:pt x="12826" y="3147"/>
                    <a:pt x="13147" y="1275"/>
                  </a:cubicBezTo>
                  <a:cubicBezTo>
                    <a:pt x="13181" y="1080"/>
                    <a:pt x="13193" y="873"/>
                    <a:pt x="13193" y="667"/>
                  </a:cubicBezTo>
                  <a:cubicBezTo>
                    <a:pt x="13193" y="506"/>
                    <a:pt x="13216" y="242"/>
                    <a:pt x="13089" y="127"/>
                  </a:cubicBezTo>
                  <a:cubicBezTo>
                    <a:pt x="12952" y="1"/>
                    <a:pt x="12745" y="70"/>
                    <a:pt x="12596" y="104"/>
                  </a:cubicBezTo>
                  <a:cubicBezTo>
                    <a:pt x="12389" y="150"/>
                    <a:pt x="12171" y="185"/>
                    <a:pt x="11964" y="230"/>
                  </a:cubicBezTo>
                  <a:cubicBezTo>
                    <a:pt x="11195" y="414"/>
                    <a:pt x="10380" y="701"/>
                    <a:pt x="9841" y="1321"/>
                  </a:cubicBezTo>
                  <a:cubicBezTo>
                    <a:pt x="9484" y="1734"/>
                    <a:pt x="9289" y="2251"/>
                    <a:pt x="9140" y="2756"/>
                  </a:cubicBezTo>
                  <a:cubicBezTo>
                    <a:pt x="8979" y="3273"/>
                    <a:pt x="8853" y="3859"/>
                    <a:pt x="9002" y="4387"/>
                  </a:cubicBezTo>
                  <a:cubicBezTo>
                    <a:pt x="8956" y="4467"/>
                    <a:pt x="8910" y="4536"/>
                    <a:pt x="8876" y="4616"/>
                  </a:cubicBezTo>
                  <a:cubicBezTo>
                    <a:pt x="8761" y="3709"/>
                    <a:pt x="8371" y="2848"/>
                    <a:pt x="7762" y="2170"/>
                  </a:cubicBezTo>
                  <a:cubicBezTo>
                    <a:pt x="7050" y="1402"/>
                    <a:pt x="6086" y="930"/>
                    <a:pt x="5052" y="793"/>
                  </a:cubicBezTo>
                  <a:cubicBezTo>
                    <a:pt x="4938" y="782"/>
                    <a:pt x="4846" y="919"/>
                    <a:pt x="4881" y="1022"/>
                  </a:cubicBezTo>
                  <a:cubicBezTo>
                    <a:pt x="5248" y="2102"/>
                    <a:pt x="5271" y="3296"/>
                    <a:pt x="5799" y="4329"/>
                  </a:cubicBezTo>
                  <a:cubicBezTo>
                    <a:pt x="6017" y="4765"/>
                    <a:pt x="6338" y="5156"/>
                    <a:pt x="6752" y="5431"/>
                  </a:cubicBezTo>
                  <a:cubicBezTo>
                    <a:pt x="7200" y="5719"/>
                    <a:pt x="7728" y="5867"/>
                    <a:pt x="8244" y="5959"/>
                  </a:cubicBezTo>
                  <a:lnTo>
                    <a:pt x="8038" y="6510"/>
                  </a:lnTo>
                  <a:cubicBezTo>
                    <a:pt x="8026" y="6533"/>
                    <a:pt x="8026" y="6545"/>
                    <a:pt x="8026" y="6556"/>
                  </a:cubicBezTo>
                  <a:cubicBezTo>
                    <a:pt x="7716" y="7441"/>
                    <a:pt x="7498" y="8359"/>
                    <a:pt x="7395" y="9278"/>
                  </a:cubicBezTo>
                  <a:cubicBezTo>
                    <a:pt x="7384" y="9335"/>
                    <a:pt x="7372" y="9393"/>
                    <a:pt x="7372" y="9450"/>
                  </a:cubicBezTo>
                  <a:cubicBezTo>
                    <a:pt x="7142" y="8600"/>
                    <a:pt x="6775" y="7785"/>
                    <a:pt x="6246" y="7107"/>
                  </a:cubicBezTo>
                  <a:cubicBezTo>
                    <a:pt x="5397" y="6005"/>
                    <a:pt x="4215" y="5316"/>
                    <a:pt x="2825" y="5145"/>
                  </a:cubicBezTo>
                  <a:cubicBezTo>
                    <a:pt x="1975" y="5030"/>
                    <a:pt x="1115" y="5076"/>
                    <a:pt x="253" y="5133"/>
                  </a:cubicBezTo>
                  <a:cubicBezTo>
                    <a:pt x="127" y="5145"/>
                    <a:pt x="0" y="5293"/>
                    <a:pt x="92" y="5420"/>
                  </a:cubicBezTo>
                  <a:cubicBezTo>
                    <a:pt x="873" y="6487"/>
                    <a:pt x="1138" y="7796"/>
                    <a:pt x="1792" y="8933"/>
                  </a:cubicBezTo>
                  <a:cubicBezTo>
                    <a:pt x="2113" y="9496"/>
                    <a:pt x="2538" y="9978"/>
                    <a:pt x="3089" y="10322"/>
                  </a:cubicBezTo>
                  <a:cubicBezTo>
                    <a:pt x="3652" y="10690"/>
                    <a:pt x="4318" y="10908"/>
                    <a:pt x="4972" y="11034"/>
                  </a:cubicBezTo>
                  <a:cubicBezTo>
                    <a:pt x="5351" y="11115"/>
                    <a:pt x="5730" y="11161"/>
                    <a:pt x="6121" y="11195"/>
                  </a:cubicBezTo>
                  <a:cubicBezTo>
                    <a:pt x="6488" y="11230"/>
                    <a:pt x="6855" y="11253"/>
                    <a:pt x="7211" y="11356"/>
                  </a:cubicBezTo>
                  <a:cubicBezTo>
                    <a:pt x="7188" y="11792"/>
                    <a:pt x="7177" y="12228"/>
                    <a:pt x="7165" y="12664"/>
                  </a:cubicBezTo>
                  <a:cubicBezTo>
                    <a:pt x="7142" y="13779"/>
                    <a:pt x="7165" y="14904"/>
                    <a:pt x="7315" y="16006"/>
                  </a:cubicBezTo>
                  <a:cubicBezTo>
                    <a:pt x="7326" y="16086"/>
                    <a:pt x="7338" y="16167"/>
                    <a:pt x="7349" y="16259"/>
                  </a:cubicBezTo>
                  <a:cubicBezTo>
                    <a:pt x="6981" y="15524"/>
                    <a:pt x="6534" y="14823"/>
                    <a:pt x="5937" y="14272"/>
                  </a:cubicBezTo>
                  <a:cubicBezTo>
                    <a:pt x="4983" y="13399"/>
                    <a:pt x="3720" y="13032"/>
                    <a:pt x="2446" y="13009"/>
                  </a:cubicBezTo>
                  <a:cubicBezTo>
                    <a:pt x="1712" y="12986"/>
                    <a:pt x="977" y="13078"/>
                    <a:pt x="265" y="13216"/>
                  </a:cubicBezTo>
                  <a:cubicBezTo>
                    <a:pt x="138" y="13239"/>
                    <a:pt x="92" y="13399"/>
                    <a:pt x="150" y="13491"/>
                  </a:cubicBezTo>
                  <a:cubicBezTo>
                    <a:pt x="781" y="14536"/>
                    <a:pt x="942" y="15822"/>
                    <a:pt x="1781" y="16741"/>
                  </a:cubicBezTo>
                  <a:cubicBezTo>
                    <a:pt x="2630" y="17682"/>
                    <a:pt x="3962" y="17877"/>
                    <a:pt x="5167" y="18015"/>
                  </a:cubicBezTo>
                  <a:cubicBezTo>
                    <a:pt x="6029" y="18107"/>
                    <a:pt x="6901" y="18210"/>
                    <a:pt x="7762" y="18267"/>
                  </a:cubicBezTo>
                  <a:lnTo>
                    <a:pt x="7797" y="18302"/>
                  </a:lnTo>
                  <a:cubicBezTo>
                    <a:pt x="8175" y="19645"/>
                    <a:pt x="8692" y="20966"/>
                    <a:pt x="9244" y="22263"/>
                  </a:cubicBezTo>
                  <a:lnTo>
                    <a:pt x="9244" y="22275"/>
                  </a:lnTo>
                  <a:cubicBezTo>
                    <a:pt x="9152" y="22160"/>
                    <a:pt x="9048" y="22056"/>
                    <a:pt x="8956" y="21953"/>
                  </a:cubicBezTo>
                  <a:cubicBezTo>
                    <a:pt x="8474" y="21448"/>
                    <a:pt x="7946" y="21012"/>
                    <a:pt x="7257" y="20862"/>
                  </a:cubicBezTo>
                  <a:cubicBezTo>
                    <a:pt x="6603" y="20713"/>
                    <a:pt x="5891" y="20713"/>
                    <a:pt x="5225" y="20782"/>
                  </a:cubicBezTo>
                  <a:cubicBezTo>
                    <a:pt x="4547" y="20851"/>
                    <a:pt x="3881" y="20989"/>
                    <a:pt x="3250" y="21219"/>
                  </a:cubicBezTo>
                  <a:cubicBezTo>
                    <a:pt x="2526" y="21471"/>
                    <a:pt x="1849" y="21816"/>
                    <a:pt x="1229" y="22240"/>
                  </a:cubicBezTo>
                  <a:cubicBezTo>
                    <a:pt x="1115" y="22321"/>
                    <a:pt x="1103" y="22482"/>
                    <a:pt x="1229" y="22562"/>
                  </a:cubicBezTo>
                  <a:cubicBezTo>
                    <a:pt x="1792" y="22906"/>
                    <a:pt x="2240" y="23411"/>
                    <a:pt x="2745" y="23824"/>
                  </a:cubicBezTo>
                  <a:cubicBezTo>
                    <a:pt x="3227" y="24227"/>
                    <a:pt x="3778" y="24525"/>
                    <a:pt x="4363" y="24743"/>
                  </a:cubicBezTo>
                  <a:cubicBezTo>
                    <a:pt x="5592" y="25214"/>
                    <a:pt x="6924" y="25248"/>
                    <a:pt x="8221" y="25030"/>
                  </a:cubicBezTo>
                  <a:close/>
                  <a:moveTo>
                    <a:pt x="15087" y="18842"/>
                  </a:moveTo>
                  <a:cubicBezTo>
                    <a:pt x="15087" y="18933"/>
                    <a:pt x="15076" y="19060"/>
                    <a:pt x="15076" y="19106"/>
                  </a:cubicBezTo>
                  <a:lnTo>
                    <a:pt x="15076" y="19473"/>
                  </a:lnTo>
                  <a:cubicBezTo>
                    <a:pt x="15064" y="19737"/>
                    <a:pt x="15041" y="20002"/>
                    <a:pt x="14995" y="20254"/>
                  </a:cubicBezTo>
                  <a:cubicBezTo>
                    <a:pt x="14835" y="21230"/>
                    <a:pt x="14295" y="21976"/>
                    <a:pt x="13492" y="22528"/>
                  </a:cubicBezTo>
                  <a:cubicBezTo>
                    <a:pt x="12699" y="23056"/>
                    <a:pt x="11780" y="23434"/>
                    <a:pt x="10874" y="23745"/>
                  </a:cubicBezTo>
                  <a:cubicBezTo>
                    <a:pt x="10931" y="23584"/>
                    <a:pt x="10989" y="23411"/>
                    <a:pt x="11058" y="23239"/>
                  </a:cubicBezTo>
                  <a:cubicBezTo>
                    <a:pt x="11172" y="22964"/>
                    <a:pt x="11298" y="22688"/>
                    <a:pt x="11448" y="22424"/>
                  </a:cubicBezTo>
                  <a:cubicBezTo>
                    <a:pt x="11724" y="21919"/>
                    <a:pt x="12045" y="21436"/>
                    <a:pt x="12423" y="20989"/>
                  </a:cubicBezTo>
                  <a:cubicBezTo>
                    <a:pt x="13170" y="20093"/>
                    <a:pt x="14077" y="19405"/>
                    <a:pt x="15087" y="18842"/>
                  </a:cubicBezTo>
                  <a:close/>
                  <a:moveTo>
                    <a:pt x="11218" y="20736"/>
                  </a:moveTo>
                  <a:cubicBezTo>
                    <a:pt x="11413" y="20242"/>
                    <a:pt x="11724" y="19818"/>
                    <a:pt x="12171" y="19519"/>
                  </a:cubicBezTo>
                  <a:cubicBezTo>
                    <a:pt x="12596" y="19232"/>
                    <a:pt x="13078" y="19025"/>
                    <a:pt x="13572" y="18887"/>
                  </a:cubicBezTo>
                  <a:cubicBezTo>
                    <a:pt x="13801" y="18819"/>
                    <a:pt x="14031" y="18773"/>
                    <a:pt x="14272" y="18739"/>
                  </a:cubicBezTo>
                  <a:cubicBezTo>
                    <a:pt x="14398" y="18716"/>
                    <a:pt x="14536" y="18704"/>
                    <a:pt x="14674" y="18693"/>
                  </a:cubicBezTo>
                  <a:cubicBezTo>
                    <a:pt x="14743" y="18693"/>
                    <a:pt x="14858" y="18670"/>
                    <a:pt x="14949" y="18681"/>
                  </a:cubicBezTo>
                  <a:cubicBezTo>
                    <a:pt x="13870" y="19140"/>
                    <a:pt x="12918" y="19887"/>
                    <a:pt x="12148" y="20759"/>
                  </a:cubicBezTo>
                  <a:cubicBezTo>
                    <a:pt x="11746" y="21230"/>
                    <a:pt x="11402" y="21724"/>
                    <a:pt x="11104" y="22263"/>
                  </a:cubicBezTo>
                  <a:cubicBezTo>
                    <a:pt x="10989" y="22470"/>
                    <a:pt x="10874" y="22688"/>
                    <a:pt x="10770" y="22906"/>
                  </a:cubicBezTo>
                  <a:cubicBezTo>
                    <a:pt x="10828" y="22171"/>
                    <a:pt x="10954" y="21425"/>
                    <a:pt x="11218" y="20736"/>
                  </a:cubicBezTo>
                  <a:close/>
                  <a:moveTo>
                    <a:pt x="10277" y="14513"/>
                  </a:moveTo>
                  <a:cubicBezTo>
                    <a:pt x="11356" y="13388"/>
                    <a:pt x="12906" y="12860"/>
                    <a:pt x="14421" y="12676"/>
                  </a:cubicBezTo>
                  <a:cubicBezTo>
                    <a:pt x="15202" y="12596"/>
                    <a:pt x="15995" y="12585"/>
                    <a:pt x="16775" y="12596"/>
                  </a:cubicBezTo>
                  <a:cubicBezTo>
                    <a:pt x="14135" y="13330"/>
                    <a:pt x="11551" y="14731"/>
                    <a:pt x="9703" y="16764"/>
                  </a:cubicBezTo>
                  <a:cubicBezTo>
                    <a:pt x="9381" y="17119"/>
                    <a:pt x="9060" y="17499"/>
                    <a:pt x="8772" y="17900"/>
                  </a:cubicBezTo>
                  <a:cubicBezTo>
                    <a:pt x="9014" y="16672"/>
                    <a:pt x="9381" y="15443"/>
                    <a:pt x="10277" y="14513"/>
                  </a:cubicBezTo>
                  <a:close/>
                  <a:moveTo>
                    <a:pt x="9806" y="17165"/>
                  </a:moveTo>
                  <a:cubicBezTo>
                    <a:pt x="10254" y="16649"/>
                    <a:pt x="10736" y="16178"/>
                    <a:pt x="11264" y="15742"/>
                  </a:cubicBezTo>
                  <a:cubicBezTo>
                    <a:pt x="12378" y="14812"/>
                    <a:pt x="13652" y="14088"/>
                    <a:pt x="14995" y="13526"/>
                  </a:cubicBezTo>
                  <a:cubicBezTo>
                    <a:pt x="15730" y="13216"/>
                    <a:pt x="16488" y="12963"/>
                    <a:pt x="17235" y="12710"/>
                  </a:cubicBezTo>
                  <a:cubicBezTo>
                    <a:pt x="17315" y="14249"/>
                    <a:pt x="16546" y="15696"/>
                    <a:pt x="15340" y="16626"/>
                  </a:cubicBezTo>
                  <a:cubicBezTo>
                    <a:pt x="14020" y="17636"/>
                    <a:pt x="12435" y="17831"/>
                    <a:pt x="10851" y="18096"/>
                  </a:cubicBezTo>
                  <a:cubicBezTo>
                    <a:pt x="10127" y="18210"/>
                    <a:pt x="9392" y="18371"/>
                    <a:pt x="8715" y="18658"/>
                  </a:cubicBezTo>
                  <a:cubicBezTo>
                    <a:pt x="9071" y="18153"/>
                    <a:pt x="9392" y="17636"/>
                    <a:pt x="9806" y="17165"/>
                  </a:cubicBezTo>
                  <a:close/>
                  <a:moveTo>
                    <a:pt x="9875" y="8520"/>
                  </a:moveTo>
                  <a:cubicBezTo>
                    <a:pt x="10954" y="7762"/>
                    <a:pt x="12389" y="7556"/>
                    <a:pt x="13675" y="7590"/>
                  </a:cubicBezTo>
                  <a:cubicBezTo>
                    <a:pt x="13905" y="7590"/>
                    <a:pt x="14123" y="7613"/>
                    <a:pt x="14341" y="7636"/>
                  </a:cubicBezTo>
                  <a:cubicBezTo>
                    <a:pt x="13640" y="7693"/>
                    <a:pt x="12941" y="7923"/>
                    <a:pt x="12275" y="8187"/>
                  </a:cubicBezTo>
                  <a:cubicBezTo>
                    <a:pt x="11126" y="8623"/>
                    <a:pt x="10024" y="9174"/>
                    <a:pt x="8979" y="9840"/>
                  </a:cubicBezTo>
                  <a:cubicBezTo>
                    <a:pt x="8726" y="10001"/>
                    <a:pt x="8474" y="10173"/>
                    <a:pt x="8233" y="10345"/>
                  </a:cubicBezTo>
                  <a:cubicBezTo>
                    <a:pt x="8680" y="9645"/>
                    <a:pt x="9186" y="8990"/>
                    <a:pt x="9875" y="8520"/>
                  </a:cubicBezTo>
                  <a:close/>
                  <a:moveTo>
                    <a:pt x="7739" y="11195"/>
                  </a:moveTo>
                  <a:cubicBezTo>
                    <a:pt x="7981" y="11023"/>
                    <a:pt x="8221" y="10804"/>
                    <a:pt x="8463" y="10633"/>
                  </a:cubicBezTo>
                  <a:cubicBezTo>
                    <a:pt x="8761" y="10414"/>
                    <a:pt x="9060" y="10207"/>
                    <a:pt x="9369" y="10001"/>
                  </a:cubicBezTo>
                  <a:cubicBezTo>
                    <a:pt x="9989" y="9599"/>
                    <a:pt x="10644" y="9243"/>
                    <a:pt x="11310" y="8922"/>
                  </a:cubicBezTo>
                  <a:cubicBezTo>
                    <a:pt x="12642" y="8279"/>
                    <a:pt x="14260" y="7602"/>
                    <a:pt x="15765" y="8003"/>
                  </a:cubicBezTo>
                  <a:cubicBezTo>
                    <a:pt x="15409" y="9013"/>
                    <a:pt x="14628" y="9806"/>
                    <a:pt x="13709" y="10334"/>
                  </a:cubicBezTo>
                  <a:cubicBezTo>
                    <a:pt x="12561" y="11011"/>
                    <a:pt x="11218" y="11241"/>
                    <a:pt x="9909" y="11287"/>
                  </a:cubicBezTo>
                  <a:cubicBezTo>
                    <a:pt x="9175" y="11310"/>
                    <a:pt x="8440" y="11276"/>
                    <a:pt x="7716" y="11241"/>
                  </a:cubicBezTo>
                  <a:cubicBezTo>
                    <a:pt x="7716" y="11230"/>
                    <a:pt x="7728" y="11218"/>
                    <a:pt x="7739" y="11195"/>
                  </a:cubicBezTo>
                  <a:close/>
                  <a:moveTo>
                    <a:pt x="10288" y="4708"/>
                  </a:moveTo>
                  <a:cubicBezTo>
                    <a:pt x="10759" y="4467"/>
                    <a:pt x="11287" y="4318"/>
                    <a:pt x="11815" y="4283"/>
                  </a:cubicBezTo>
                  <a:cubicBezTo>
                    <a:pt x="12091" y="4260"/>
                    <a:pt x="12355" y="4260"/>
                    <a:pt x="12619" y="4295"/>
                  </a:cubicBezTo>
                  <a:cubicBezTo>
                    <a:pt x="12665" y="4295"/>
                    <a:pt x="12699" y="4306"/>
                    <a:pt x="12734" y="4306"/>
                  </a:cubicBezTo>
                  <a:cubicBezTo>
                    <a:pt x="11999" y="4433"/>
                    <a:pt x="11287" y="4639"/>
                    <a:pt x="10598" y="4938"/>
                  </a:cubicBezTo>
                  <a:cubicBezTo>
                    <a:pt x="10150" y="5133"/>
                    <a:pt x="9726" y="5362"/>
                    <a:pt x="9312" y="5627"/>
                  </a:cubicBezTo>
                  <a:cubicBezTo>
                    <a:pt x="9152" y="5742"/>
                    <a:pt x="8979" y="5844"/>
                    <a:pt x="8818" y="5971"/>
                  </a:cubicBezTo>
                  <a:cubicBezTo>
                    <a:pt x="9209" y="5443"/>
                    <a:pt x="9703" y="5018"/>
                    <a:pt x="10288" y="4708"/>
                  </a:cubicBezTo>
                  <a:close/>
                  <a:moveTo>
                    <a:pt x="8968" y="6293"/>
                  </a:moveTo>
                  <a:cubicBezTo>
                    <a:pt x="9140" y="6155"/>
                    <a:pt x="9323" y="6028"/>
                    <a:pt x="9519" y="5913"/>
                  </a:cubicBezTo>
                  <a:cubicBezTo>
                    <a:pt x="9909" y="5661"/>
                    <a:pt x="10311" y="5443"/>
                    <a:pt x="10736" y="5247"/>
                  </a:cubicBezTo>
                  <a:cubicBezTo>
                    <a:pt x="11586" y="4869"/>
                    <a:pt x="12469" y="4593"/>
                    <a:pt x="13388" y="4444"/>
                  </a:cubicBezTo>
                  <a:cubicBezTo>
                    <a:pt x="13400" y="4456"/>
                    <a:pt x="13411" y="4456"/>
                    <a:pt x="13411" y="4456"/>
                  </a:cubicBezTo>
                  <a:cubicBezTo>
                    <a:pt x="13400" y="4639"/>
                    <a:pt x="13262" y="4869"/>
                    <a:pt x="13181" y="5007"/>
                  </a:cubicBezTo>
                  <a:cubicBezTo>
                    <a:pt x="13066" y="5213"/>
                    <a:pt x="12929" y="5397"/>
                    <a:pt x="12768" y="5569"/>
                  </a:cubicBezTo>
                  <a:cubicBezTo>
                    <a:pt x="12435" y="5902"/>
                    <a:pt x="12045" y="6155"/>
                    <a:pt x="11609" y="6339"/>
                  </a:cubicBezTo>
                  <a:cubicBezTo>
                    <a:pt x="10678" y="6706"/>
                    <a:pt x="9668" y="6671"/>
                    <a:pt x="8703" y="6510"/>
                  </a:cubicBezTo>
                  <a:cubicBezTo>
                    <a:pt x="8795" y="6430"/>
                    <a:pt x="8876" y="6362"/>
                    <a:pt x="8968" y="6293"/>
                  </a:cubicBezTo>
                  <a:close/>
                  <a:moveTo>
                    <a:pt x="12895" y="402"/>
                  </a:moveTo>
                  <a:lnTo>
                    <a:pt x="12895" y="563"/>
                  </a:lnTo>
                  <a:cubicBezTo>
                    <a:pt x="12895" y="770"/>
                    <a:pt x="12872" y="965"/>
                    <a:pt x="12826" y="1160"/>
                  </a:cubicBezTo>
                  <a:cubicBezTo>
                    <a:pt x="12653" y="1918"/>
                    <a:pt x="12240" y="2584"/>
                    <a:pt x="11643" y="3078"/>
                  </a:cubicBezTo>
                  <a:cubicBezTo>
                    <a:pt x="11058" y="3571"/>
                    <a:pt x="10323" y="3859"/>
                    <a:pt x="9565" y="3984"/>
                  </a:cubicBezTo>
                  <a:cubicBezTo>
                    <a:pt x="10438" y="2596"/>
                    <a:pt x="11586" y="1390"/>
                    <a:pt x="12895" y="402"/>
                  </a:cubicBezTo>
                  <a:close/>
                  <a:moveTo>
                    <a:pt x="9795" y="1861"/>
                  </a:moveTo>
                  <a:cubicBezTo>
                    <a:pt x="10173" y="1206"/>
                    <a:pt x="10839" y="839"/>
                    <a:pt x="11551" y="632"/>
                  </a:cubicBezTo>
                  <a:cubicBezTo>
                    <a:pt x="11884" y="529"/>
                    <a:pt x="12229" y="460"/>
                    <a:pt x="12573" y="391"/>
                  </a:cubicBezTo>
                  <a:cubicBezTo>
                    <a:pt x="11206" y="1356"/>
                    <a:pt x="10070" y="2596"/>
                    <a:pt x="9209" y="4019"/>
                  </a:cubicBezTo>
                  <a:cubicBezTo>
                    <a:pt x="9209" y="3273"/>
                    <a:pt x="9415" y="2504"/>
                    <a:pt x="9795" y="1861"/>
                  </a:cubicBezTo>
                  <a:close/>
                  <a:moveTo>
                    <a:pt x="8532" y="5053"/>
                  </a:moveTo>
                  <a:cubicBezTo>
                    <a:pt x="8532" y="5110"/>
                    <a:pt x="8555" y="5156"/>
                    <a:pt x="8589" y="5179"/>
                  </a:cubicBezTo>
                  <a:cubicBezTo>
                    <a:pt x="8543" y="5270"/>
                    <a:pt x="8509" y="5351"/>
                    <a:pt x="8474" y="5431"/>
                  </a:cubicBezTo>
                  <a:cubicBezTo>
                    <a:pt x="8405" y="5305"/>
                    <a:pt x="8348" y="5190"/>
                    <a:pt x="8290" y="5064"/>
                  </a:cubicBezTo>
                  <a:cubicBezTo>
                    <a:pt x="8187" y="4823"/>
                    <a:pt x="8072" y="4593"/>
                    <a:pt x="7969" y="4352"/>
                  </a:cubicBezTo>
                  <a:cubicBezTo>
                    <a:pt x="7739" y="3882"/>
                    <a:pt x="7498" y="3410"/>
                    <a:pt x="7211" y="2963"/>
                  </a:cubicBezTo>
                  <a:cubicBezTo>
                    <a:pt x="6820" y="2354"/>
                    <a:pt x="6361" y="1792"/>
                    <a:pt x="5810" y="1333"/>
                  </a:cubicBezTo>
                  <a:cubicBezTo>
                    <a:pt x="7384" y="1872"/>
                    <a:pt x="8497" y="3353"/>
                    <a:pt x="8532" y="5053"/>
                  </a:cubicBezTo>
                  <a:close/>
                  <a:moveTo>
                    <a:pt x="6958" y="5145"/>
                  </a:moveTo>
                  <a:cubicBezTo>
                    <a:pt x="6545" y="4880"/>
                    <a:pt x="6258" y="4479"/>
                    <a:pt x="6040" y="4030"/>
                  </a:cubicBezTo>
                  <a:cubicBezTo>
                    <a:pt x="5638" y="3147"/>
                    <a:pt x="5580" y="2159"/>
                    <a:pt x="5317" y="1229"/>
                  </a:cubicBezTo>
                  <a:cubicBezTo>
                    <a:pt x="6029" y="1757"/>
                    <a:pt x="6591" y="2435"/>
                    <a:pt x="7050" y="3181"/>
                  </a:cubicBezTo>
                  <a:cubicBezTo>
                    <a:pt x="7303" y="3583"/>
                    <a:pt x="7521" y="4019"/>
                    <a:pt x="7728" y="4444"/>
                  </a:cubicBezTo>
                  <a:cubicBezTo>
                    <a:pt x="7843" y="4673"/>
                    <a:pt x="7935" y="4892"/>
                    <a:pt x="8038" y="5122"/>
                  </a:cubicBezTo>
                  <a:cubicBezTo>
                    <a:pt x="8118" y="5293"/>
                    <a:pt x="8175" y="5489"/>
                    <a:pt x="8256" y="5661"/>
                  </a:cubicBezTo>
                  <a:cubicBezTo>
                    <a:pt x="7808" y="5523"/>
                    <a:pt x="7361" y="5397"/>
                    <a:pt x="6958" y="5145"/>
                  </a:cubicBezTo>
                  <a:close/>
                  <a:moveTo>
                    <a:pt x="5501" y="10782"/>
                  </a:moveTo>
                  <a:cubicBezTo>
                    <a:pt x="4823" y="10690"/>
                    <a:pt x="4146" y="10518"/>
                    <a:pt x="3537" y="10196"/>
                  </a:cubicBezTo>
                  <a:cubicBezTo>
                    <a:pt x="2952" y="9886"/>
                    <a:pt x="2492" y="9439"/>
                    <a:pt x="2148" y="8876"/>
                  </a:cubicBezTo>
                  <a:cubicBezTo>
                    <a:pt x="1815" y="8324"/>
                    <a:pt x="1597" y="7716"/>
                    <a:pt x="1355" y="7119"/>
                  </a:cubicBezTo>
                  <a:cubicBezTo>
                    <a:pt x="1161" y="6625"/>
                    <a:pt x="954" y="6109"/>
                    <a:pt x="678" y="5638"/>
                  </a:cubicBezTo>
                  <a:cubicBezTo>
                    <a:pt x="1195" y="5719"/>
                    <a:pt x="1677" y="5867"/>
                    <a:pt x="2148" y="6120"/>
                  </a:cubicBezTo>
                  <a:cubicBezTo>
                    <a:pt x="2687" y="6396"/>
                    <a:pt x="3181" y="6752"/>
                    <a:pt x="3641" y="7130"/>
                  </a:cubicBezTo>
                  <a:cubicBezTo>
                    <a:pt x="4559" y="7888"/>
                    <a:pt x="5478" y="8704"/>
                    <a:pt x="6212" y="9645"/>
                  </a:cubicBezTo>
                  <a:cubicBezTo>
                    <a:pt x="6430" y="9921"/>
                    <a:pt x="6626" y="10207"/>
                    <a:pt x="6809" y="10518"/>
                  </a:cubicBezTo>
                  <a:cubicBezTo>
                    <a:pt x="6901" y="10667"/>
                    <a:pt x="6981" y="10827"/>
                    <a:pt x="7050" y="10988"/>
                  </a:cubicBezTo>
                  <a:cubicBezTo>
                    <a:pt x="6557" y="10839"/>
                    <a:pt x="5994" y="10862"/>
                    <a:pt x="5501" y="10782"/>
                  </a:cubicBezTo>
                  <a:close/>
                  <a:moveTo>
                    <a:pt x="6626" y="9679"/>
                  </a:moveTo>
                  <a:cubicBezTo>
                    <a:pt x="6246" y="9186"/>
                    <a:pt x="5810" y="8715"/>
                    <a:pt x="5363" y="8279"/>
                  </a:cubicBezTo>
                  <a:cubicBezTo>
                    <a:pt x="4467" y="7406"/>
                    <a:pt x="3491" y="6510"/>
                    <a:pt x="2389" y="5925"/>
                  </a:cubicBezTo>
                  <a:cubicBezTo>
                    <a:pt x="2021" y="5730"/>
                    <a:pt x="1631" y="5558"/>
                    <a:pt x="1229" y="5466"/>
                  </a:cubicBezTo>
                  <a:cubicBezTo>
                    <a:pt x="2309" y="5420"/>
                    <a:pt x="3388" y="5489"/>
                    <a:pt x="4352" y="5982"/>
                  </a:cubicBezTo>
                  <a:cubicBezTo>
                    <a:pt x="5512" y="6579"/>
                    <a:pt x="6338" y="7659"/>
                    <a:pt x="6775" y="8865"/>
                  </a:cubicBezTo>
                  <a:cubicBezTo>
                    <a:pt x="6970" y="9381"/>
                    <a:pt x="7085" y="9909"/>
                    <a:pt x="7154" y="10449"/>
                  </a:cubicBezTo>
                  <a:cubicBezTo>
                    <a:pt x="6993" y="10173"/>
                    <a:pt x="6809" y="9921"/>
                    <a:pt x="6626" y="9679"/>
                  </a:cubicBezTo>
                  <a:close/>
                  <a:moveTo>
                    <a:pt x="5684" y="17705"/>
                  </a:moveTo>
                  <a:cubicBezTo>
                    <a:pt x="5052" y="17624"/>
                    <a:pt x="4398" y="17568"/>
                    <a:pt x="3778" y="17418"/>
                  </a:cubicBezTo>
                  <a:cubicBezTo>
                    <a:pt x="3192" y="17269"/>
                    <a:pt x="2618" y="17039"/>
                    <a:pt x="2171" y="16614"/>
                  </a:cubicBezTo>
                  <a:cubicBezTo>
                    <a:pt x="1746" y="16201"/>
                    <a:pt x="1482" y="15662"/>
                    <a:pt x="1275" y="15110"/>
                  </a:cubicBezTo>
                  <a:cubicBezTo>
                    <a:pt x="1080" y="14628"/>
                    <a:pt x="908" y="14134"/>
                    <a:pt x="666" y="13664"/>
                  </a:cubicBezTo>
                  <a:cubicBezTo>
                    <a:pt x="1344" y="13744"/>
                    <a:pt x="1987" y="13859"/>
                    <a:pt x="2630" y="14111"/>
                  </a:cubicBezTo>
                  <a:cubicBezTo>
                    <a:pt x="3307" y="14376"/>
                    <a:pt x="3939" y="14731"/>
                    <a:pt x="4524" y="15156"/>
                  </a:cubicBezTo>
                  <a:cubicBezTo>
                    <a:pt x="5144" y="15604"/>
                    <a:pt x="5707" y="16109"/>
                    <a:pt x="6246" y="16649"/>
                  </a:cubicBezTo>
                  <a:cubicBezTo>
                    <a:pt x="6660" y="17062"/>
                    <a:pt x="7039" y="17499"/>
                    <a:pt x="7429" y="17923"/>
                  </a:cubicBezTo>
                  <a:cubicBezTo>
                    <a:pt x="6855" y="17831"/>
                    <a:pt x="6269" y="17762"/>
                    <a:pt x="5684" y="17705"/>
                  </a:cubicBezTo>
                  <a:close/>
                  <a:moveTo>
                    <a:pt x="6407" y="16384"/>
                  </a:moveTo>
                  <a:cubicBezTo>
                    <a:pt x="5845" y="15833"/>
                    <a:pt x="5248" y="15317"/>
                    <a:pt x="4605" y="14869"/>
                  </a:cubicBezTo>
                  <a:cubicBezTo>
                    <a:pt x="4008" y="14445"/>
                    <a:pt x="3353" y="14088"/>
                    <a:pt x="2676" y="13836"/>
                  </a:cubicBezTo>
                  <a:cubicBezTo>
                    <a:pt x="2205" y="13664"/>
                    <a:pt x="1700" y="13514"/>
                    <a:pt x="1184" y="13445"/>
                  </a:cubicBezTo>
                  <a:cubicBezTo>
                    <a:pt x="2113" y="13330"/>
                    <a:pt x="3066" y="13342"/>
                    <a:pt x="3962" y="13595"/>
                  </a:cubicBezTo>
                  <a:cubicBezTo>
                    <a:pt x="5156" y="13950"/>
                    <a:pt x="6040" y="14766"/>
                    <a:pt x="6672" y="15822"/>
                  </a:cubicBezTo>
                  <a:cubicBezTo>
                    <a:pt x="7004" y="16373"/>
                    <a:pt x="7257" y="16959"/>
                    <a:pt x="7532" y="17533"/>
                  </a:cubicBezTo>
                  <a:cubicBezTo>
                    <a:pt x="7165" y="17142"/>
                    <a:pt x="6786" y="16764"/>
                    <a:pt x="6407" y="16384"/>
                  </a:cubicBezTo>
                  <a:close/>
                  <a:moveTo>
                    <a:pt x="4881" y="21184"/>
                  </a:moveTo>
                  <a:cubicBezTo>
                    <a:pt x="5489" y="21092"/>
                    <a:pt x="6132" y="21081"/>
                    <a:pt x="6752" y="21138"/>
                  </a:cubicBezTo>
                  <a:cubicBezTo>
                    <a:pt x="7096" y="21184"/>
                    <a:pt x="7440" y="21265"/>
                    <a:pt x="7751" y="21425"/>
                  </a:cubicBezTo>
                  <a:cubicBezTo>
                    <a:pt x="8038" y="21586"/>
                    <a:pt x="8290" y="21804"/>
                    <a:pt x="8520" y="22022"/>
                  </a:cubicBezTo>
                  <a:cubicBezTo>
                    <a:pt x="8956" y="22459"/>
                    <a:pt x="9312" y="22941"/>
                    <a:pt x="9668" y="23446"/>
                  </a:cubicBezTo>
                  <a:cubicBezTo>
                    <a:pt x="9530" y="23354"/>
                    <a:pt x="9381" y="23262"/>
                    <a:pt x="9232" y="23182"/>
                  </a:cubicBezTo>
                  <a:cubicBezTo>
                    <a:pt x="8738" y="22895"/>
                    <a:pt x="8210" y="22665"/>
                    <a:pt x="7659" y="22493"/>
                  </a:cubicBezTo>
                  <a:cubicBezTo>
                    <a:pt x="6453" y="22091"/>
                    <a:pt x="5156" y="21953"/>
                    <a:pt x="3881" y="22022"/>
                  </a:cubicBezTo>
                  <a:cubicBezTo>
                    <a:pt x="3181" y="22056"/>
                    <a:pt x="2458" y="22137"/>
                    <a:pt x="1781" y="22321"/>
                  </a:cubicBezTo>
                  <a:cubicBezTo>
                    <a:pt x="2722" y="21735"/>
                    <a:pt x="3778" y="21344"/>
                    <a:pt x="4881" y="21184"/>
                  </a:cubicBezTo>
                  <a:close/>
                  <a:moveTo>
                    <a:pt x="3009" y="23572"/>
                  </a:moveTo>
                  <a:cubicBezTo>
                    <a:pt x="2607" y="23250"/>
                    <a:pt x="2251" y="22883"/>
                    <a:pt x="1849" y="22562"/>
                  </a:cubicBezTo>
                  <a:cubicBezTo>
                    <a:pt x="2641" y="22436"/>
                    <a:pt x="3434" y="22298"/>
                    <a:pt x="4238" y="22286"/>
                  </a:cubicBezTo>
                  <a:cubicBezTo>
                    <a:pt x="5041" y="22275"/>
                    <a:pt x="5856" y="22332"/>
                    <a:pt x="6637" y="22516"/>
                  </a:cubicBezTo>
                  <a:cubicBezTo>
                    <a:pt x="7338" y="22665"/>
                    <a:pt x="8004" y="22906"/>
                    <a:pt x="8646" y="23227"/>
                  </a:cubicBezTo>
                  <a:cubicBezTo>
                    <a:pt x="8956" y="23388"/>
                    <a:pt x="9255" y="23561"/>
                    <a:pt x="9553" y="23756"/>
                  </a:cubicBezTo>
                  <a:cubicBezTo>
                    <a:pt x="9749" y="23893"/>
                    <a:pt x="9932" y="24043"/>
                    <a:pt x="10127" y="24192"/>
                  </a:cubicBezTo>
                  <a:cubicBezTo>
                    <a:pt x="9565" y="24353"/>
                    <a:pt x="9014" y="24536"/>
                    <a:pt x="8440" y="24640"/>
                  </a:cubicBezTo>
                  <a:cubicBezTo>
                    <a:pt x="7774" y="24778"/>
                    <a:pt x="7096" y="24824"/>
                    <a:pt x="6419" y="24789"/>
                  </a:cubicBezTo>
                  <a:cubicBezTo>
                    <a:pt x="5190" y="24732"/>
                    <a:pt x="3962" y="24353"/>
                    <a:pt x="3009" y="23572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1"/>
            <p:cNvSpPr/>
            <p:nvPr/>
          </p:nvSpPr>
          <p:spPr>
            <a:xfrm>
              <a:off x="7632650" y="922083"/>
              <a:ext cx="718509" cy="1116666"/>
            </a:xfrm>
            <a:custGeom>
              <a:rect b="b" l="l" r="r" t="t"/>
              <a:pathLst>
                <a:path extrusionOk="0" h="27499" w="17694">
                  <a:moveTo>
                    <a:pt x="8221" y="25030"/>
                  </a:moveTo>
                  <a:cubicBezTo>
                    <a:pt x="8910" y="24916"/>
                    <a:pt x="9634" y="24732"/>
                    <a:pt x="10288" y="24456"/>
                  </a:cubicBezTo>
                  <a:cubicBezTo>
                    <a:pt x="10908" y="25547"/>
                    <a:pt x="11678" y="26546"/>
                    <a:pt x="12722" y="27304"/>
                  </a:cubicBezTo>
                  <a:cubicBezTo>
                    <a:pt x="12986" y="27499"/>
                    <a:pt x="13250" y="27039"/>
                    <a:pt x="12986" y="26845"/>
                  </a:cubicBezTo>
                  <a:cubicBezTo>
                    <a:pt x="12033" y="26156"/>
                    <a:pt x="11321" y="25214"/>
                    <a:pt x="10747" y="24192"/>
                  </a:cubicBezTo>
                  <a:cubicBezTo>
                    <a:pt x="11746" y="23859"/>
                    <a:pt x="12768" y="23446"/>
                    <a:pt x="13640" y="22849"/>
                  </a:cubicBezTo>
                  <a:cubicBezTo>
                    <a:pt x="14536" y="22240"/>
                    <a:pt x="15156" y="21402"/>
                    <a:pt x="15340" y="20311"/>
                  </a:cubicBezTo>
                  <a:cubicBezTo>
                    <a:pt x="15375" y="20059"/>
                    <a:pt x="15398" y="19806"/>
                    <a:pt x="15409" y="19542"/>
                  </a:cubicBezTo>
                  <a:cubicBezTo>
                    <a:pt x="15421" y="19255"/>
                    <a:pt x="15455" y="18922"/>
                    <a:pt x="15409" y="18647"/>
                  </a:cubicBezTo>
                  <a:cubicBezTo>
                    <a:pt x="15375" y="18451"/>
                    <a:pt x="15214" y="18348"/>
                    <a:pt x="15018" y="18336"/>
                  </a:cubicBezTo>
                  <a:cubicBezTo>
                    <a:pt x="14743" y="18325"/>
                    <a:pt x="14456" y="18359"/>
                    <a:pt x="14181" y="18405"/>
                  </a:cubicBezTo>
                  <a:cubicBezTo>
                    <a:pt x="13101" y="18566"/>
                    <a:pt x="11849" y="19037"/>
                    <a:pt x="11229" y="19979"/>
                  </a:cubicBezTo>
                  <a:cubicBezTo>
                    <a:pt x="10885" y="20518"/>
                    <a:pt x="10713" y="21150"/>
                    <a:pt x="10609" y="21770"/>
                  </a:cubicBezTo>
                  <a:cubicBezTo>
                    <a:pt x="10495" y="22401"/>
                    <a:pt x="10438" y="23033"/>
                    <a:pt x="10461" y="23664"/>
                  </a:cubicBezTo>
                  <a:cubicBezTo>
                    <a:pt x="10277" y="23296"/>
                    <a:pt x="10104" y="22929"/>
                    <a:pt x="9932" y="22562"/>
                  </a:cubicBezTo>
                  <a:cubicBezTo>
                    <a:pt x="9461" y="21471"/>
                    <a:pt x="9002" y="20357"/>
                    <a:pt x="8624" y="19221"/>
                  </a:cubicBezTo>
                  <a:cubicBezTo>
                    <a:pt x="10104" y="18463"/>
                    <a:pt x="11849" y="18532"/>
                    <a:pt x="13434" y="18061"/>
                  </a:cubicBezTo>
                  <a:cubicBezTo>
                    <a:pt x="14949" y="17613"/>
                    <a:pt x="16350" y="16603"/>
                    <a:pt x="17062" y="15167"/>
                  </a:cubicBezTo>
                  <a:cubicBezTo>
                    <a:pt x="17487" y="14330"/>
                    <a:pt x="17694" y="13376"/>
                    <a:pt x="17579" y="12435"/>
                  </a:cubicBezTo>
                  <a:cubicBezTo>
                    <a:pt x="17567" y="12332"/>
                    <a:pt x="17510" y="12263"/>
                    <a:pt x="17395" y="12251"/>
                  </a:cubicBezTo>
                  <a:cubicBezTo>
                    <a:pt x="15627" y="12194"/>
                    <a:pt x="13778" y="12194"/>
                    <a:pt x="12102" y="12883"/>
                  </a:cubicBezTo>
                  <a:cubicBezTo>
                    <a:pt x="10655" y="13480"/>
                    <a:pt x="9484" y="14536"/>
                    <a:pt x="8933" y="16029"/>
                  </a:cubicBezTo>
                  <a:cubicBezTo>
                    <a:pt x="8635" y="16821"/>
                    <a:pt x="8509" y="17670"/>
                    <a:pt x="8394" y="18509"/>
                  </a:cubicBezTo>
                  <a:lnTo>
                    <a:pt x="8394" y="18520"/>
                  </a:lnTo>
                  <a:cubicBezTo>
                    <a:pt x="8210" y="17912"/>
                    <a:pt x="8060" y="17292"/>
                    <a:pt x="7946" y="16672"/>
                  </a:cubicBezTo>
                  <a:cubicBezTo>
                    <a:pt x="7636" y="15019"/>
                    <a:pt x="7578" y="13330"/>
                    <a:pt x="7624" y="11654"/>
                  </a:cubicBezTo>
                  <a:cubicBezTo>
                    <a:pt x="10277" y="11758"/>
                    <a:pt x="13319" y="11723"/>
                    <a:pt x="15214" y="9599"/>
                  </a:cubicBezTo>
                  <a:cubicBezTo>
                    <a:pt x="15661" y="9094"/>
                    <a:pt x="15995" y="8508"/>
                    <a:pt x="16178" y="7865"/>
                  </a:cubicBezTo>
                  <a:cubicBezTo>
                    <a:pt x="16201" y="7773"/>
                    <a:pt x="16143" y="7682"/>
                    <a:pt x="16052" y="7648"/>
                  </a:cubicBezTo>
                  <a:cubicBezTo>
                    <a:pt x="14697" y="7188"/>
                    <a:pt x="13250" y="7119"/>
                    <a:pt x="11849" y="7383"/>
                  </a:cubicBezTo>
                  <a:cubicBezTo>
                    <a:pt x="11160" y="7510"/>
                    <a:pt x="10484" y="7716"/>
                    <a:pt x="9886" y="8084"/>
                  </a:cubicBezTo>
                  <a:cubicBezTo>
                    <a:pt x="9369" y="8405"/>
                    <a:pt x="8933" y="8842"/>
                    <a:pt x="8555" y="9324"/>
                  </a:cubicBezTo>
                  <a:cubicBezTo>
                    <a:pt x="8221" y="9760"/>
                    <a:pt x="7935" y="10242"/>
                    <a:pt x="7682" y="10748"/>
                  </a:cubicBezTo>
                  <a:cubicBezTo>
                    <a:pt x="7682" y="10759"/>
                    <a:pt x="7670" y="10759"/>
                    <a:pt x="7659" y="10770"/>
                  </a:cubicBezTo>
                  <a:lnTo>
                    <a:pt x="7693" y="10219"/>
                  </a:lnTo>
                  <a:cubicBezTo>
                    <a:pt x="7739" y="9232"/>
                    <a:pt x="7866" y="8245"/>
                    <a:pt x="8106" y="7280"/>
                  </a:cubicBezTo>
                  <a:cubicBezTo>
                    <a:pt x="8152" y="7119"/>
                    <a:pt x="8198" y="6947"/>
                    <a:pt x="8256" y="6786"/>
                  </a:cubicBezTo>
                  <a:cubicBezTo>
                    <a:pt x="10024" y="7153"/>
                    <a:pt x="12079" y="7028"/>
                    <a:pt x="13239" y="5466"/>
                  </a:cubicBezTo>
                  <a:cubicBezTo>
                    <a:pt x="13354" y="5305"/>
                    <a:pt x="13457" y="5145"/>
                    <a:pt x="13538" y="4972"/>
                  </a:cubicBezTo>
                  <a:cubicBezTo>
                    <a:pt x="13606" y="4811"/>
                    <a:pt x="13709" y="4604"/>
                    <a:pt x="13709" y="4421"/>
                  </a:cubicBezTo>
                  <a:cubicBezTo>
                    <a:pt x="13709" y="4237"/>
                    <a:pt x="13526" y="4191"/>
                    <a:pt x="13377" y="4145"/>
                  </a:cubicBezTo>
                  <a:cubicBezTo>
                    <a:pt x="13158" y="4076"/>
                    <a:pt x="12929" y="4030"/>
                    <a:pt x="12699" y="4007"/>
                  </a:cubicBezTo>
                  <a:cubicBezTo>
                    <a:pt x="11769" y="3893"/>
                    <a:pt x="10805" y="4076"/>
                    <a:pt x="10001" y="4536"/>
                  </a:cubicBezTo>
                  <a:cubicBezTo>
                    <a:pt x="9450" y="4846"/>
                    <a:pt x="8979" y="5282"/>
                    <a:pt x="8624" y="5788"/>
                  </a:cubicBezTo>
                  <a:cubicBezTo>
                    <a:pt x="8761" y="5466"/>
                    <a:pt x="8922" y="5145"/>
                    <a:pt x="9083" y="4823"/>
                  </a:cubicBezTo>
                  <a:lnTo>
                    <a:pt x="9289" y="4444"/>
                  </a:lnTo>
                  <a:cubicBezTo>
                    <a:pt x="11058" y="4260"/>
                    <a:pt x="12826" y="3147"/>
                    <a:pt x="13147" y="1275"/>
                  </a:cubicBezTo>
                  <a:cubicBezTo>
                    <a:pt x="13181" y="1080"/>
                    <a:pt x="13193" y="873"/>
                    <a:pt x="13193" y="667"/>
                  </a:cubicBezTo>
                  <a:cubicBezTo>
                    <a:pt x="13193" y="506"/>
                    <a:pt x="13216" y="242"/>
                    <a:pt x="13089" y="127"/>
                  </a:cubicBezTo>
                  <a:cubicBezTo>
                    <a:pt x="12952" y="1"/>
                    <a:pt x="12745" y="70"/>
                    <a:pt x="12596" y="104"/>
                  </a:cubicBezTo>
                  <a:cubicBezTo>
                    <a:pt x="12389" y="150"/>
                    <a:pt x="12171" y="185"/>
                    <a:pt x="11964" y="230"/>
                  </a:cubicBezTo>
                  <a:cubicBezTo>
                    <a:pt x="11195" y="414"/>
                    <a:pt x="10380" y="701"/>
                    <a:pt x="9841" y="1321"/>
                  </a:cubicBezTo>
                  <a:cubicBezTo>
                    <a:pt x="9484" y="1734"/>
                    <a:pt x="9289" y="2251"/>
                    <a:pt x="9140" y="2756"/>
                  </a:cubicBezTo>
                  <a:cubicBezTo>
                    <a:pt x="8979" y="3273"/>
                    <a:pt x="8853" y="3859"/>
                    <a:pt x="9002" y="4387"/>
                  </a:cubicBezTo>
                  <a:cubicBezTo>
                    <a:pt x="8956" y="4467"/>
                    <a:pt x="8910" y="4536"/>
                    <a:pt x="8876" y="4616"/>
                  </a:cubicBezTo>
                  <a:cubicBezTo>
                    <a:pt x="8761" y="3709"/>
                    <a:pt x="8371" y="2848"/>
                    <a:pt x="7762" y="2170"/>
                  </a:cubicBezTo>
                  <a:cubicBezTo>
                    <a:pt x="7050" y="1402"/>
                    <a:pt x="6086" y="930"/>
                    <a:pt x="5052" y="793"/>
                  </a:cubicBezTo>
                  <a:cubicBezTo>
                    <a:pt x="4938" y="782"/>
                    <a:pt x="4846" y="919"/>
                    <a:pt x="4881" y="1022"/>
                  </a:cubicBezTo>
                  <a:cubicBezTo>
                    <a:pt x="5248" y="2102"/>
                    <a:pt x="5271" y="3296"/>
                    <a:pt x="5799" y="4329"/>
                  </a:cubicBezTo>
                  <a:cubicBezTo>
                    <a:pt x="6017" y="4765"/>
                    <a:pt x="6338" y="5156"/>
                    <a:pt x="6752" y="5431"/>
                  </a:cubicBezTo>
                  <a:cubicBezTo>
                    <a:pt x="7200" y="5719"/>
                    <a:pt x="7728" y="5867"/>
                    <a:pt x="8244" y="5959"/>
                  </a:cubicBezTo>
                  <a:lnTo>
                    <a:pt x="8038" y="6510"/>
                  </a:lnTo>
                  <a:cubicBezTo>
                    <a:pt x="8026" y="6533"/>
                    <a:pt x="8026" y="6545"/>
                    <a:pt x="8026" y="6556"/>
                  </a:cubicBezTo>
                  <a:cubicBezTo>
                    <a:pt x="7716" y="7441"/>
                    <a:pt x="7498" y="8359"/>
                    <a:pt x="7395" y="9278"/>
                  </a:cubicBezTo>
                  <a:cubicBezTo>
                    <a:pt x="7384" y="9335"/>
                    <a:pt x="7372" y="9393"/>
                    <a:pt x="7372" y="9450"/>
                  </a:cubicBezTo>
                  <a:cubicBezTo>
                    <a:pt x="7142" y="8600"/>
                    <a:pt x="6775" y="7785"/>
                    <a:pt x="6246" y="7107"/>
                  </a:cubicBezTo>
                  <a:cubicBezTo>
                    <a:pt x="5397" y="6005"/>
                    <a:pt x="4215" y="5316"/>
                    <a:pt x="2825" y="5145"/>
                  </a:cubicBezTo>
                  <a:cubicBezTo>
                    <a:pt x="1975" y="5030"/>
                    <a:pt x="1115" y="5076"/>
                    <a:pt x="253" y="5133"/>
                  </a:cubicBezTo>
                  <a:cubicBezTo>
                    <a:pt x="127" y="5145"/>
                    <a:pt x="0" y="5293"/>
                    <a:pt x="92" y="5420"/>
                  </a:cubicBezTo>
                  <a:cubicBezTo>
                    <a:pt x="873" y="6487"/>
                    <a:pt x="1138" y="7796"/>
                    <a:pt x="1792" y="8933"/>
                  </a:cubicBezTo>
                  <a:cubicBezTo>
                    <a:pt x="2113" y="9496"/>
                    <a:pt x="2538" y="9978"/>
                    <a:pt x="3089" y="10322"/>
                  </a:cubicBezTo>
                  <a:cubicBezTo>
                    <a:pt x="3652" y="10690"/>
                    <a:pt x="4318" y="10908"/>
                    <a:pt x="4972" y="11034"/>
                  </a:cubicBezTo>
                  <a:cubicBezTo>
                    <a:pt x="5351" y="11115"/>
                    <a:pt x="5730" y="11161"/>
                    <a:pt x="6121" y="11195"/>
                  </a:cubicBezTo>
                  <a:cubicBezTo>
                    <a:pt x="6488" y="11230"/>
                    <a:pt x="6855" y="11253"/>
                    <a:pt x="7211" y="11356"/>
                  </a:cubicBezTo>
                  <a:cubicBezTo>
                    <a:pt x="7188" y="11792"/>
                    <a:pt x="7177" y="12228"/>
                    <a:pt x="7165" y="12664"/>
                  </a:cubicBezTo>
                  <a:cubicBezTo>
                    <a:pt x="7142" y="13779"/>
                    <a:pt x="7165" y="14904"/>
                    <a:pt x="7315" y="16006"/>
                  </a:cubicBezTo>
                  <a:cubicBezTo>
                    <a:pt x="7326" y="16086"/>
                    <a:pt x="7338" y="16167"/>
                    <a:pt x="7349" y="16259"/>
                  </a:cubicBezTo>
                  <a:cubicBezTo>
                    <a:pt x="6981" y="15524"/>
                    <a:pt x="6534" y="14823"/>
                    <a:pt x="5937" y="14272"/>
                  </a:cubicBezTo>
                  <a:cubicBezTo>
                    <a:pt x="4983" y="13399"/>
                    <a:pt x="3720" y="13032"/>
                    <a:pt x="2446" y="13009"/>
                  </a:cubicBezTo>
                  <a:cubicBezTo>
                    <a:pt x="1712" y="12986"/>
                    <a:pt x="977" y="13078"/>
                    <a:pt x="265" y="13216"/>
                  </a:cubicBezTo>
                  <a:cubicBezTo>
                    <a:pt x="138" y="13239"/>
                    <a:pt x="92" y="13399"/>
                    <a:pt x="150" y="13491"/>
                  </a:cubicBezTo>
                  <a:cubicBezTo>
                    <a:pt x="781" y="14536"/>
                    <a:pt x="942" y="15822"/>
                    <a:pt x="1781" y="16741"/>
                  </a:cubicBezTo>
                  <a:cubicBezTo>
                    <a:pt x="2630" y="17682"/>
                    <a:pt x="3962" y="17877"/>
                    <a:pt x="5167" y="18015"/>
                  </a:cubicBezTo>
                  <a:cubicBezTo>
                    <a:pt x="6029" y="18107"/>
                    <a:pt x="6901" y="18210"/>
                    <a:pt x="7762" y="18267"/>
                  </a:cubicBezTo>
                  <a:lnTo>
                    <a:pt x="7797" y="18302"/>
                  </a:lnTo>
                  <a:cubicBezTo>
                    <a:pt x="8175" y="19645"/>
                    <a:pt x="8692" y="20966"/>
                    <a:pt x="9244" y="22263"/>
                  </a:cubicBezTo>
                  <a:lnTo>
                    <a:pt x="9244" y="22275"/>
                  </a:lnTo>
                  <a:cubicBezTo>
                    <a:pt x="9152" y="22160"/>
                    <a:pt x="9048" y="22056"/>
                    <a:pt x="8956" y="21953"/>
                  </a:cubicBezTo>
                  <a:cubicBezTo>
                    <a:pt x="8474" y="21448"/>
                    <a:pt x="7946" y="21012"/>
                    <a:pt x="7257" y="20862"/>
                  </a:cubicBezTo>
                  <a:cubicBezTo>
                    <a:pt x="6603" y="20713"/>
                    <a:pt x="5891" y="20713"/>
                    <a:pt x="5225" y="20782"/>
                  </a:cubicBezTo>
                  <a:cubicBezTo>
                    <a:pt x="4547" y="20851"/>
                    <a:pt x="3881" y="20989"/>
                    <a:pt x="3250" y="21219"/>
                  </a:cubicBezTo>
                  <a:cubicBezTo>
                    <a:pt x="2526" y="21471"/>
                    <a:pt x="1849" y="21816"/>
                    <a:pt x="1229" y="22240"/>
                  </a:cubicBezTo>
                  <a:cubicBezTo>
                    <a:pt x="1115" y="22321"/>
                    <a:pt x="1103" y="22482"/>
                    <a:pt x="1229" y="22562"/>
                  </a:cubicBezTo>
                  <a:cubicBezTo>
                    <a:pt x="1792" y="22906"/>
                    <a:pt x="2240" y="23411"/>
                    <a:pt x="2745" y="23824"/>
                  </a:cubicBezTo>
                  <a:cubicBezTo>
                    <a:pt x="3227" y="24227"/>
                    <a:pt x="3778" y="24525"/>
                    <a:pt x="4363" y="24743"/>
                  </a:cubicBezTo>
                  <a:cubicBezTo>
                    <a:pt x="5592" y="25214"/>
                    <a:pt x="6924" y="25248"/>
                    <a:pt x="8221" y="25030"/>
                  </a:cubicBezTo>
                  <a:close/>
                  <a:moveTo>
                    <a:pt x="15087" y="18842"/>
                  </a:moveTo>
                  <a:cubicBezTo>
                    <a:pt x="15087" y="18933"/>
                    <a:pt x="15076" y="19060"/>
                    <a:pt x="15076" y="19106"/>
                  </a:cubicBezTo>
                  <a:lnTo>
                    <a:pt x="15076" y="19473"/>
                  </a:lnTo>
                  <a:cubicBezTo>
                    <a:pt x="15064" y="19737"/>
                    <a:pt x="15041" y="20002"/>
                    <a:pt x="14995" y="20254"/>
                  </a:cubicBezTo>
                  <a:cubicBezTo>
                    <a:pt x="14835" y="21230"/>
                    <a:pt x="14295" y="21976"/>
                    <a:pt x="13492" y="22528"/>
                  </a:cubicBezTo>
                  <a:cubicBezTo>
                    <a:pt x="12699" y="23056"/>
                    <a:pt x="11780" y="23434"/>
                    <a:pt x="10874" y="23745"/>
                  </a:cubicBezTo>
                  <a:cubicBezTo>
                    <a:pt x="10931" y="23584"/>
                    <a:pt x="10989" y="23411"/>
                    <a:pt x="11058" y="23239"/>
                  </a:cubicBezTo>
                  <a:cubicBezTo>
                    <a:pt x="11172" y="22964"/>
                    <a:pt x="11298" y="22688"/>
                    <a:pt x="11448" y="22424"/>
                  </a:cubicBezTo>
                  <a:cubicBezTo>
                    <a:pt x="11724" y="21919"/>
                    <a:pt x="12045" y="21436"/>
                    <a:pt x="12423" y="20989"/>
                  </a:cubicBezTo>
                  <a:cubicBezTo>
                    <a:pt x="13170" y="20093"/>
                    <a:pt x="14077" y="19405"/>
                    <a:pt x="15087" y="18842"/>
                  </a:cubicBezTo>
                  <a:close/>
                  <a:moveTo>
                    <a:pt x="11218" y="20736"/>
                  </a:moveTo>
                  <a:cubicBezTo>
                    <a:pt x="11413" y="20242"/>
                    <a:pt x="11724" y="19818"/>
                    <a:pt x="12171" y="19519"/>
                  </a:cubicBezTo>
                  <a:cubicBezTo>
                    <a:pt x="12596" y="19232"/>
                    <a:pt x="13078" y="19025"/>
                    <a:pt x="13572" y="18887"/>
                  </a:cubicBezTo>
                  <a:cubicBezTo>
                    <a:pt x="13801" y="18819"/>
                    <a:pt x="14031" y="18773"/>
                    <a:pt x="14272" y="18739"/>
                  </a:cubicBezTo>
                  <a:cubicBezTo>
                    <a:pt x="14398" y="18716"/>
                    <a:pt x="14536" y="18704"/>
                    <a:pt x="14674" y="18693"/>
                  </a:cubicBezTo>
                  <a:cubicBezTo>
                    <a:pt x="14743" y="18693"/>
                    <a:pt x="14858" y="18670"/>
                    <a:pt x="14949" y="18681"/>
                  </a:cubicBezTo>
                  <a:cubicBezTo>
                    <a:pt x="13870" y="19140"/>
                    <a:pt x="12918" y="19887"/>
                    <a:pt x="12148" y="20759"/>
                  </a:cubicBezTo>
                  <a:cubicBezTo>
                    <a:pt x="11746" y="21230"/>
                    <a:pt x="11402" y="21724"/>
                    <a:pt x="11104" y="22263"/>
                  </a:cubicBezTo>
                  <a:cubicBezTo>
                    <a:pt x="10989" y="22470"/>
                    <a:pt x="10874" y="22688"/>
                    <a:pt x="10770" y="22906"/>
                  </a:cubicBezTo>
                  <a:cubicBezTo>
                    <a:pt x="10828" y="22171"/>
                    <a:pt x="10954" y="21425"/>
                    <a:pt x="11218" y="20736"/>
                  </a:cubicBezTo>
                  <a:close/>
                  <a:moveTo>
                    <a:pt x="10277" y="14513"/>
                  </a:moveTo>
                  <a:cubicBezTo>
                    <a:pt x="11356" y="13388"/>
                    <a:pt x="12906" y="12860"/>
                    <a:pt x="14421" y="12676"/>
                  </a:cubicBezTo>
                  <a:cubicBezTo>
                    <a:pt x="15202" y="12596"/>
                    <a:pt x="15995" y="12585"/>
                    <a:pt x="16775" y="12596"/>
                  </a:cubicBezTo>
                  <a:cubicBezTo>
                    <a:pt x="14135" y="13330"/>
                    <a:pt x="11551" y="14731"/>
                    <a:pt x="9703" y="16764"/>
                  </a:cubicBezTo>
                  <a:cubicBezTo>
                    <a:pt x="9381" y="17119"/>
                    <a:pt x="9060" y="17499"/>
                    <a:pt x="8772" y="17900"/>
                  </a:cubicBezTo>
                  <a:cubicBezTo>
                    <a:pt x="9014" y="16672"/>
                    <a:pt x="9381" y="15443"/>
                    <a:pt x="10277" y="14513"/>
                  </a:cubicBezTo>
                  <a:close/>
                  <a:moveTo>
                    <a:pt x="9806" y="17165"/>
                  </a:moveTo>
                  <a:cubicBezTo>
                    <a:pt x="10254" y="16649"/>
                    <a:pt x="10736" y="16178"/>
                    <a:pt x="11264" y="15742"/>
                  </a:cubicBezTo>
                  <a:cubicBezTo>
                    <a:pt x="12378" y="14812"/>
                    <a:pt x="13652" y="14088"/>
                    <a:pt x="14995" y="13526"/>
                  </a:cubicBezTo>
                  <a:cubicBezTo>
                    <a:pt x="15730" y="13216"/>
                    <a:pt x="16488" y="12963"/>
                    <a:pt x="17235" y="12710"/>
                  </a:cubicBezTo>
                  <a:cubicBezTo>
                    <a:pt x="17315" y="14249"/>
                    <a:pt x="16546" y="15696"/>
                    <a:pt x="15340" y="16626"/>
                  </a:cubicBezTo>
                  <a:cubicBezTo>
                    <a:pt x="14020" y="17636"/>
                    <a:pt x="12435" y="17831"/>
                    <a:pt x="10851" y="18096"/>
                  </a:cubicBezTo>
                  <a:cubicBezTo>
                    <a:pt x="10127" y="18210"/>
                    <a:pt x="9392" y="18371"/>
                    <a:pt x="8715" y="18658"/>
                  </a:cubicBezTo>
                  <a:cubicBezTo>
                    <a:pt x="9071" y="18153"/>
                    <a:pt x="9392" y="17636"/>
                    <a:pt x="9806" y="17165"/>
                  </a:cubicBezTo>
                  <a:close/>
                  <a:moveTo>
                    <a:pt x="9875" y="8520"/>
                  </a:moveTo>
                  <a:cubicBezTo>
                    <a:pt x="10954" y="7762"/>
                    <a:pt x="12389" y="7556"/>
                    <a:pt x="13675" y="7590"/>
                  </a:cubicBezTo>
                  <a:cubicBezTo>
                    <a:pt x="13905" y="7590"/>
                    <a:pt x="14123" y="7613"/>
                    <a:pt x="14341" y="7636"/>
                  </a:cubicBezTo>
                  <a:cubicBezTo>
                    <a:pt x="13640" y="7693"/>
                    <a:pt x="12941" y="7923"/>
                    <a:pt x="12275" y="8187"/>
                  </a:cubicBezTo>
                  <a:cubicBezTo>
                    <a:pt x="11126" y="8623"/>
                    <a:pt x="10024" y="9174"/>
                    <a:pt x="8979" y="9840"/>
                  </a:cubicBezTo>
                  <a:cubicBezTo>
                    <a:pt x="8726" y="10001"/>
                    <a:pt x="8474" y="10173"/>
                    <a:pt x="8233" y="10345"/>
                  </a:cubicBezTo>
                  <a:cubicBezTo>
                    <a:pt x="8680" y="9645"/>
                    <a:pt x="9186" y="8990"/>
                    <a:pt x="9875" y="8520"/>
                  </a:cubicBezTo>
                  <a:close/>
                  <a:moveTo>
                    <a:pt x="7739" y="11195"/>
                  </a:moveTo>
                  <a:cubicBezTo>
                    <a:pt x="7981" y="11023"/>
                    <a:pt x="8221" y="10804"/>
                    <a:pt x="8463" y="10633"/>
                  </a:cubicBezTo>
                  <a:cubicBezTo>
                    <a:pt x="8761" y="10414"/>
                    <a:pt x="9060" y="10207"/>
                    <a:pt x="9369" y="10001"/>
                  </a:cubicBezTo>
                  <a:cubicBezTo>
                    <a:pt x="9989" y="9599"/>
                    <a:pt x="10644" y="9243"/>
                    <a:pt x="11310" y="8922"/>
                  </a:cubicBezTo>
                  <a:cubicBezTo>
                    <a:pt x="12642" y="8279"/>
                    <a:pt x="14260" y="7602"/>
                    <a:pt x="15765" y="8003"/>
                  </a:cubicBezTo>
                  <a:cubicBezTo>
                    <a:pt x="15409" y="9013"/>
                    <a:pt x="14628" y="9806"/>
                    <a:pt x="13709" y="10334"/>
                  </a:cubicBezTo>
                  <a:cubicBezTo>
                    <a:pt x="12561" y="11011"/>
                    <a:pt x="11218" y="11241"/>
                    <a:pt x="9909" y="11287"/>
                  </a:cubicBezTo>
                  <a:cubicBezTo>
                    <a:pt x="9175" y="11310"/>
                    <a:pt x="8440" y="11276"/>
                    <a:pt x="7716" y="11241"/>
                  </a:cubicBezTo>
                  <a:cubicBezTo>
                    <a:pt x="7716" y="11230"/>
                    <a:pt x="7728" y="11218"/>
                    <a:pt x="7739" y="11195"/>
                  </a:cubicBezTo>
                  <a:close/>
                  <a:moveTo>
                    <a:pt x="10288" y="4708"/>
                  </a:moveTo>
                  <a:cubicBezTo>
                    <a:pt x="10759" y="4467"/>
                    <a:pt x="11287" y="4318"/>
                    <a:pt x="11815" y="4283"/>
                  </a:cubicBezTo>
                  <a:cubicBezTo>
                    <a:pt x="12091" y="4260"/>
                    <a:pt x="12355" y="4260"/>
                    <a:pt x="12619" y="4295"/>
                  </a:cubicBezTo>
                  <a:cubicBezTo>
                    <a:pt x="12665" y="4295"/>
                    <a:pt x="12699" y="4306"/>
                    <a:pt x="12734" y="4306"/>
                  </a:cubicBezTo>
                  <a:cubicBezTo>
                    <a:pt x="11999" y="4433"/>
                    <a:pt x="11287" y="4639"/>
                    <a:pt x="10598" y="4938"/>
                  </a:cubicBezTo>
                  <a:cubicBezTo>
                    <a:pt x="10150" y="5133"/>
                    <a:pt x="9726" y="5362"/>
                    <a:pt x="9312" y="5627"/>
                  </a:cubicBezTo>
                  <a:cubicBezTo>
                    <a:pt x="9152" y="5742"/>
                    <a:pt x="8979" y="5844"/>
                    <a:pt x="8818" y="5971"/>
                  </a:cubicBezTo>
                  <a:cubicBezTo>
                    <a:pt x="9209" y="5443"/>
                    <a:pt x="9703" y="5018"/>
                    <a:pt x="10288" y="4708"/>
                  </a:cubicBezTo>
                  <a:close/>
                  <a:moveTo>
                    <a:pt x="8968" y="6293"/>
                  </a:moveTo>
                  <a:cubicBezTo>
                    <a:pt x="9140" y="6155"/>
                    <a:pt x="9323" y="6028"/>
                    <a:pt x="9519" y="5913"/>
                  </a:cubicBezTo>
                  <a:cubicBezTo>
                    <a:pt x="9909" y="5661"/>
                    <a:pt x="10311" y="5443"/>
                    <a:pt x="10736" y="5247"/>
                  </a:cubicBezTo>
                  <a:cubicBezTo>
                    <a:pt x="11586" y="4869"/>
                    <a:pt x="12469" y="4593"/>
                    <a:pt x="13388" y="4444"/>
                  </a:cubicBezTo>
                  <a:cubicBezTo>
                    <a:pt x="13400" y="4456"/>
                    <a:pt x="13411" y="4456"/>
                    <a:pt x="13411" y="4456"/>
                  </a:cubicBezTo>
                  <a:cubicBezTo>
                    <a:pt x="13400" y="4639"/>
                    <a:pt x="13262" y="4869"/>
                    <a:pt x="13181" y="5007"/>
                  </a:cubicBezTo>
                  <a:cubicBezTo>
                    <a:pt x="13066" y="5213"/>
                    <a:pt x="12929" y="5397"/>
                    <a:pt x="12768" y="5569"/>
                  </a:cubicBezTo>
                  <a:cubicBezTo>
                    <a:pt x="12435" y="5902"/>
                    <a:pt x="12045" y="6155"/>
                    <a:pt x="11609" y="6339"/>
                  </a:cubicBezTo>
                  <a:cubicBezTo>
                    <a:pt x="10678" y="6706"/>
                    <a:pt x="9668" y="6671"/>
                    <a:pt x="8703" y="6510"/>
                  </a:cubicBezTo>
                  <a:cubicBezTo>
                    <a:pt x="8795" y="6430"/>
                    <a:pt x="8876" y="6362"/>
                    <a:pt x="8968" y="6293"/>
                  </a:cubicBezTo>
                  <a:close/>
                  <a:moveTo>
                    <a:pt x="12895" y="402"/>
                  </a:moveTo>
                  <a:lnTo>
                    <a:pt x="12895" y="563"/>
                  </a:lnTo>
                  <a:cubicBezTo>
                    <a:pt x="12895" y="770"/>
                    <a:pt x="12872" y="965"/>
                    <a:pt x="12826" y="1160"/>
                  </a:cubicBezTo>
                  <a:cubicBezTo>
                    <a:pt x="12653" y="1918"/>
                    <a:pt x="12240" y="2584"/>
                    <a:pt x="11643" y="3078"/>
                  </a:cubicBezTo>
                  <a:cubicBezTo>
                    <a:pt x="11058" y="3571"/>
                    <a:pt x="10323" y="3859"/>
                    <a:pt x="9565" y="3984"/>
                  </a:cubicBezTo>
                  <a:cubicBezTo>
                    <a:pt x="10438" y="2596"/>
                    <a:pt x="11586" y="1390"/>
                    <a:pt x="12895" y="402"/>
                  </a:cubicBezTo>
                  <a:close/>
                  <a:moveTo>
                    <a:pt x="9795" y="1861"/>
                  </a:moveTo>
                  <a:cubicBezTo>
                    <a:pt x="10173" y="1206"/>
                    <a:pt x="10839" y="839"/>
                    <a:pt x="11551" y="632"/>
                  </a:cubicBezTo>
                  <a:cubicBezTo>
                    <a:pt x="11884" y="529"/>
                    <a:pt x="12229" y="460"/>
                    <a:pt x="12573" y="391"/>
                  </a:cubicBezTo>
                  <a:cubicBezTo>
                    <a:pt x="11206" y="1356"/>
                    <a:pt x="10070" y="2596"/>
                    <a:pt x="9209" y="4019"/>
                  </a:cubicBezTo>
                  <a:cubicBezTo>
                    <a:pt x="9209" y="3273"/>
                    <a:pt x="9415" y="2504"/>
                    <a:pt x="9795" y="1861"/>
                  </a:cubicBezTo>
                  <a:close/>
                  <a:moveTo>
                    <a:pt x="8532" y="5053"/>
                  </a:moveTo>
                  <a:cubicBezTo>
                    <a:pt x="8532" y="5110"/>
                    <a:pt x="8555" y="5156"/>
                    <a:pt x="8589" y="5179"/>
                  </a:cubicBezTo>
                  <a:cubicBezTo>
                    <a:pt x="8543" y="5270"/>
                    <a:pt x="8509" y="5351"/>
                    <a:pt x="8474" y="5431"/>
                  </a:cubicBezTo>
                  <a:cubicBezTo>
                    <a:pt x="8405" y="5305"/>
                    <a:pt x="8348" y="5190"/>
                    <a:pt x="8290" y="5064"/>
                  </a:cubicBezTo>
                  <a:cubicBezTo>
                    <a:pt x="8187" y="4823"/>
                    <a:pt x="8072" y="4593"/>
                    <a:pt x="7969" y="4352"/>
                  </a:cubicBezTo>
                  <a:cubicBezTo>
                    <a:pt x="7739" y="3882"/>
                    <a:pt x="7498" y="3410"/>
                    <a:pt x="7211" y="2963"/>
                  </a:cubicBezTo>
                  <a:cubicBezTo>
                    <a:pt x="6820" y="2354"/>
                    <a:pt x="6361" y="1792"/>
                    <a:pt x="5810" y="1333"/>
                  </a:cubicBezTo>
                  <a:cubicBezTo>
                    <a:pt x="7384" y="1872"/>
                    <a:pt x="8497" y="3353"/>
                    <a:pt x="8532" y="5053"/>
                  </a:cubicBezTo>
                  <a:close/>
                  <a:moveTo>
                    <a:pt x="6958" y="5145"/>
                  </a:moveTo>
                  <a:cubicBezTo>
                    <a:pt x="6545" y="4880"/>
                    <a:pt x="6258" y="4479"/>
                    <a:pt x="6040" y="4030"/>
                  </a:cubicBezTo>
                  <a:cubicBezTo>
                    <a:pt x="5638" y="3147"/>
                    <a:pt x="5580" y="2159"/>
                    <a:pt x="5317" y="1229"/>
                  </a:cubicBezTo>
                  <a:cubicBezTo>
                    <a:pt x="6029" y="1757"/>
                    <a:pt x="6591" y="2435"/>
                    <a:pt x="7050" y="3181"/>
                  </a:cubicBezTo>
                  <a:cubicBezTo>
                    <a:pt x="7303" y="3583"/>
                    <a:pt x="7521" y="4019"/>
                    <a:pt x="7728" y="4444"/>
                  </a:cubicBezTo>
                  <a:cubicBezTo>
                    <a:pt x="7843" y="4673"/>
                    <a:pt x="7935" y="4892"/>
                    <a:pt x="8038" y="5122"/>
                  </a:cubicBezTo>
                  <a:cubicBezTo>
                    <a:pt x="8118" y="5293"/>
                    <a:pt x="8175" y="5489"/>
                    <a:pt x="8256" y="5661"/>
                  </a:cubicBezTo>
                  <a:cubicBezTo>
                    <a:pt x="7808" y="5523"/>
                    <a:pt x="7361" y="5397"/>
                    <a:pt x="6958" y="5145"/>
                  </a:cubicBezTo>
                  <a:close/>
                  <a:moveTo>
                    <a:pt x="5501" y="10782"/>
                  </a:moveTo>
                  <a:cubicBezTo>
                    <a:pt x="4823" y="10690"/>
                    <a:pt x="4146" y="10518"/>
                    <a:pt x="3537" y="10196"/>
                  </a:cubicBezTo>
                  <a:cubicBezTo>
                    <a:pt x="2952" y="9886"/>
                    <a:pt x="2492" y="9439"/>
                    <a:pt x="2148" y="8876"/>
                  </a:cubicBezTo>
                  <a:cubicBezTo>
                    <a:pt x="1815" y="8324"/>
                    <a:pt x="1597" y="7716"/>
                    <a:pt x="1355" y="7119"/>
                  </a:cubicBezTo>
                  <a:cubicBezTo>
                    <a:pt x="1161" y="6625"/>
                    <a:pt x="954" y="6109"/>
                    <a:pt x="678" y="5638"/>
                  </a:cubicBezTo>
                  <a:cubicBezTo>
                    <a:pt x="1195" y="5719"/>
                    <a:pt x="1677" y="5867"/>
                    <a:pt x="2148" y="6120"/>
                  </a:cubicBezTo>
                  <a:cubicBezTo>
                    <a:pt x="2687" y="6396"/>
                    <a:pt x="3181" y="6752"/>
                    <a:pt x="3641" y="7130"/>
                  </a:cubicBezTo>
                  <a:cubicBezTo>
                    <a:pt x="4559" y="7888"/>
                    <a:pt x="5478" y="8704"/>
                    <a:pt x="6212" y="9645"/>
                  </a:cubicBezTo>
                  <a:cubicBezTo>
                    <a:pt x="6430" y="9921"/>
                    <a:pt x="6626" y="10207"/>
                    <a:pt x="6809" y="10518"/>
                  </a:cubicBezTo>
                  <a:cubicBezTo>
                    <a:pt x="6901" y="10667"/>
                    <a:pt x="6981" y="10827"/>
                    <a:pt x="7050" y="10988"/>
                  </a:cubicBezTo>
                  <a:cubicBezTo>
                    <a:pt x="6557" y="10839"/>
                    <a:pt x="5994" y="10862"/>
                    <a:pt x="5501" y="10782"/>
                  </a:cubicBezTo>
                  <a:close/>
                  <a:moveTo>
                    <a:pt x="6626" y="9679"/>
                  </a:moveTo>
                  <a:cubicBezTo>
                    <a:pt x="6246" y="9186"/>
                    <a:pt x="5810" y="8715"/>
                    <a:pt x="5363" y="8279"/>
                  </a:cubicBezTo>
                  <a:cubicBezTo>
                    <a:pt x="4467" y="7406"/>
                    <a:pt x="3491" y="6510"/>
                    <a:pt x="2389" y="5925"/>
                  </a:cubicBezTo>
                  <a:cubicBezTo>
                    <a:pt x="2021" y="5730"/>
                    <a:pt x="1631" y="5558"/>
                    <a:pt x="1229" y="5466"/>
                  </a:cubicBezTo>
                  <a:cubicBezTo>
                    <a:pt x="2309" y="5420"/>
                    <a:pt x="3388" y="5489"/>
                    <a:pt x="4352" y="5982"/>
                  </a:cubicBezTo>
                  <a:cubicBezTo>
                    <a:pt x="5512" y="6579"/>
                    <a:pt x="6338" y="7659"/>
                    <a:pt x="6775" y="8865"/>
                  </a:cubicBezTo>
                  <a:cubicBezTo>
                    <a:pt x="6970" y="9381"/>
                    <a:pt x="7085" y="9909"/>
                    <a:pt x="7154" y="10449"/>
                  </a:cubicBezTo>
                  <a:cubicBezTo>
                    <a:pt x="6993" y="10173"/>
                    <a:pt x="6809" y="9921"/>
                    <a:pt x="6626" y="9679"/>
                  </a:cubicBezTo>
                  <a:close/>
                  <a:moveTo>
                    <a:pt x="5684" y="17705"/>
                  </a:moveTo>
                  <a:cubicBezTo>
                    <a:pt x="5052" y="17624"/>
                    <a:pt x="4398" y="17568"/>
                    <a:pt x="3778" y="17418"/>
                  </a:cubicBezTo>
                  <a:cubicBezTo>
                    <a:pt x="3192" y="17269"/>
                    <a:pt x="2618" y="17039"/>
                    <a:pt x="2171" y="16614"/>
                  </a:cubicBezTo>
                  <a:cubicBezTo>
                    <a:pt x="1746" y="16201"/>
                    <a:pt x="1482" y="15662"/>
                    <a:pt x="1275" y="15110"/>
                  </a:cubicBezTo>
                  <a:cubicBezTo>
                    <a:pt x="1080" y="14628"/>
                    <a:pt x="908" y="14134"/>
                    <a:pt x="666" y="13664"/>
                  </a:cubicBezTo>
                  <a:cubicBezTo>
                    <a:pt x="1344" y="13744"/>
                    <a:pt x="1987" y="13859"/>
                    <a:pt x="2630" y="14111"/>
                  </a:cubicBezTo>
                  <a:cubicBezTo>
                    <a:pt x="3307" y="14376"/>
                    <a:pt x="3939" y="14731"/>
                    <a:pt x="4524" y="15156"/>
                  </a:cubicBezTo>
                  <a:cubicBezTo>
                    <a:pt x="5144" y="15604"/>
                    <a:pt x="5707" y="16109"/>
                    <a:pt x="6246" y="16649"/>
                  </a:cubicBezTo>
                  <a:cubicBezTo>
                    <a:pt x="6660" y="17062"/>
                    <a:pt x="7039" y="17499"/>
                    <a:pt x="7429" y="17923"/>
                  </a:cubicBezTo>
                  <a:cubicBezTo>
                    <a:pt x="6855" y="17831"/>
                    <a:pt x="6269" y="17762"/>
                    <a:pt x="5684" y="17705"/>
                  </a:cubicBezTo>
                  <a:close/>
                  <a:moveTo>
                    <a:pt x="6407" y="16384"/>
                  </a:moveTo>
                  <a:cubicBezTo>
                    <a:pt x="5845" y="15833"/>
                    <a:pt x="5248" y="15317"/>
                    <a:pt x="4605" y="14869"/>
                  </a:cubicBezTo>
                  <a:cubicBezTo>
                    <a:pt x="4008" y="14445"/>
                    <a:pt x="3353" y="14088"/>
                    <a:pt x="2676" y="13836"/>
                  </a:cubicBezTo>
                  <a:cubicBezTo>
                    <a:pt x="2205" y="13664"/>
                    <a:pt x="1700" y="13514"/>
                    <a:pt x="1184" y="13445"/>
                  </a:cubicBezTo>
                  <a:cubicBezTo>
                    <a:pt x="2113" y="13330"/>
                    <a:pt x="3066" y="13342"/>
                    <a:pt x="3962" y="13595"/>
                  </a:cubicBezTo>
                  <a:cubicBezTo>
                    <a:pt x="5156" y="13950"/>
                    <a:pt x="6040" y="14766"/>
                    <a:pt x="6672" y="15822"/>
                  </a:cubicBezTo>
                  <a:cubicBezTo>
                    <a:pt x="7004" y="16373"/>
                    <a:pt x="7257" y="16959"/>
                    <a:pt x="7532" y="17533"/>
                  </a:cubicBezTo>
                  <a:cubicBezTo>
                    <a:pt x="7165" y="17142"/>
                    <a:pt x="6786" y="16764"/>
                    <a:pt x="6407" y="16384"/>
                  </a:cubicBezTo>
                  <a:close/>
                  <a:moveTo>
                    <a:pt x="4881" y="21184"/>
                  </a:moveTo>
                  <a:cubicBezTo>
                    <a:pt x="5489" y="21092"/>
                    <a:pt x="6132" y="21081"/>
                    <a:pt x="6752" y="21138"/>
                  </a:cubicBezTo>
                  <a:cubicBezTo>
                    <a:pt x="7096" y="21184"/>
                    <a:pt x="7440" y="21265"/>
                    <a:pt x="7751" y="21425"/>
                  </a:cubicBezTo>
                  <a:cubicBezTo>
                    <a:pt x="8038" y="21586"/>
                    <a:pt x="8290" y="21804"/>
                    <a:pt x="8520" y="22022"/>
                  </a:cubicBezTo>
                  <a:cubicBezTo>
                    <a:pt x="8956" y="22459"/>
                    <a:pt x="9312" y="22941"/>
                    <a:pt x="9668" y="23446"/>
                  </a:cubicBezTo>
                  <a:cubicBezTo>
                    <a:pt x="9530" y="23354"/>
                    <a:pt x="9381" y="23262"/>
                    <a:pt x="9232" y="23182"/>
                  </a:cubicBezTo>
                  <a:cubicBezTo>
                    <a:pt x="8738" y="22895"/>
                    <a:pt x="8210" y="22665"/>
                    <a:pt x="7659" y="22493"/>
                  </a:cubicBezTo>
                  <a:cubicBezTo>
                    <a:pt x="6453" y="22091"/>
                    <a:pt x="5156" y="21953"/>
                    <a:pt x="3881" y="22022"/>
                  </a:cubicBezTo>
                  <a:cubicBezTo>
                    <a:pt x="3181" y="22056"/>
                    <a:pt x="2458" y="22137"/>
                    <a:pt x="1781" y="22321"/>
                  </a:cubicBezTo>
                  <a:cubicBezTo>
                    <a:pt x="2722" y="21735"/>
                    <a:pt x="3778" y="21344"/>
                    <a:pt x="4881" y="21184"/>
                  </a:cubicBezTo>
                  <a:close/>
                  <a:moveTo>
                    <a:pt x="3009" y="23572"/>
                  </a:moveTo>
                  <a:cubicBezTo>
                    <a:pt x="2607" y="23250"/>
                    <a:pt x="2251" y="22883"/>
                    <a:pt x="1849" y="22562"/>
                  </a:cubicBezTo>
                  <a:cubicBezTo>
                    <a:pt x="2641" y="22436"/>
                    <a:pt x="3434" y="22298"/>
                    <a:pt x="4238" y="22286"/>
                  </a:cubicBezTo>
                  <a:cubicBezTo>
                    <a:pt x="5041" y="22275"/>
                    <a:pt x="5856" y="22332"/>
                    <a:pt x="6637" y="22516"/>
                  </a:cubicBezTo>
                  <a:cubicBezTo>
                    <a:pt x="7338" y="22665"/>
                    <a:pt x="8004" y="22906"/>
                    <a:pt x="8646" y="23227"/>
                  </a:cubicBezTo>
                  <a:cubicBezTo>
                    <a:pt x="8956" y="23388"/>
                    <a:pt x="9255" y="23561"/>
                    <a:pt x="9553" y="23756"/>
                  </a:cubicBezTo>
                  <a:cubicBezTo>
                    <a:pt x="9749" y="23893"/>
                    <a:pt x="9932" y="24043"/>
                    <a:pt x="10127" y="24192"/>
                  </a:cubicBezTo>
                  <a:cubicBezTo>
                    <a:pt x="9565" y="24353"/>
                    <a:pt x="9014" y="24536"/>
                    <a:pt x="8440" y="24640"/>
                  </a:cubicBezTo>
                  <a:cubicBezTo>
                    <a:pt x="7774" y="24778"/>
                    <a:pt x="7096" y="24824"/>
                    <a:pt x="6419" y="24789"/>
                  </a:cubicBezTo>
                  <a:cubicBezTo>
                    <a:pt x="5190" y="24732"/>
                    <a:pt x="3962" y="24353"/>
                    <a:pt x="3009" y="23572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1"/>
            <p:cNvSpPr/>
            <p:nvPr/>
          </p:nvSpPr>
          <p:spPr>
            <a:xfrm>
              <a:off x="7966967" y="1230134"/>
              <a:ext cx="248071" cy="112077"/>
            </a:xfrm>
            <a:custGeom>
              <a:rect b="b" l="l" r="r" t="t"/>
              <a:pathLst>
                <a:path extrusionOk="0" h="2760" w="6109">
                  <a:moveTo>
                    <a:pt x="5179" y="0"/>
                  </a:moveTo>
                  <a:cubicBezTo>
                    <a:pt x="3964" y="0"/>
                    <a:pt x="2648" y="228"/>
                    <a:pt x="1642" y="934"/>
                  </a:cubicBezTo>
                  <a:cubicBezTo>
                    <a:pt x="953" y="1404"/>
                    <a:pt x="447" y="2059"/>
                    <a:pt x="0" y="2759"/>
                  </a:cubicBezTo>
                  <a:cubicBezTo>
                    <a:pt x="241" y="2587"/>
                    <a:pt x="493" y="2415"/>
                    <a:pt x="746" y="2254"/>
                  </a:cubicBezTo>
                  <a:cubicBezTo>
                    <a:pt x="1791" y="1588"/>
                    <a:pt x="2893" y="1037"/>
                    <a:pt x="4042" y="601"/>
                  </a:cubicBezTo>
                  <a:cubicBezTo>
                    <a:pt x="4708" y="337"/>
                    <a:pt x="5407" y="107"/>
                    <a:pt x="6108" y="50"/>
                  </a:cubicBezTo>
                  <a:cubicBezTo>
                    <a:pt x="5890" y="27"/>
                    <a:pt x="5672" y="4"/>
                    <a:pt x="5442" y="4"/>
                  </a:cubicBezTo>
                  <a:cubicBezTo>
                    <a:pt x="5355" y="1"/>
                    <a:pt x="5268" y="0"/>
                    <a:pt x="51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1"/>
            <p:cNvSpPr/>
            <p:nvPr/>
          </p:nvSpPr>
          <p:spPr>
            <a:xfrm>
              <a:off x="7945973" y="1242154"/>
              <a:ext cx="326850" cy="138593"/>
            </a:xfrm>
            <a:custGeom>
              <a:rect b="b" l="l" r="r" t="t"/>
              <a:pathLst>
                <a:path extrusionOk="0" h="3413" w="8049">
                  <a:moveTo>
                    <a:pt x="7096" y="0"/>
                  </a:moveTo>
                  <a:cubicBezTo>
                    <a:pt x="5882" y="0"/>
                    <a:pt x="4648" y="531"/>
                    <a:pt x="3594" y="1040"/>
                  </a:cubicBezTo>
                  <a:cubicBezTo>
                    <a:pt x="2928" y="1361"/>
                    <a:pt x="2273" y="1717"/>
                    <a:pt x="1653" y="2119"/>
                  </a:cubicBezTo>
                  <a:cubicBezTo>
                    <a:pt x="1344" y="2325"/>
                    <a:pt x="1045" y="2532"/>
                    <a:pt x="747" y="2751"/>
                  </a:cubicBezTo>
                  <a:cubicBezTo>
                    <a:pt x="505" y="2922"/>
                    <a:pt x="265" y="3141"/>
                    <a:pt x="23" y="3313"/>
                  </a:cubicBezTo>
                  <a:cubicBezTo>
                    <a:pt x="12" y="3336"/>
                    <a:pt x="0" y="3348"/>
                    <a:pt x="0" y="3359"/>
                  </a:cubicBezTo>
                  <a:cubicBezTo>
                    <a:pt x="560" y="3386"/>
                    <a:pt x="1126" y="3412"/>
                    <a:pt x="1693" y="3412"/>
                  </a:cubicBezTo>
                  <a:cubicBezTo>
                    <a:pt x="1860" y="3412"/>
                    <a:pt x="2027" y="3410"/>
                    <a:pt x="2193" y="3405"/>
                  </a:cubicBezTo>
                  <a:cubicBezTo>
                    <a:pt x="3502" y="3359"/>
                    <a:pt x="4845" y="3129"/>
                    <a:pt x="5993" y="2452"/>
                  </a:cubicBezTo>
                  <a:cubicBezTo>
                    <a:pt x="6912" y="1924"/>
                    <a:pt x="7693" y="1131"/>
                    <a:pt x="8049" y="121"/>
                  </a:cubicBezTo>
                  <a:cubicBezTo>
                    <a:pt x="7735" y="37"/>
                    <a:pt x="7417" y="0"/>
                    <a:pt x="709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1"/>
            <p:cNvSpPr/>
            <p:nvPr/>
          </p:nvSpPr>
          <p:spPr>
            <a:xfrm>
              <a:off x="7990722" y="1095356"/>
              <a:ext cx="159019" cy="69236"/>
            </a:xfrm>
            <a:custGeom>
              <a:rect b="b" l="l" r="r" t="t"/>
              <a:pathLst>
                <a:path extrusionOk="0" h="1705" w="3916">
                  <a:moveTo>
                    <a:pt x="3362" y="0"/>
                  </a:moveTo>
                  <a:cubicBezTo>
                    <a:pt x="3242" y="0"/>
                    <a:pt x="3121" y="6"/>
                    <a:pt x="2997" y="16"/>
                  </a:cubicBezTo>
                  <a:cubicBezTo>
                    <a:pt x="2469" y="51"/>
                    <a:pt x="1941" y="200"/>
                    <a:pt x="1470" y="441"/>
                  </a:cubicBezTo>
                  <a:cubicBezTo>
                    <a:pt x="885" y="751"/>
                    <a:pt x="391" y="1176"/>
                    <a:pt x="0" y="1704"/>
                  </a:cubicBezTo>
                  <a:cubicBezTo>
                    <a:pt x="161" y="1577"/>
                    <a:pt x="334" y="1475"/>
                    <a:pt x="494" y="1360"/>
                  </a:cubicBezTo>
                  <a:cubicBezTo>
                    <a:pt x="908" y="1095"/>
                    <a:pt x="1332" y="866"/>
                    <a:pt x="1780" y="671"/>
                  </a:cubicBezTo>
                  <a:cubicBezTo>
                    <a:pt x="2469" y="372"/>
                    <a:pt x="3181" y="166"/>
                    <a:pt x="3916" y="39"/>
                  </a:cubicBezTo>
                  <a:cubicBezTo>
                    <a:pt x="3881" y="39"/>
                    <a:pt x="3847" y="28"/>
                    <a:pt x="3801" y="28"/>
                  </a:cubicBezTo>
                  <a:cubicBezTo>
                    <a:pt x="3655" y="9"/>
                    <a:pt x="3509" y="0"/>
                    <a:pt x="33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1"/>
            <p:cNvSpPr/>
            <p:nvPr/>
          </p:nvSpPr>
          <p:spPr>
            <a:xfrm>
              <a:off x="7986053" y="1102503"/>
              <a:ext cx="191180" cy="88646"/>
            </a:xfrm>
            <a:custGeom>
              <a:rect b="b" l="l" r="r" t="t"/>
              <a:pathLst>
                <a:path extrusionOk="0" h="2183" w="4708">
                  <a:moveTo>
                    <a:pt x="4685" y="1"/>
                  </a:moveTo>
                  <a:cubicBezTo>
                    <a:pt x="3766" y="150"/>
                    <a:pt x="2883" y="426"/>
                    <a:pt x="2033" y="804"/>
                  </a:cubicBezTo>
                  <a:cubicBezTo>
                    <a:pt x="1608" y="1000"/>
                    <a:pt x="1206" y="1218"/>
                    <a:pt x="816" y="1470"/>
                  </a:cubicBezTo>
                  <a:cubicBezTo>
                    <a:pt x="620" y="1585"/>
                    <a:pt x="437" y="1712"/>
                    <a:pt x="265" y="1850"/>
                  </a:cubicBezTo>
                  <a:cubicBezTo>
                    <a:pt x="173" y="1919"/>
                    <a:pt x="92" y="1987"/>
                    <a:pt x="0" y="2067"/>
                  </a:cubicBezTo>
                  <a:cubicBezTo>
                    <a:pt x="418" y="2137"/>
                    <a:pt x="844" y="2183"/>
                    <a:pt x="1268" y="2183"/>
                  </a:cubicBezTo>
                  <a:cubicBezTo>
                    <a:pt x="1825" y="2183"/>
                    <a:pt x="2378" y="2104"/>
                    <a:pt x="2906" y="1896"/>
                  </a:cubicBezTo>
                  <a:cubicBezTo>
                    <a:pt x="3342" y="1712"/>
                    <a:pt x="3732" y="1459"/>
                    <a:pt x="4065" y="1126"/>
                  </a:cubicBezTo>
                  <a:cubicBezTo>
                    <a:pt x="4226" y="954"/>
                    <a:pt x="4363" y="770"/>
                    <a:pt x="4478" y="564"/>
                  </a:cubicBezTo>
                  <a:cubicBezTo>
                    <a:pt x="4559" y="426"/>
                    <a:pt x="4697" y="196"/>
                    <a:pt x="4708" y="13"/>
                  </a:cubicBezTo>
                  <a:cubicBezTo>
                    <a:pt x="4708" y="13"/>
                    <a:pt x="4697" y="13"/>
                    <a:pt x="46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1"/>
            <p:cNvSpPr/>
            <p:nvPr/>
          </p:nvSpPr>
          <p:spPr>
            <a:xfrm>
              <a:off x="8021056" y="938407"/>
              <a:ext cx="135223" cy="145497"/>
            </a:xfrm>
            <a:custGeom>
              <a:rect b="b" l="l" r="r" t="t"/>
              <a:pathLst>
                <a:path extrusionOk="0" h="3583" w="3330">
                  <a:moveTo>
                    <a:pt x="3330" y="0"/>
                  </a:moveTo>
                  <a:cubicBezTo>
                    <a:pt x="2021" y="988"/>
                    <a:pt x="873" y="2194"/>
                    <a:pt x="0" y="3582"/>
                  </a:cubicBezTo>
                  <a:cubicBezTo>
                    <a:pt x="758" y="3457"/>
                    <a:pt x="1493" y="3169"/>
                    <a:pt x="2078" y="2676"/>
                  </a:cubicBezTo>
                  <a:cubicBezTo>
                    <a:pt x="2675" y="2182"/>
                    <a:pt x="3088" y="1516"/>
                    <a:pt x="3261" y="758"/>
                  </a:cubicBezTo>
                  <a:cubicBezTo>
                    <a:pt x="3307" y="563"/>
                    <a:pt x="3330" y="368"/>
                    <a:pt x="3330" y="161"/>
                  </a:cubicBezTo>
                  <a:lnTo>
                    <a:pt x="33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1"/>
            <p:cNvSpPr/>
            <p:nvPr/>
          </p:nvSpPr>
          <p:spPr>
            <a:xfrm>
              <a:off x="8006559" y="937960"/>
              <a:ext cx="136685" cy="147365"/>
            </a:xfrm>
            <a:custGeom>
              <a:rect b="b" l="l" r="r" t="t"/>
              <a:pathLst>
                <a:path extrusionOk="0" h="3629" w="3366">
                  <a:moveTo>
                    <a:pt x="3365" y="0"/>
                  </a:moveTo>
                  <a:cubicBezTo>
                    <a:pt x="3021" y="69"/>
                    <a:pt x="2676" y="138"/>
                    <a:pt x="2343" y="241"/>
                  </a:cubicBezTo>
                  <a:cubicBezTo>
                    <a:pt x="1631" y="448"/>
                    <a:pt x="965" y="815"/>
                    <a:pt x="587" y="1470"/>
                  </a:cubicBezTo>
                  <a:cubicBezTo>
                    <a:pt x="207" y="2113"/>
                    <a:pt x="1" y="2882"/>
                    <a:pt x="1" y="3628"/>
                  </a:cubicBezTo>
                  <a:cubicBezTo>
                    <a:pt x="862" y="2205"/>
                    <a:pt x="1998" y="965"/>
                    <a:pt x="33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1"/>
            <p:cNvSpPr/>
            <p:nvPr/>
          </p:nvSpPr>
          <p:spPr>
            <a:xfrm>
              <a:off x="7868577" y="976172"/>
              <a:ext cx="112848" cy="166491"/>
            </a:xfrm>
            <a:custGeom>
              <a:rect b="b" l="l" r="r" t="t"/>
              <a:pathLst>
                <a:path extrusionOk="0" h="4100" w="2779">
                  <a:moveTo>
                    <a:pt x="0" y="1"/>
                  </a:moveTo>
                  <a:lnTo>
                    <a:pt x="0" y="1"/>
                  </a:lnTo>
                  <a:cubicBezTo>
                    <a:pt x="551" y="460"/>
                    <a:pt x="1010" y="1022"/>
                    <a:pt x="1401" y="1631"/>
                  </a:cubicBezTo>
                  <a:cubicBezTo>
                    <a:pt x="1688" y="2078"/>
                    <a:pt x="1929" y="2550"/>
                    <a:pt x="2159" y="3020"/>
                  </a:cubicBezTo>
                  <a:cubicBezTo>
                    <a:pt x="2262" y="3261"/>
                    <a:pt x="2377" y="3491"/>
                    <a:pt x="2480" y="3732"/>
                  </a:cubicBezTo>
                  <a:cubicBezTo>
                    <a:pt x="2538" y="3858"/>
                    <a:pt x="2595" y="3973"/>
                    <a:pt x="2664" y="4099"/>
                  </a:cubicBezTo>
                  <a:cubicBezTo>
                    <a:pt x="2699" y="4019"/>
                    <a:pt x="2733" y="3938"/>
                    <a:pt x="2779" y="3847"/>
                  </a:cubicBezTo>
                  <a:cubicBezTo>
                    <a:pt x="2745" y="3824"/>
                    <a:pt x="2722" y="3778"/>
                    <a:pt x="2722" y="3721"/>
                  </a:cubicBezTo>
                  <a:cubicBezTo>
                    <a:pt x="2687" y="2021"/>
                    <a:pt x="1574" y="540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1"/>
            <p:cNvSpPr/>
            <p:nvPr/>
          </p:nvSpPr>
          <p:spPr>
            <a:xfrm>
              <a:off x="7848517" y="971949"/>
              <a:ext cx="119427" cy="180013"/>
            </a:xfrm>
            <a:custGeom>
              <a:rect b="b" l="l" r="r" t="t"/>
              <a:pathLst>
                <a:path extrusionOk="0" h="4433" w="2941">
                  <a:moveTo>
                    <a:pt x="1" y="1"/>
                  </a:moveTo>
                  <a:cubicBezTo>
                    <a:pt x="264" y="931"/>
                    <a:pt x="322" y="1919"/>
                    <a:pt x="724" y="2802"/>
                  </a:cubicBezTo>
                  <a:cubicBezTo>
                    <a:pt x="942" y="3251"/>
                    <a:pt x="1229" y="3652"/>
                    <a:pt x="1642" y="3917"/>
                  </a:cubicBezTo>
                  <a:cubicBezTo>
                    <a:pt x="2045" y="4169"/>
                    <a:pt x="2492" y="4295"/>
                    <a:pt x="2940" y="4433"/>
                  </a:cubicBezTo>
                  <a:cubicBezTo>
                    <a:pt x="2859" y="4261"/>
                    <a:pt x="2802" y="4065"/>
                    <a:pt x="2722" y="3894"/>
                  </a:cubicBezTo>
                  <a:cubicBezTo>
                    <a:pt x="2619" y="3664"/>
                    <a:pt x="2527" y="3445"/>
                    <a:pt x="2412" y="3216"/>
                  </a:cubicBezTo>
                  <a:cubicBezTo>
                    <a:pt x="2205" y="2791"/>
                    <a:pt x="1987" y="2355"/>
                    <a:pt x="1734" y="1953"/>
                  </a:cubicBezTo>
                  <a:cubicBezTo>
                    <a:pt x="1275" y="1207"/>
                    <a:pt x="713" y="529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1"/>
            <p:cNvSpPr/>
            <p:nvPr/>
          </p:nvSpPr>
          <p:spPr>
            <a:xfrm>
              <a:off x="7660182" y="1150989"/>
              <a:ext cx="258792" cy="217331"/>
            </a:xfrm>
            <a:custGeom>
              <a:rect b="b" l="l" r="r" t="t"/>
              <a:pathLst>
                <a:path extrusionOk="0" h="5352" w="6373">
                  <a:moveTo>
                    <a:pt x="0" y="1"/>
                  </a:moveTo>
                  <a:cubicBezTo>
                    <a:pt x="276" y="472"/>
                    <a:pt x="483" y="988"/>
                    <a:pt x="677" y="1482"/>
                  </a:cubicBezTo>
                  <a:cubicBezTo>
                    <a:pt x="919" y="2079"/>
                    <a:pt x="1137" y="2687"/>
                    <a:pt x="1470" y="3239"/>
                  </a:cubicBezTo>
                  <a:cubicBezTo>
                    <a:pt x="1814" y="3802"/>
                    <a:pt x="2274" y="4249"/>
                    <a:pt x="2859" y="4559"/>
                  </a:cubicBezTo>
                  <a:cubicBezTo>
                    <a:pt x="3468" y="4881"/>
                    <a:pt x="4145" y="5053"/>
                    <a:pt x="4823" y="5145"/>
                  </a:cubicBezTo>
                  <a:cubicBezTo>
                    <a:pt x="5316" y="5225"/>
                    <a:pt x="5879" y="5202"/>
                    <a:pt x="6372" y="5351"/>
                  </a:cubicBezTo>
                  <a:cubicBezTo>
                    <a:pt x="6303" y="5190"/>
                    <a:pt x="6223" y="5030"/>
                    <a:pt x="6131" y="4881"/>
                  </a:cubicBezTo>
                  <a:cubicBezTo>
                    <a:pt x="5948" y="4570"/>
                    <a:pt x="5752" y="4284"/>
                    <a:pt x="5534" y="4008"/>
                  </a:cubicBezTo>
                  <a:cubicBezTo>
                    <a:pt x="4800" y="3067"/>
                    <a:pt x="3881" y="2251"/>
                    <a:pt x="2963" y="1493"/>
                  </a:cubicBezTo>
                  <a:cubicBezTo>
                    <a:pt x="2503" y="1115"/>
                    <a:pt x="2009" y="759"/>
                    <a:pt x="1470" y="483"/>
                  </a:cubicBezTo>
                  <a:cubicBezTo>
                    <a:pt x="999" y="230"/>
                    <a:pt x="517" y="82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1"/>
            <p:cNvSpPr/>
            <p:nvPr/>
          </p:nvSpPr>
          <p:spPr>
            <a:xfrm>
              <a:off x="7682556" y="1143558"/>
              <a:ext cx="240599" cy="202875"/>
            </a:xfrm>
            <a:custGeom>
              <a:rect b="b" l="l" r="r" t="t"/>
              <a:pathLst>
                <a:path extrusionOk="0" h="4996" w="5925">
                  <a:moveTo>
                    <a:pt x="530" y="0"/>
                  </a:moveTo>
                  <a:cubicBezTo>
                    <a:pt x="354" y="0"/>
                    <a:pt x="177" y="5"/>
                    <a:pt x="0" y="12"/>
                  </a:cubicBezTo>
                  <a:cubicBezTo>
                    <a:pt x="402" y="104"/>
                    <a:pt x="792" y="276"/>
                    <a:pt x="1160" y="471"/>
                  </a:cubicBezTo>
                  <a:cubicBezTo>
                    <a:pt x="2262" y="1056"/>
                    <a:pt x="3238" y="1952"/>
                    <a:pt x="4134" y="2825"/>
                  </a:cubicBezTo>
                  <a:cubicBezTo>
                    <a:pt x="4581" y="3261"/>
                    <a:pt x="5017" y="3732"/>
                    <a:pt x="5397" y="4225"/>
                  </a:cubicBezTo>
                  <a:cubicBezTo>
                    <a:pt x="5580" y="4467"/>
                    <a:pt x="5764" y="4719"/>
                    <a:pt x="5925" y="4995"/>
                  </a:cubicBezTo>
                  <a:cubicBezTo>
                    <a:pt x="5856" y="4455"/>
                    <a:pt x="5741" y="3927"/>
                    <a:pt x="5546" y="3411"/>
                  </a:cubicBezTo>
                  <a:cubicBezTo>
                    <a:pt x="5109" y="2205"/>
                    <a:pt x="4283" y="1125"/>
                    <a:pt x="3123" y="528"/>
                  </a:cubicBezTo>
                  <a:cubicBezTo>
                    <a:pt x="2317" y="116"/>
                    <a:pt x="1430" y="0"/>
                    <a:pt x="5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1"/>
            <p:cNvSpPr/>
            <p:nvPr/>
          </p:nvSpPr>
          <p:spPr>
            <a:xfrm>
              <a:off x="7659694" y="1476908"/>
              <a:ext cx="274669" cy="172988"/>
            </a:xfrm>
            <a:custGeom>
              <a:rect b="b" l="l" r="r" t="t"/>
              <a:pathLst>
                <a:path extrusionOk="0" h="4260" w="6764">
                  <a:moveTo>
                    <a:pt x="0" y="1"/>
                  </a:moveTo>
                  <a:lnTo>
                    <a:pt x="0" y="1"/>
                  </a:lnTo>
                  <a:cubicBezTo>
                    <a:pt x="242" y="471"/>
                    <a:pt x="414" y="965"/>
                    <a:pt x="609" y="1447"/>
                  </a:cubicBezTo>
                  <a:cubicBezTo>
                    <a:pt x="816" y="1999"/>
                    <a:pt x="1080" y="2538"/>
                    <a:pt x="1505" y="2951"/>
                  </a:cubicBezTo>
                  <a:cubicBezTo>
                    <a:pt x="1952" y="3376"/>
                    <a:pt x="2526" y="3606"/>
                    <a:pt x="3112" y="3755"/>
                  </a:cubicBezTo>
                  <a:cubicBezTo>
                    <a:pt x="3732" y="3905"/>
                    <a:pt x="4386" y="3961"/>
                    <a:pt x="5018" y="4042"/>
                  </a:cubicBezTo>
                  <a:cubicBezTo>
                    <a:pt x="5603" y="4099"/>
                    <a:pt x="6189" y="4168"/>
                    <a:pt x="6763" y="4260"/>
                  </a:cubicBezTo>
                  <a:cubicBezTo>
                    <a:pt x="6373" y="3836"/>
                    <a:pt x="5994" y="3399"/>
                    <a:pt x="5580" y="2986"/>
                  </a:cubicBezTo>
                  <a:cubicBezTo>
                    <a:pt x="5041" y="2446"/>
                    <a:pt x="4478" y="1941"/>
                    <a:pt x="3858" y="1493"/>
                  </a:cubicBezTo>
                  <a:cubicBezTo>
                    <a:pt x="3273" y="1068"/>
                    <a:pt x="2641" y="713"/>
                    <a:pt x="1964" y="448"/>
                  </a:cubicBezTo>
                  <a:cubicBezTo>
                    <a:pt x="1321" y="196"/>
                    <a:pt x="678" y="8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1"/>
            <p:cNvSpPr/>
            <p:nvPr/>
          </p:nvSpPr>
          <p:spPr>
            <a:xfrm>
              <a:off x="7680688" y="1465213"/>
              <a:ext cx="257858" cy="168846"/>
            </a:xfrm>
            <a:custGeom>
              <a:rect b="b" l="l" r="r" t="t"/>
              <a:pathLst>
                <a:path extrusionOk="0" h="4158" w="6350">
                  <a:moveTo>
                    <a:pt x="1083" y="0"/>
                  </a:moveTo>
                  <a:cubicBezTo>
                    <a:pt x="722" y="0"/>
                    <a:pt x="359" y="26"/>
                    <a:pt x="1" y="70"/>
                  </a:cubicBezTo>
                  <a:cubicBezTo>
                    <a:pt x="517" y="139"/>
                    <a:pt x="1022" y="289"/>
                    <a:pt x="1493" y="461"/>
                  </a:cubicBezTo>
                  <a:cubicBezTo>
                    <a:pt x="2170" y="713"/>
                    <a:pt x="2825" y="1070"/>
                    <a:pt x="3422" y="1494"/>
                  </a:cubicBezTo>
                  <a:cubicBezTo>
                    <a:pt x="4065" y="1942"/>
                    <a:pt x="4662" y="2458"/>
                    <a:pt x="5224" y="3009"/>
                  </a:cubicBezTo>
                  <a:cubicBezTo>
                    <a:pt x="5603" y="3389"/>
                    <a:pt x="5982" y="3767"/>
                    <a:pt x="6349" y="4158"/>
                  </a:cubicBezTo>
                  <a:cubicBezTo>
                    <a:pt x="6074" y="3584"/>
                    <a:pt x="5821" y="2998"/>
                    <a:pt x="5489" y="2447"/>
                  </a:cubicBezTo>
                  <a:cubicBezTo>
                    <a:pt x="4857" y="1391"/>
                    <a:pt x="3973" y="575"/>
                    <a:pt x="2779" y="220"/>
                  </a:cubicBezTo>
                  <a:cubicBezTo>
                    <a:pt x="2229" y="65"/>
                    <a:pt x="1657" y="0"/>
                    <a:pt x="10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1"/>
            <p:cNvSpPr/>
            <p:nvPr/>
          </p:nvSpPr>
          <p:spPr>
            <a:xfrm>
              <a:off x="8074170" y="1687175"/>
              <a:ext cx="171161" cy="199139"/>
            </a:xfrm>
            <a:custGeom>
              <a:rect b="b" l="l" r="r" t="t"/>
              <a:pathLst>
                <a:path extrusionOk="0" h="4904" w="4215">
                  <a:moveTo>
                    <a:pt x="4214" y="1"/>
                  </a:moveTo>
                  <a:cubicBezTo>
                    <a:pt x="3204" y="564"/>
                    <a:pt x="2297" y="1252"/>
                    <a:pt x="1550" y="2148"/>
                  </a:cubicBezTo>
                  <a:cubicBezTo>
                    <a:pt x="1172" y="2595"/>
                    <a:pt x="851" y="3078"/>
                    <a:pt x="575" y="3583"/>
                  </a:cubicBezTo>
                  <a:cubicBezTo>
                    <a:pt x="425" y="3847"/>
                    <a:pt x="299" y="4123"/>
                    <a:pt x="185" y="4398"/>
                  </a:cubicBezTo>
                  <a:cubicBezTo>
                    <a:pt x="116" y="4570"/>
                    <a:pt x="58" y="4743"/>
                    <a:pt x="1" y="4904"/>
                  </a:cubicBezTo>
                  <a:cubicBezTo>
                    <a:pt x="907" y="4593"/>
                    <a:pt x="1826" y="4215"/>
                    <a:pt x="2619" y="3687"/>
                  </a:cubicBezTo>
                  <a:cubicBezTo>
                    <a:pt x="3422" y="3135"/>
                    <a:pt x="3962" y="2389"/>
                    <a:pt x="4122" y="1413"/>
                  </a:cubicBezTo>
                  <a:cubicBezTo>
                    <a:pt x="4168" y="1161"/>
                    <a:pt x="4191" y="896"/>
                    <a:pt x="4203" y="632"/>
                  </a:cubicBezTo>
                  <a:lnTo>
                    <a:pt x="4203" y="265"/>
                  </a:lnTo>
                  <a:cubicBezTo>
                    <a:pt x="4203" y="219"/>
                    <a:pt x="4214" y="92"/>
                    <a:pt x="42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1"/>
            <p:cNvSpPr/>
            <p:nvPr/>
          </p:nvSpPr>
          <p:spPr>
            <a:xfrm>
              <a:off x="8069987" y="1680515"/>
              <a:ext cx="169739" cy="171729"/>
            </a:xfrm>
            <a:custGeom>
              <a:rect b="b" l="l" r="r" t="t"/>
              <a:pathLst>
                <a:path extrusionOk="0" h="4229" w="4180">
                  <a:moveTo>
                    <a:pt x="4124" y="1"/>
                  </a:moveTo>
                  <a:cubicBezTo>
                    <a:pt x="4045" y="1"/>
                    <a:pt x="3959" y="16"/>
                    <a:pt x="3904" y="16"/>
                  </a:cubicBezTo>
                  <a:cubicBezTo>
                    <a:pt x="3766" y="27"/>
                    <a:pt x="3628" y="39"/>
                    <a:pt x="3502" y="62"/>
                  </a:cubicBezTo>
                  <a:cubicBezTo>
                    <a:pt x="3261" y="96"/>
                    <a:pt x="3031" y="142"/>
                    <a:pt x="2802" y="210"/>
                  </a:cubicBezTo>
                  <a:cubicBezTo>
                    <a:pt x="2308" y="348"/>
                    <a:pt x="1826" y="555"/>
                    <a:pt x="1401" y="842"/>
                  </a:cubicBezTo>
                  <a:cubicBezTo>
                    <a:pt x="954" y="1141"/>
                    <a:pt x="643" y="1565"/>
                    <a:pt x="448" y="2059"/>
                  </a:cubicBezTo>
                  <a:cubicBezTo>
                    <a:pt x="184" y="2748"/>
                    <a:pt x="58" y="3494"/>
                    <a:pt x="0" y="4229"/>
                  </a:cubicBezTo>
                  <a:cubicBezTo>
                    <a:pt x="104" y="4011"/>
                    <a:pt x="219" y="3793"/>
                    <a:pt x="334" y="3586"/>
                  </a:cubicBezTo>
                  <a:cubicBezTo>
                    <a:pt x="632" y="3047"/>
                    <a:pt x="976" y="2553"/>
                    <a:pt x="1378" y="2082"/>
                  </a:cubicBezTo>
                  <a:cubicBezTo>
                    <a:pt x="2148" y="1210"/>
                    <a:pt x="3100" y="463"/>
                    <a:pt x="4179" y="4"/>
                  </a:cubicBezTo>
                  <a:cubicBezTo>
                    <a:pt x="4162" y="2"/>
                    <a:pt x="4143" y="1"/>
                    <a:pt x="4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1"/>
            <p:cNvSpPr/>
            <p:nvPr/>
          </p:nvSpPr>
          <p:spPr>
            <a:xfrm>
              <a:off x="7707732" y="1826988"/>
              <a:ext cx="336189" cy="102209"/>
            </a:xfrm>
            <a:custGeom>
              <a:rect b="b" l="l" r="r" t="t"/>
              <a:pathLst>
                <a:path extrusionOk="0" h="2517" w="8279">
                  <a:moveTo>
                    <a:pt x="2578" y="1"/>
                  </a:moveTo>
                  <a:cubicBezTo>
                    <a:pt x="2515" y="1"/>
                    <a:pt x="2452" y="1"/>
                    <a:pt x="2389" y="2"/>
                  </a:cubicBezTo>
                  <a:cubicBezTo>
                    <a:pt x="1585" y="14"/>
                    <a:pt x="792" y="152"/>
                    <a:pt x="0" y="278"/>
                  </a:cubicBezTo>
                  <a:cubicBezTo>
                    <a:pt x="402" y="599"/>
                    <a:pt x="758" y="966"/>
                    <a:pt x="1160" y="1288"/>
                  </a:cubicBezTo>
                  <a:cubicBezTo>
                    <a:pt x="2113" y="2069"/>
                    <a:pt x="3341" y="2448"/>
                    <a:pt x="4570" y="2505"/>
                  </a:cubicBezTo>
                  <a:cubicBezTo>
                    <a:pt x="4714" y="2512"/>
                    <a:pt x="4858" y="2516"/>
                    <a:pt x="5002" y="2516"/>
                  </a:cubicBezTo>
                  <a:cubicBezTo>
                    <a:pt x="5535" y="2516"/>
                    <a:pt x="6067" y="2465"/>
                    <a:pt x="6591" y="2356"/>
                  </a:cubicBezTo>
                  <a:cubicBezTo>
                    <a:pt x="7165" y="2252"/>
                    <a:pt x="7716" y="2069"/>
                    <a:pt x="8278" y="1908"/>
                  </a:cubicBezTo>
                  <a:cubicBezTo>
                    <a:pt x="8083" y="1759"/>
                    <a:pt x="7900" y="1609"/>
                    <a:pt x="7704" y="1472"/>
                  </a:cubicBezTo>
                  <a:cubicBezTo>
                    <a:pt x="7406" y="1277"/>
                    <a:pt x="7107" y="1104"/>
                    <a:pt x="6797" y="943"/>
                  </a:cubicBezTo>
                  <a:cubicBezTo>
                    <a:pt x="6155" y="622"/>
                    <a:pt x="5489" y="381"/>
                    <a:pt x="4788" y="232"/>
                  </a:cubicBezTo>
                  <a:cubicBezTo>
                    <a:pt x="4068" y="62"/>
                    <a:pt x="3320" y="1"/>
                    <a:pt x="257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1"/>
            <p:cNvSpPr/>
            <p:nvPr/>
          </p:nvSpPr>
          <p:spPr>
            <a:xfrm>
              <a:off x="7704930" y="1778989"/>
              <a:ext cx="320312" cy="95225"/>
            </a:xfrm>
            <a:custGeom>
              <a:rect b="b" l="l" r="r" t="t"/>
              <a:pathLst>
                <a:path extrusionOk="0" h="2345" w="7888">
                  <a:moveTo>
                    <a:pt x="4214" y="1"/>
                  </a:moveTo>
                  <a:cubicBezTo>
                    <a:pt x="3838" y="1"/>
                    <a:pt x="3463" y="27"/>
                    <a:pt x="3101" y="82"/>
                  </a:cubicBezTo>
                  <a:cubicBezTo>
                    <a:pt x="1998" y="242"/>
                    <a:pt x="942" y="633"/>
                    <a:pt x="1" y="1219"/>
                  </a:cubicBezTo>
                  <a:cubicBezTo>
                    <a:pt x="678" y="1035"/>
                    <a:pt x="1401" y="954"/>
                    <a:pt x="2101" y="920"/>
                  </a:cubicBezTo>
                  <a:cubicBezTo>
                    <a:pt x="2309" y="909"/>
                    <a:pt x="2517" y="903"/>
                    <a:pt x="2726" y="903"/>
                  </a:cubicBezTo>
                  <a:cubicBezTo>
                    <a:pt x="3797" y="903"/>
                    <a:pt x="4870" y="1055"/>
                    <a:pt x="5879" y="1391"/>
                  </a:cubicBezTo>
                  <a:cubicBezTo>
                    <a:pt x="6430" y="1563"/>
                    <a:pt x="6958" y="1793"/>
                    <a:pt x="7452" y="2080"/>
                  </a:cubicBezTo>
                  <a:cubicBezTo>
                    <a:pt x="7601" y="2160"/>
                    <a:pt x="7750" y="2252"/>
                    <a:pt x="7888" y="2344"/>
                  </a:cubicBezTo>
                  <a:cubicBezTo>
                    <a:pt x="7532" y="1839"/>
                    <a:pt x="7176" y="1357"/>
                    <a:pt x="6740" y="920"/>
                  </a:cubicBezTo>
                  <a:cubicBezTo>
                    <a:pt x="6510" y="702"/>
                    <a:pt x="6258" y="484"/>
                    <a:pt x="5971" y="323"/>
                  </a:cubicBezTo>
                  <a:cubicBezTo>
                    <a:pt x="5660" y="163"/>
                    <a:pt x="5316" y="82"/>
                    <a:pt x="4972" y="36"/>
                  </a:cubicBezTo>
                  <a:cubicBezTo>
                    <a:pt x="4721" y="13"/>
                    <a:pt x="4467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1"/>
            <p:cNvSpPr/>
            <p:nvPr/>
          </p:nvSpPr>
          <p:spPr>
            <a:xfrm>
              <a:off x="7988854" y="1433376"/>
              <a:ext cx="325022" cy="215626"/>
            </a:xfrm>
            <a:custGeom>
              <a:rect b="b" l="l" r="r" t="t"/>
              <a:pathLst>
                <a:path extrusionOk="0" h="5310" w="8004">
                  <a:moveTo>
                    <a:pt x="7523" y="1"/>
                  </a:moveTo>
                  <a:cubicBezTo>
                    <a:pt x="6899" y="1"/>
                    <a:pt x="6270" y="21"/>
                    <a:pt x="5649" y="85"/>
                  </a:cubicBezTo>
                  <a:cubicBezTo>
                    <a:pt x="4134" y="269"/>
                    <a:pt x="2584" y="797"/>
                    <a:pt x="1505" y="1922"/>
                  </a:cubicBezTo>
                  <a:cubicBezTo>
                    <a:pt x="609" y="2852"/>
                    <a:pt x="242" y="4081"/>
                    <a:pt x="0" y="5309"/>
                  </a:cubicBezTo>
                  <a:cubicBezTo>
                    <a:pt x="288" y="4908"/>
                    <a:pt x="609" y="4528"/>
                    <a:pt x="931" y="4173"/>
                  </a:cubicBezTo>
                  <a:cubicBezTo>
                    <a:pt x="2779" y="2140"/>
                    <a:pt x="5363" y="739"/>
                    <a:pt x="8003" y="5"/>
                  </a:cubicBezTo>
                  <a:cubicBezTo>
                    <a:pt x="7844" y="2"/>
                    <a:pt x="7683" y="1"/>
                    <a:pt x="75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1"/>
            <p:cNvSpPr/>
            <p:nvPr/>
          </p:nvSpPr>
          <p:spPr>
            <a:xfrm>
              <a:off x="7986540" y="1438208"/>
              <a:ext cx="349224" cy="241533"/>
            </a:xfrm>
            <a:custGeom>
              <a:rect b="b" l="l" r="r" t="t"/>
              <a:pathLst>
                <a:path extrusionOk="0" h="5948" w="8600">
                  <a:moveTo>
                    <a:pt x="8520" y="0"/>
                  </a:moveTo>
                  <a:lnTo>
                    <a:pt x="8520" y="0"/>
                  </a:lnTo>
                  <a:cubicBezTo>
                    <a:pt x="7773" y="253"/>
                    <a:pt x="7015" y="506"/>
                    <a:pt x="6280" y="816"/>
                  </a:cubicBezTo>
                  <a:cubicBezTo>
                    <a:pt x="4937" y="1378"/>
                    <a:pt x="3663" y="2102"/>
                    <a:pt x="2549" y="3032"/>
                  </a:cubicBezTo>
                  <a:cubicBezTo>
                    <a:pt x="2021" y="3468"/>
                    <a:pt x="1539" y="3939"/>
                    <a:pt x="1091" y="4455"/>
                  </a:cubicBezTo>
                  <a:cubicBezTo>
                    <a:pt x="677" y="4926"/>
                    <a:pt x="356" y="5443"/>
                    <a:pt x="0" y="5948"/>
                  </a:cubicBezTo>
                  <a:cubicBezTo>
                    <a:pt x="677" y="5661"/>
                    <a:pt x="1412" y="5500"/>
                    <a:pt x="2136" y="5386"/>
                  </a:cubicBezTo>
                  <a:cubicBezTo>
                    <a:pt x="3720" y="5121"/>
                    <a:pt x="5305" y="4926"/>
                    <a:pt x="6625" y="3916"/>
                  </a:cubicBezTo>
                  <a:cubicBezTo>
                    <a:pt x="7831" y="2986"/>
                    <a:pt x="8600" y="1539"/>
                    <a:pt x="85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7632650" y="924276"/>
              <a:ext cx="718509" cy="1108463"/>
            </a:xfrm>
            <a:custGeom>
              <a:rect b="b" l="l" r="r" t="t"/>
              <a:pathLst>
                <a:path extrusionOk="0" h="27297" w="17694">
                  <a:moveTo>
                    <a:pt x="12895" y="348"/>
                  </a:moveTo>
                  <a:lnTo>
                    <a:pt x="12895" y="509"/>
                  </a:lnTo>
                  <a:cubicBezTo>
                    <a:pt x="12895" y="716"/>
                    <a:pt x="12872" y="911"/>
                    <a:pt x="12826" y="1106"/>
                  </a:cubicBezTo>
                  <a:cubicBezTo>
                    <a:pt x="12653" y="1864"/>
                    <a:pt x="12240" y="2530"/>
                    <a:pt x="11643" y="3024"/>
                  </a:cubicBezTo>
                  <a:cubicBezTo>
                    <a:pt x="11058" y="3517"/>
                    <a:pt x="10323" y="3805"/>
                    <a:pt x="9565" y="3930"/>
                  </a:cubicBezTo>
                  <a:cubicBezTo>
                    <a:pt x="10438" y="2542"/>
                    <a:pt x="11586" y="1336"/>
                    <a:pt x="12895" y="348"/>
                  </a:cubicBezTo>
                  <a:close/>
                  <a:moveTo>
                    <a:pt x="12573" y="337"/>
                  </a:moveTo>
                  <a:lnTo>
                    <a:pt x="12573" y="337"/>
                  </a:lnTo>
                  <a:cubicBezTo>
                    <a:pt x="11206" y="1302"/>
                    <a:pt x="10070" y="2542"/>
                    <a:pt x="9209" y="3965"/>
                  </a:cubicBezTo>
                  <a:cubicBezTo>
                    <a:pt x="9209" y="3219"/>
                    <a:pt x="9415" y="2450"/>
                    <a:pt x="9795" y="1807"/>
                  </a:cubicBezTo>
                  <a:cubicBezTo>
                    <a:pt x="10173" y="1152"/>
                    <a:pt x="10839" y="785"/>
                    <a:pt x="11551" y="578"/>
                  </a:cubicBezTo>
                  <a:cubicBezTo>
                    <a:pt x="11884" y="475"/>
                    <a:pt x="12229" y="406"/>
                    <a:pt x="12573" y="337"/>
                  </a:cubicBezTo>
                  <a:close/>
                  <a:moveTo>
                    <a:pt x="5810" y="1279"/>
                  </a:moveTo>
                  <a:cubicBezTo>
                    <a:pt x="7384" y="1818"/>
                    <a:pt x="8497" y="3299"/>
                    <a:pt x="8532" y="4999"/>
                  </a:cubicBezTo>
                  <a:cubicBezTo>
                    <a:pt x="8532" y="5056"/>
                    <a:pt x="8555" y="5102"/>
                    <a:pt x="8589" y="5125"/>
                  </a:cubicBezTo>
                  <a:cubicBezTo>
                    <a:pt x="8543" y="5216"/>
                    <a:pt x="8509" y="5297"/>
                    <a:pt x="8474" y="5377"/>
                  </a:cubicBezTo>
                  <a:cubicBezTo>
                    <a:pt x="8405" y="5251"/>
                    <a:pt x="8348" y="5136"/>
                    <a:pt x="8290" y="5010"/>
                  </a:cubicBezTo>
                  <a:cubicBezTo>
                    <a:pt x="8187" y="4769"/>
                    <a:pt x="8072" y="4539"/>
                    <a:pt x="7969" y="4298"/>
                  </a:cubicBezTo>
                  <a:cubicBezTo>
                    <a:pt x="7739" y="3828"/>
                    <a:pt x="7498" y="3356"/>
                    <a:pt x="7211" y="2909"/>
                  </a:cubicBezTo>
                  <a:cubicBezTo>
                    <a:pt x="6820" y="2300"/>
                    <a:pt x="6361" y="1738"/>
                    <a:pt x="5810" y="1279"/>
                  </a:cubicBezTo>
                  <a:close/>
                  <a:moveTo>
                    <a:pt x="5317" y="1175"/>
                  </a:moveTo>
                  <a:lnTo>
                    <a:pt x="5317" y="1175"/>
                  </a:lnTo>
                  <a:cubicBezTo>
                    <a:pt x="6029" y="1703"/>
                    <a:pt x="6591" y="2381"/>
                    <a:pt x="7050" y="3127"/>
                  </a:cubicBezTo>
                  <a:cubicBezTo>
                    <a:pt x="7303" y="3529"/>
                    <a:pt x="7521" y="3965"/>
                    <a:pt x="7728" y="4390"/>
                  </a:cubicBezTo>
                  <a:cubicBezTo>
                    <a:pt x="7843" y="4619"/>
                    <a:pt x="7935" y="4838"/>
                    <a:pt x="8038" y="5068"/>
                  </a:cubicBezTo>
                  <a:cubicBezTo>
                    <a:pt x="8118" y="5239"/>
                    <a:pt x="8175" y="5435"/>
                    <a:pt x="8256" y="5607"/>
                  </a:cubicBezTo>
                  <a:cubicBezTo>
                    <a:pt x="7808" y="5469"/>
                    <a:pt x="7361" y="5343"/>
                    <a:pt x="6958" y="5091"/>
                  </a:cubicBezTo>
                  <a:cubicBezTo>
                    <a:pt x="6545" y="4826"/>
                    <a:pt x="6258" y="4425"/>
                    <a:pt x="6040" y="3976"/>
                  </a:cubicBezTo>
                  <a:cubicBezTo>
                    <a:pt x="5638" y="3093"/>
                    <a:pt x="5580" y="2105"/>
                    <a:pt x="5317" y="1175"/>
                  </a:cubicBezTo>
                  <a:close/>
                  <a:moveTo>
                    <a:pt x="12180" y="4213"/>
                  </a:moveTo>
                  <a:cubicBezTo>
                    <a:pt x="12327" y="4213"/>
                    <a:pt x="12473" y="4222"/>
                    <a:pt x="12619" y="4241"/>
                  </a:cubicBezTo>
                  <a:cubicBezTo>
                    <a:pt x="12665" y="4241"/>
                    <a:pt x="12699" y="4252"/>
                    <a:pt x="12734" y="4252"/>
                  </a:cubicBezTo>
                  <a:cubicBezTo>
                    <a:pt x="11999" y="4379"/>
                    <a:pt x="11287" y="4585"/>
                    <a:pt x="10598" y="4884"/>
                  </a:cubicBezTo>
                  <a:cubicBezTo>
                    <a:pt x="10150" y="5079"/>
                    <a:pt x="9726" y="5308"/>
                    <a:pt x="9312" y="5573"/>
                  </a:cubicBezTo>
                  <a:cubicBezTo>
                    <a:pt x="9152" y="5688"/>
                    <a:pt x="8979" y="5790"/>
                    <a:pt x="8818" y="5917"/>
                  </a:cubicBezTo>
                  <a:cubicBezTo>
                    <a:pt x="9209" y="5389"/>
                    <a:pt x="9703" y="4964"/>
                    <a:pt x="10288" y="4654"/>
                  </a:cubicBezTo>
                  <a:cubicBezTo>
                    <a:pt x="10759" y="4413"/>
                    <a:pt x="11287" y="4264"/>
                    <a:pt x="11815" y="4229"/>
                  </a:cubicBezTo>
                  <a:cubicBezTo>
                    <a:pt x="11939" y="4219"/>
                    <a:pt x="12060" y="4213"/>
                    <a:pt x="12180" y="4213"/>
                  </a:cubicBezTo>
                  <a:close/>
                  <a:moveTo>
                    <a:pt x="13388" y="4390"/>
                  </a:moveTo>
                  <a:cubicBezTo>
                    <a:pt x="13400" y="4402"/>
                    <a:pt x="13411" y="4402"/>
                    <a:pt x="13411" y="4402"/>
                  </a:cubicBezTo>
                  <a:cubicBezTo>
                    <a:pt x="13400" y="4585"/>
                    <a:pt x="13262" y="4815"/>
                    <a:pt x="13181" y="4953"/>
                  </a:cubicBezTo>
                  <a:cubicBezTo>
                    <a:pt x="13066" y="5159"/>
                    <a:pt x="12929" y="5343"/>
                    <a:pt x="12768" y="5515"/>
                  </a:cubicBezTo>
                  <a:cubicBezTo>
                    <a:pt x="12435" y="5848"/>
                    <a:pt x="12045" y="6101"/>
                    <a:pt x="11609" y="6285"/>
                  </a:cubicBezTo>
                  <a:cubicBezTo>
                    <a:pt x="11081" y="6493"/>
                    <a:pt x="10528" y="6572"/>
                    <a:pt x="9971" y="6572"/>
                  </a:cubicBezTo>
                  <a:cubicBezTo>
                    <a:pt x="9547" y="6572"/>
                    <a:pt x="9121" y="6526"/>
                    <a:pt x="8703" y="6456"/>
                  </a:cubicBezTo>
                  <a:cubicBezTo>
                    <a:pt x="8795" y="6376"/>
                    <a:pt x="8876" y="6308"/>
                    <a:pt x="8968" y="6239"/>
                  </a:cubicBezTo>
                  <a:cubicBezTo>
                    <a:pt x="9140" y="6101"/>
                    <a:pt x="9323" y="5974"/>
                    <a:pt x="9519" y="5859"/>
                  </a:cubicBezTo>
                  <a:cubicBezTo>
                    <a:pt x="9909" y="5607"/>
                    <a:pt x="10311" y="5389"/>
                    <a:pt x="10736" y="5193"/>
                  </a:cubicBezTo>
                  <a:cubicBezTo>
                    <a:pt x="11586" y="4815"/>
                    <a:pt x="12469" y="4539"/>
                    <a:pt x="13388" y="4390"/>
                  </a:cubicBezTo>
                  <a:close/>
                  <a:moveTo>
                    <a:pt x="13412" y="7532"/>
                  </a:moveTo>
                  <a:cubicBezTo>
                    <a:pt x="13501" y="7532"/>
                    <a:pt x="13588" y="7533"/>
                    <a:pt x="13675" y="7536"/>
                  </a:cubicBezTo>
                  <a:cubicBezTo>
                    <a:pt x="13905" y="7536"/>
                    <a:pt x="14123" y="7559"/>
                    <a:pt x="14341" y="7582"/>
                  </a:cubicBezTo>
                  <a:cubicBezTo>
                    <a:pt x="13640" y="7639"/>
                    <a:pt x="12941" y="7869"/>
                    <a:pt x="12275" y="8133"/>
                  </a:cubicBezTo>
                  <a:cubicBezTo>
                    <a:pt x="11126" y="8569"/>
                    <a:pt x="10024" y="9120"/>
                    <a:pt x="8979" y="9786"/>
                  </a:cubicBezTo>
                  <a:cubicBezTo>
                    <a:pt x="8726" y="9947"/>
                    <a:pt x="8474" y="10119"/>
                    <a:pt x="8233" y="10291"/>
                  </a:cubicBezTo>
                  <a:cubicBezTo>
                    <a:pt x="8680" y="9591"/>
                    <a:pt x="9186" y="8936"/>
                    <a:pt x="9875" y="8466"/>
                  </a:cubicBezTo>
                  <a:cubicBezTo>
                    <a:pt x="10881" y="7760"/>
                    <a:pt x="12197" y="7532"/>
                    <a:pt x="13412" y="7532"/>
                  </a:cubicBezTo>
                  <a:close/>
                  <a:moveTo>
                    <a:pt x="1759" y="5400"/>
                  </a:moveTo>
                  <a:cubicBezTo>
                    <a:pt x="2659" y="5400"/>
                    <a:pt x="3546" y="5516"/>
                    <a:pt x="4352" y="5928"/>
                  </a:cubicBezTo>
                  <a:cubicBezTo>
                    <a:pt x="5512" y="6525"/>
                    <a:pt x="6338" y="7605"/>
                    <a:pt x="6775" y="8811"/>
                  </a:cubicBezTo>
                  <a:cubicBezTo>
                    <a:pt x="6970" y="9327"/>
                    <a:pt x="7085" y="9855"/>
                    <a:pt x="7154" y="10395"/>
                  </a:cubicBezTo>
                  <a:cubicBezTo>
                    <a:pt x="6993" y="10119"/>
                    <a:pt x="6809" y="9867"/>
                    <a:pt x="6626" y="9625"/>
                  </a:cubicBezTo>
                  <a:cubicBezTo>
                    <a:pt x="6246" y="9132"/>
                    <a:pt x="5810" y="8661"/>
                    <a:pt x="5363" y="8225"/>
                  </a:cubicBezTo>
                  <a:cubicBezTo>
                    <a:pt x="4467" y="7352"/>
                    <a:pt x="3491" y="6456"/>
                    <a:pt x="2389" y="5871"/>
                  </a:cubicBezTo>
                  <a:cubicBezTo>
                    <a:pt x="2021" y="5676"/>
                    <a:pt x="1631" y="5504"/>
                    <a:pt x="1229" y="5412"/>
                  </a:cubicBezTo>
                  <a:cubicBezTo>
                    <a:pt x="1406" y="5405"/>
                    <a:pt x="1583" y="5400"/>
                    <a:pt x="1759" y="5400"/>
                  </a:cubicBezTo>
                  <a:close/>
                  <a:moveTo>
                    <a:pt x="678" y="5584"/>
                  </a:moveTo>
                  <a:cubicBezTo>
                    <a:pt x="1195" y="5665"/>
                    <a:pt x="1677" y="5813"/>
                    <a:pt x="2148" y="6066"/>
                  </a:cubicBezTo>
                  <a:cubicBezTo>
                    <a:pt x="2687" y="6342"/>
                    <a:pt x="3181" y="6698"/>
                    <a:pt x="3641" y="7076"/>
                  </a:cubicBezTo>
                  <a:cubicBezTo>
                    <a:pt x="4559" y="7834"/>
                    <a:pt x="5478" y="8650"/>
                    <a:pt x="6212" y="9591"/>
                  </a:cubicBezTo>
                  <a:cubicBezTo>
                    <a:pt x="6430" y="9867"/>
                    <a:pt x="6626" y="10153"/>
                    <a:pt x="6809" y="10464"/>
                  </a:cubicBezTo>
                  <a:cubicBezTo>
                    <a:pt x="6901" y="10613"/>
                    <a:pt x="6981" y="10773"/>
                    <a:pt x="7050" y="10934"/>
                  </a:cubicBezTo>
                  <a:cubicBezTo>
                    <a:pt x="6557" y="10785"/>
                    <a:pt x="5994" y="10808"/>
                    <a:pt x="5501" y="10728"/>
                  </a:cubicBezTo>
                  <a:cubicBezTo>
                    <a:pt x="4823" y="10636"/>
                    <a:pt x="4146" y="10464"/>
                    <a:pt x="3537" y="10142"/>
                  </a:cubicBezTo>
                  <a:cubicBezTo>
                    <a:pt x="2952" y="9832"/>
                    <a:pt x="2492" y="9385"/>
                    <a:pt x="2148" y="8822"/>
                  </a:cubicBezTo>
                  <a:cubicBezTo>
                    <a:pt x="1815" y="8270"/>
                    <a:pt x="1597" y="7662"/>
                    <a:pt x="1355" y="7065"/>
                  </a:cubicBezTo>
                  <a:cubicBezTo>
                    <a:pt x="1161" y="6571"/>
                    <a:pt x="954" y="6055"/>
                    <a:pt x="678" y="5584"/>
                  </a:cubicBezTo>
                  <a:close/>
                  <a:moveTo>
                    <a:pt x="14812" y="7828"/>
                  </a:moveTo>
                  <a:cubicBezTo>
                    <a:pt x="15133" y="7828"/>
                    <a:pt x="15451" y="7865"/>
                    <a:pt x="15765" y="7949"/>
                  </a:cubicBezTo>
                  <a:cubicBezTo>
                    <a:pt x="15409" y="8959"/>
                    <a:pt x="14628" y="9752"/>
                    <a:pt x="13709" y="10280"/>
                  </a:cubicBezTo>
                  <a:cubicBezTo>
                    <a:pt x="12561" y="10957"/>
                    <a:pt x="11218" y="11187"/>
                    <a:pt x="9909" y="11233"/>
                  </a:cubicBezTo>
                  <a:cubicBezTo>
                    <a:pt x="9743" y="11238"/>
                    <a:pt x="9576" y="11240"/>
                    <a:pt x="9409" y="11240"/>
                  </a:cubicBezTo>
                  <a:cubicBezTo>
                    <a:pt x="8842" y="11240"/>
                    <a:pt x="8276" y="11214"/>
                    <a:pt x="7716" y="11187"/>
                  </a:cubicBezTo>
                  <a:cubicBezTo>
                    <a:pt x="7716" y="11176"/>
                    <a:pt x="7728" y="11164"/>
                    <a:pt x="7739" y="11141"/>
                  </a:cubicBezTo>
                  <a:cubicBezTo>
                    <a:pt x="7981" y="10969"/>
                    <a:pt x="8221" y="10750"/>
                    <a:pt x="8463" y="10579"/>
                  </a:cubicBezTo>
                  <a:cubicBezTo>
                    <a:pt x="8761" y="10360"/>
                    <a:pt x="9060" y="10153"/>
                    <a:pt x="9369" y="9947"/>
                  </a:cubicBezTo>
                  <a:cubicBezTo>
                    <a:pt x="9989" y="9545"/>
                    <a:pt x="10644" y="9189"/>
                    <a:pt x="11310" y="8868"/>
                  </a:cubicBezTo>
                  <a:cubicBezTo>
                    <a:pt x="12364" y="8359"/>
                    <a:pt x="13598" y="7828"/>
                    <a:pt x="14812" y="7828"/>
                  </a:cubicBezTo>
                  <a:close/>
                  <a:moveTo>
                    <a:pt x="2266" y="13321"/>
                  </a:moveTo>
                  <a:cubicBezTo>
                    <a:pt x="2840" y="13321"/>
                    <a:pt x="3412" y="13386"/>
                    <a:pt x="3962" y="13541"/>
                  </a:cubicBezTo>
                  <a:cubicBezTo>
                    <a:pt x="5156" y="13896"/>
                    <a:pt x="6040" y="14712"/>
                    <a:pt x="6672" y="15768"/>
                  </a:cubicBezTo>
                  <a:cubicBezTo>
                    <a:pt x="7004" y="16319"/>
                    <a:pt x="7257" y="16905"/>
                    <a:pt x="7532" y="17479"/>
                  </a:cubicBezTo>
                  <a:cubicBezTo>
                    <a:pt x="7165" y="17088"/>
                    <a:pt x="6786" y="16710"/>
                    <a:pt x="6407" y="16330"/>
                  </a:cubicBezTo>
                  <a:cubicBezTo>
                    <a:pt x="5845" y="15779"/>
                    <a:pt x="5248" y="15263"/>
                    <a:pt x="4605" y="14815"/>
                  </a:cubicBezTo>
                  <a:cubicBezTo>
                    <a:pt x="4008" y="14391"/>
                    <a:pt x="3353" y="14034"/>
                    <a:pt x="2676" y="13782"/>
                  </a:cubicBezTo>
                  <a:cubicBezTo>
                    <a:pt x="2205" y="13610"/>
                    <a:pt x="1700" y="13460"/>
                    <a:pt x="1184" y="13391"/>
                  </a:cubicBezTo>
                  <a:cubicBezTo>
                    <a:pt x="1542" y="13347"/>
                    <a:pt x="1905" y="13321"/>
                    <a:pt x="2266" y="13321"/>
                  </a:cubicBezTo>
                  <a:close/>
                  <a:moveTo>
                    <a:pt x="16295" y="12538"/>
                  </a:moveTo>
                  <a:cubicBezTo>
                    <a:pt x="16455" y="12538"/>
                    <a:pt x="16616" y="12539"/>
                    <a:pt x="16775" y="12542"/>
                  </a:cubicBezTo>
                  <a:cubicBezTo>
                    <a:pt x="14135" y="13276"/>
                    <a:pt x="11551" y="14677"/>
                    <a:pt x="9703" y="16710"/>
                  </a:cubicBezTo>
                  <a:cubicBezTo>
                    <a:pt x="9381" y="17065"/>
                    <a:pt x="9060" y="17445"/>
                    <a:pt x="8772" y="17846"/>
                  </a:cubicBezTo>
                  <a:cubicBezTo>
                    <a:pt x="9014" y="16618"/>
                    <a:pt x="9381" y="15389"/>
                    <a:pt x="10277" y="14459"/>
                  </a:cubicBezTo>
                  <a:cubicBezTo>
                    <a:pt x="11356" y="13334"/>
                    <a:pt x="12906" y="12806"/>
                    <a:pt x="14421" y="12622"/>
                  </a:cubicBezTo>
                  <a:cubicBezTo>
                    <a:pt x="15042" y="12558"/>
                    <a:pt x="15671" y="12538"/>
                    <a:pt x="16295" y="12538"/>
                  </a:cubicBezTo>
                  <a:close/>
                  <a:moveTo>
                    <a:pt x="666" y="13610"/>
                  </a:moveTo>
                  <a:lnTo>
                    <a:pt x="666" y="13610"/>
                  </a:lnTo>
                  <a:cubicBezTo>
                    <a:pt x="1344" y="13690"/>
                    <a:pt x="1987" y="13805"/>
                    <a:pt x="2630" y="14057"/>
                  </a:cubicBezTo>
                  <a:cubicBezTo>
                    <a:pt x="3307" y="14322"/>
                    <a:pt x="3939" y="14677"/>
                    <a:pt x="4524" y="15102"/>
                  </a:cubicBezTo>
                  <a:cubicBezTo>
                    <a:pt x="5144" y="15550"/>
                    <a:pt x="5707" y="16055"/>
                    <a:pt x="6246" y="16595"/>
                  </a:cubicBezTo>
                  <a:cubicBezTo>
                    <a:pt x="6660" y="17008"/>
                    <a:pt x="7039" y="17445"/>
                    <a:pt x="7429" y="17869"/>
                  </a:cubicBezTo>
                  <a:cubicBezTo>
                    <a:pt x="6855" y="17777"/>
                    <a:pt x="6269" y="17708"/>
                    <a:pt x="5684" y="17651"/>
                  </a:cubicBezTo>
                  <a:cubicBezTo>
                    <a:pt x="5052" y="17570"/>
                    <a:pt x="4398" y="17514"/>
                    <a:pt x="3778" y="17364"/>
                  </a:cubicBezTo>
                  <a:cubicBezTo>
                    <a:pt x="3192" y="17215"/>
                    <a:pt x="2618" y="16985"/>
                    <a:pt x="2171" y="16560"/>
                  </a:cubicBezTo>
                  <a:cubicBezTo>
                    <a:pt x="1746" y="16147"/>
                    <a:pt x="1482" y="15608"/>
                    <a:pt x="1275" y="15056"/>
                  </a:cubicBezTo>
                  <a:cubicBezTo>
                    <a:pt x="1080" y="14574"/>
                    <a:pt x="908" y="14080"/>
                    <a:pt x="666" y="13610"/>
                  </a:cubicBezTo>
                  <a:close/>
                  <a:moveTo>
                    <a:pt x="17235" y="12656"/>
                  </a:moveTo>
                  <a:cubicBezTo>
                    <a:pt x="17315" y="14195"/>
                    <a:pt x="16546" y="15642"/>
                    <a:pt x="15340" y="16572"/>
                  </a:cubicBezTo>
                  <a:cubicBezTo>
                    <a:pt x="14020" y="17582"/>
                    <a:pt x="12435" y="17777"/>
                    <a:pt x="10851" y="18042"/>
                  </a:cubicBezTo>
                  <a:cubicBezTo>
                    <a:pt x="10127" y="18156"/>
                    <a:pt x="9392" y="18317"/>
                    <a:pt x="8715" y="18604"/>
                  </a:cubicBezTo>
                  <a:cubicBezTo>
                    <a:pt x="9071" y="18099"/>
                    <a:pt x="9392" y="17582"/>
                    <a:pt x="9806" y="17111"/>
                  </a:cubicBezTo>
                  <a:cubicBezTo>
                    <a:pt x="10254" y="16595"/>
                    <a:pt x="10736" y="16124"/>
                    <a:pt x="11264" y="15688"/>
                  </a:cubicBezTo>
                  <a:cubicBezTo>
                    <a:pt x="12378" y="14758"/>
                    <a:pt x="13652" y="14034"/>
                    <a:pt x="14995" y="13472"/>
                  </a:cubicBezTo>
                  <a:cubicBezTo>
                    <a:pt x="15730" y="13162"/>
                    <a:pt x="16488" y="12909"/>
                    <a:pt x="17235" y="12656"/>
                  </a:cubicBezTo>
                  <a:close/>
                  <a:moveTo>
                    <a:pt x="14894" y="18624"/>
                  </a:moveTo>
                  <a:cubicBezTo>
                    <a:pt x="14913" y="18624"/>
                    <a:pt x="14932" y="18625"/>
                    <a:pt x="14949" y="18627"/>
                  </a:cubicBezTo>
                  <a:cubicBezTo>
                    <a:pt x="13870" y="19086"/>
                    <a:pt x="12918" y="19833"/>
                    <a:pt x="12148" y="20705"/>
                  </a:cubicBezTo>
                  <a:cubicBezTo>
                    <a:pt x="11746" y="21176"/>
                    <a:pt x="11402" y="21670"/>
                    <a:pt x="11104" y="22209"/>
                  </a:cubicBezTo>
                  <a:cubicBezTo>
                    <a:pt x="10989" y="22416"/>
                    <a:pt x="10874" y="22634"/>
                    <a:pt x="10770" y="22852"/>
                  </a:cubicBezTo>
                  <a:cubicBezTo>
                    <a:pt x="10828" y="22117"/>
                    <a:pt x="10954" y="21371"/>
                    <a:pt x="11218" y="20682"/>
                  </a:cubicBezTo>
                  <a:cubicBezTo>
                    <a:pt x="11413" y="20188"/>
                    <a:pt x="11724" y="19764"/>
                    <a:pt x="12171" y="19465"/>
                  </a:cubicBezTo>
                  <a:cubicBezTo>
                    <a:pt x="12596" y="19178"/>
                    <a:pt x="13078" y="18971"/>
                    <a:pt x="13572" y="18833"/>
                  </a:cubicBezTo>
                  <a:cubicBezTo>
                    <a:pt x="13801" y="18765"/>
                    <a:pt x="14031" y="18719"/>
                    <a:pt x="14272" y="18685"/>
                  </a:cubicBezTo>
                  <a:cubicBezTo>
                    <a:pt x="14398" y="18662"/>
                    <a:pt x="14536" y="18650"/>
                    <a:pt x="14674" y="18639"/>
                  </a:cubicBezTo>
                  <a:cubicBezTo>
                    <a:pt x="14729" y="18639"/>
                    <a:pt x="14815" y="18624"/>
                    <a:pt x="14894" y="18624"/>
                  </a:cubicBezTo>
                  <a:close/>
                  <a:moveTo>
                    <a:pt x="5994" y="21049"/>
                  </a:moveTo>
                  <a:cubicBezTo>
                    <a:pt x="6247" y="21049"/>
                    <a:pt x="6501" y="21061"/>
                    <a:pt x="6752" y="21084"/>
                  </a:cubicBezTo>
                  <a:cubicBezTo>
                    <a:pt x="7096" y="21130"/>
                    <a:pt x="7440" y="21211"/>
                    <a:pt x="7751" y="21371"/>
                  </a:cubicBezTo>
                  <a:cubicBezTo>
                    <a:pt x="8038" y="21532"/>
                    <a:pt x="8290" y="21750"/>
                    <a:pt x="8520" y="21968"/>
                  </a:cubicBezTo>
                  <a:cubicBezTo>
                    <a:pt x="8956" y="22405"/>
                    <a:pt x="9312" y="22887"/>
                    <a:pt x="9668" y="23392"/>
                  </a:cubicBezTo>
                  <a:cubicBezTo>
                    <a:pt x="9530" y="23300"/>
                    <a:pt x="9381" y="23208"/>
                    <a:pt x="9232" y="23128"/>
                  </a:cubicBezTo>
                  <a:cubicBezTo>
                    <a:pt x="8738" y="22841"/>
                    <a:pt x="8210" y="22611"/>
                    <a:pt x="7659" y="22439"/>
                  </a:cubicBezTo>
                  <a:cubicBezTo>
                    <a:pt x="6650" y="22103"/>
                    <a:pt x="5577" y="21951"/>
                    <a:pt x="4506" y="21951"/>
                  </a:cubicBezTo>
                  <a:cubicBezTo>
                    <a:pt x="4297" y="21951"/>
                    <a:pt x="4089" y="21957"/>
                    <a:pt x="3881" y="21968"/>
                  </a:cubicBezTo>
                  <a:cubicBezTo>
                    <a:pt x="3181" y="22002"/>
                    <a:pt x="2458" y="22083"/>
                    <a:pt x="1781" y="22267"/>
                  </a:cubicBezTo>
                  <a:cubicBezTo>
                    <a:pt x="2722" y="21681"/>
                    <a:pt x="3778" y="21290"/>
                    <a:pt x="4881" y="21130"/>
                  </a:cubicBezTo>
                  <a:cubicBezTo>
                    <a:pt x="5243" y="21075"/>
                    <a:pt x="5618" y="21049"/>
                    <a:pt x="5994" y="21049"/>
                  </a:cubicBezTo>
                  <a:close/>
                  <a:moveTo>
                    <a:pt x="15087" y="18788"/>
                  </a:moveTo>
                  <a:cubicBezTo>
                    <a:pt x="15087" y="18879"/>
                    <a:pt x="15076" y="19006"/>
                    <a:pt x="15076" y="19052"/>
                  </a:cubicBezTo>
                  <a:lnTo>
                    <a:pt x="15076" y="19419"/>
                  </a:lnTo>
                  <a:cubicBezTo>
                    <a:pt x="15064" y="19683"/>
                    <a:pt x="15041" y="19948"/>
                    <a:pt x="14995" y="20200"/>
                  </a:cubicBezTo>
                  <a:cubicBezTo>
                    <a:pt x="14835" y="21176"/>
                    <a:pt x="14295" y="21922"/>
                    <a:pt x="13492" y="22474"/>
                  </a:cubicBezTo>
                  <a:cubicBezTo>
                    <a:pt x="12699" y="23002"/>
                    <a:pt x="11780" y="23380"/>
                    <a:pt x="10874" y="23691"/>
                  </a:cubicBezTo>
                  <a:cubicBezTo>
                    <a:pt x="10931" y="23530"/>
                    <a:pt x="10989" y="23357"/>
                    <a:pt x="11058" y="23185"/>
                  </a:cubicBezTo>
                  <a:cubicBezTo>
                    <a:pt x="11172" y="22910"/>
                    <a:pt x="11298" y="22634"/>
                    <a:pt x="11448" y="22370"/>
                  </a:cubicBezTo>
                  <a:cubicBezTo>
                    <a:pt x="11724" y="21865"/>
                    <a:pt x="12045" y="21382"/>
                    <a:pt x="12423" y="20935"/>
                  </a:cubicBezTo>
                  <a:cubicBezTo>
                    <a:pt x="13170" y="20039"/>
                    <a:pt x="14077" y="19351"/>
                    <a:pt x="15087" y="18788"/>
                  </a:cubicBezTo>
                  <a:close/>
                  <a:moveTo>
                    <a:pt x="4427" y="22231"/>
                  </a:moveTo>
                  <a:cubicBezTo>
                    <a:pt x="5169" y="22231"/>
                    <a:pt x="5917" y="22292"/>
                    <a:pt x="6637" y="22462"/>
                  </a:cubicBezTo>
                  <a:cubicBezTo>
                    <a:pt x="7338" y="22611"/>
                    <a:pt x="8004" y="22852"/>
                    <a:pt x="8646" y="23173"/>
                  </a:cubicBezTo>
                  <a:cubicBezTo>
                    <a:pt x="8956" y="23334"/>
                    <a:pt x="9255" y="23507"/>
                    <a:pt x="9553" y="23702"/>
                  </a:cubicBezTo>
                  <a:cubicBezTo>
                    <a:pt x="9749" y="23839"/>
                    <a:pt x="9932" y="23989"/>
                    <a:pt x="10127" y="24138"/>
                  </a:cubicBezTo>
                  <a:cubicBezTo>
                    <a:pt x="9565" y="24299"/>
                    <a:pt x="9014" y="24482"/>
                    <a:pt x="8440" y="24586"/>
                  </a:cubicBezTo>
                  <a:cubicBezTo>
                    <a:pt x="7916" y="24695"/>
                    <a:pt x="7384" y="24746"/>
                    <a:pt x="6851" y="24746"/>
                  </a:cubicBezTo>
                  <a:cubicBezTo>
                    <a:pt x="6707" y="24746"/>
                    <a:pt x="6563" y="24742"/>
                    <a:pt x="6419" y="24735"/>
                  </a:cubicBezTo>
                  <a:cubicBezTo>
                    <a:pt x="5190" y="24678"/>
                    <a:pt x="3962" y="24299"/>
                    <a:pt x="3009" y="23518"/>
                  </a:cubicBezTo>
                  <a:cubicBezTo>
                    <a:pt x="2607" y="23196"/>
                    <a:pt x="2251" y="22829"/>
                    <a:pt x="1849" y="22508"/>
                  </a:cubicBezTo>
                  <a:cubicBezTo>
                    <a:pt x="2641" y="22382"/>
                    <a:pt x="3434" y="22244"/>
                    <a:pt x="4238" y="22232"/>
                  </a:cubicBezTo>
                  <a:cubicBezTo>
                    <a:pt x="4301" y="22231"/>
                    <a:pt x="4364" y="22231"/>
                    <a:pt x="4427" y="22231"/>
                  </a:cubicBezTo>
                  <a:close/>
                  <a:moveTo>
                    <a:pt x="12881" y="0"/>
                  </a:moveTo>
                  <a:cubicBezTo>
                    <a:pt x="12783" y="0"/>
                    <a:pt x="12680" y="31"/>
                    <a:pt x="12596" y="50"/>
                  </a:cubicBezTo>
                  <a:cubicBezTo>
                    <a:pt x="12389" y="96"/>
                    <a:pt x="12171" y="131"/>
                    <a:pt x="11964" y="176"/>
                  </a:cubicBezTo>
                  <a:cubicBezTo>
                    <a:pt x="11195" y="360"/>
                    <a:pt x="10380" y="647"/>
                    <a:pt x="9841" y="1267"/>
                  </a:cubicBezTo>
                  <a:cubicBezTo>
                    <a:pt x="9484" y="1680"/>
                    <a:pt x="9289" y="2197"/>
                    <a:pt x="9140" y="2702"/>
                  </a:cubicBezTo>
                  <a:cubicBezTo>
                    <a:pt x="8979" y="3219"/>
                    <a:pt x="8853" y="3805"/>
                    <a:pt x="9002" y="4333"/>
                  </a:cubicBezTo>
                  <a:cubicBezTo>
                    <a:pt x="8956" y="4413"/>
                    <a:pt x="8910" y="4482"/>
                    <a:pt x="8876" y="4562"/>
                  </a:cubicBezTo>
                  <a:cubicBezTo>
                    <a:pt x="8761" y="3655"/>
                    <a:pt x="8371" y="2794"/>
                    <a:pt x="7762" y="2116"/>
                  </a:cubicBezTo>
                  <a:cubicBezTo>
                    <a:pt x="7050" y="1348"/>
                    <a:pt x="6086" y="876"/>
                    <a:pt x="5052" y="739"/>
                  </a:cubicBezTo>
                  <a:cubicBezTo>
                    <a:pt x="5048" y="738"/>
                    <a:pt x="5044" y="738"/>
                    <a:pt x="5039" y="738"/>
                  </a:cubicBezTo>
                  <a:cubicBezTo>
                    <a:pt x="4931" y="738"/>
                    <a:pt x="4847" y="869"/>
                    <a:pt x="4881" y="968"/>
                  </a:cubicBezTo>
                  <a:cubicBezTo>
                    <a:pt x="5248" y="2048"/>
                    <a:pt x="5271" y="3242"/>
                    <a:pt x="5799" y="4275"/>
                  </a:cubicBezTo>
                  <a:cubicBezTo>
                    <a:pt x="6017" y="4711"/>
                    <a:pt x="6338" y="5102"/>
                    <a:pt x="6752" y="5377"/>
                  </a:cubicBezTo>
                  <a:cubicBezTo>
                    <a:pt x="7200" y="5665"/>
                    <a:pt x="7728" y="5813"/>
                    <a:pt x="8244" y="5905"/>
                  </a:cubicBezTo>
                  <a:lnTo>
                    <a:pt x="8038" y="6456"/>
                  </a:lnTo>
                  <a:cubicBezTo>
                    <a:pt x="8026" y="6479"/>
                    <a:pt x="8026" y="6491"/>
                    <a:pt x="8026" y="6502"/>
                  </a:cubicBezTo>
                  <a:cubicBezTo>
                    <a:pt x="7716" y="7387"/>
                    <a:pt x="7498" y="8305"/>
                    <a:pt x="7395" y="9224"/>
                  </a:cubicBezTo>
                  <a:cubicBezTo>
                    <a:pt x="7384" y="9281"/>
                    <a:pt x="7372" y="9339"/>
                    <a:pt x="7372" y="9396"/>
                  </a:cubicBezTo>
                  <a:cubicBezTo>
                    <a:pt x="7142" y="8546"/>
                    <a:pt x="6775" y="7731"/>
                    <a:pt x="6246" y="7053"/>
                  </a:cubicBezTo>
                  <a:cubicBezTo>
                    <a:pt x="5397" y="5951"/>
                    <a:pt x="4215" y="5262"/>
                    <a:pt x="2825" y="5091"/>
                  </a:cubicBezTo>
                  <a:cubicBezTo>
                    <a:pt x="2440" y="5039"/>
                    <a:pt x="2054" y="5020"/>
                    <a:pt x="1666" y="5020"/>
                  </a:cubicBezTo>
                  <a:cubicBezTo>
                    <a:pt x="1196" y="5020"/>
                    <a:pt x="725" y="5047"/>
                    <a:pt x="253" y="5079"/>
                  </a:cubicBezTo>
                  <a:cubicBezTo>
                    <a:pt x="127" y="5091"/>
                    <a:pt x="0" y="5239"/>
                    <a:pt x="92" y="5366"/>
                  </a:cubicBezTo>
                  <a:cubicBezTo>
                    <a:pt x="873" y="6433"/>
                    <a:pt x="1138" y="7742"/>
                    <a:pt x="1792" y="8879"/>
                  </a:cubicBezTo>
                  <a:cubicBezTo>
                    <a:pt x="2113" y="9442"/>
                    <a:pt x="2538" y="9924"/>
                    <a:pt x="3089" y="10268"/>
                  </a:cubicBezTo>
                  <a:cubicBezTo>
                    <a:pt x="3652" y="10636"/>
                    <a:pt x="4318" y="10854"/>
                    <a:pt x="4972" y="10980"/>
                  </a:cubicBezTo>
                  <a:cubicBezTo>
                    <a:pt x="5351" y="11061"/>
                    <a:pt x="5730" y="11107"/>
                    <a:pt x="6121" y="11141"/>
                  </a:cubicBezTo>
                  <a:cubicBezTo>
                    <a:pt x="6488" y="11176"/>
                    <a:pt x="6855" y="11199"/>
                    <a:pt x="7211" y="11302"/>
                  </a:cubicBezTo>
                  <a:cubicBezTo>
                    <a:pt x="7188" y="11738"/>
                    <a:pt x="7177" y="12174"/>
                    <a:pt x="7165" y="12610"/>
                  </a:cubicBezTo>
                  <a:cubicBezTo>
                    <a:pt x="7142" y="13725"/>
                    <a:pt x="7165" y="14850"/>
                    <a:pt x="7315" y="15952"/>
                  </a:cubicBezTo>
                  <a:cubicBezTo>
                    <a:pt x="7326" y="16032"/>
                    <a:pt x="7338" y="16113"/>
                    <a:pt x="7349" y="16205"/>
                  </a:cubicBezTo>
                  <a:cubicBezTo>
                    <a:pt x="6981" y="15470"/>
                    <a:pt x="6534" y="14769"/>
                    <a:pt x="5937" y="14218"/>
                  </a:cubicBezTo>
                  <a:cubicBezTo>
                    <a:pt x="4983" y="13345"/>
                    <a:pt x="3720" y="12978"/>
                    <a:pt x="2446" y="12955"/>
                  </a:cubicBezTo>
                  <a:cubicBezTo>
                    <a:pt x="2371" y="12953"/>
                    <a:pt x="2295" y="12951"/>
                    <a:pt x="2219" y="12951"/>
                  </a:cubicBezTo>
                  <a:cubicBezTo>
                    <a:pt x="1560" y="12951"/>
                    <a:pt x="903" y="13038"/>
                    <a:pt x="265" y="13162"/>
                  </a:cubicBezTo>
                  <a:cubicBezTo>
                    <a:pt x="138" y="13185"/>
                    <a:pt x="92" y="13345"/>
                    <a:pt x="150" y="13437"/>
                  </a:cubicBezTo>
                  <a:cubicBezTo>
                    <a:pt x="781" y="14482"/>
                    <a:pt x="942" y="15768"/>
                    <a:pt x="1781" y="16687"/>
                  </a:cubicBezTo>
                  <a:cubicBezTo>
                    <a:pt x="2630" y="17628"/>
                    <a:pt x="3962" y="17823"/>
                    <a:pt x="5167" y="17961"/>
                  </a:cubicBezTo>
                  <a:cubicBezTo>
                    <a:pt x="6029" y="18053"/>
                    <a:pt x="6901" y="18156"/>
                    <a:pt x="7762" y="18213"/>
                  </a:cubicBezTo>
                  <a:lnTo>
                    <a:pt x="7797" y="18248"/>
                  </a:lnTo>
                  <a:cubicBezTo>
                    <a:pt x="8175" y="19591"/>
                    <a:pt x="8692" y="20912"/>
                    <a:pt x="9244" y="22209"/>
                  </a:cubicBezTo>
                  <a:lnTo>
                    <a:pt x="9244" y="22221"/>
                  </a:lnTo>
                  <a:cubicBezTo>
                    <a:pt x="9152" y="22106"/>
                    <a:pt x="9048" y="22002"/>
                    <a:pt x="8956" y="21899"/>
                  </a:cubicBezTo>
                  <a:cubicBezTo>
                    <a:pt x="8474" y="21394"/>
                    <a:pt x="7946" y="20958"/>
                    <a:pt x="7257" y="20808"/>
                  </a:cubicBezTo>
                  <a:cubicBezTo>
                    <a:pt x="6868" y="20720"/>
                    <a:pt x="6458" y="20684"/>
                    <a:pt x="6050" y="20684"/>
                  </a:cubicBezTo>
                  <a:cubicBezTo>
                    <a:pt x="5772" y="20684"/>
                    <a:pt x="5495" y="20700"/>
                    <a:pt x="5225" y="20728"/>
                  </a:cubicBezTo>
                  <a:cubicBezTo>
                    <a:pt x="4547" y="20797"/>
                    <a:pt x="3881" y="20935"/>
                    <a:pt x="3250" y="21165"/>
                  </a:cubicBezTo>
                  <a:cubicBezTo>
                    <a:pt x="2526" y="21417"/>
                    <a:pt x="1849" y="21762"/>
                    <a:pt x="1229" y="22186"/>
                  </a:cubicBezTo>
                  <a:cubicBezTo>
                    <a:pt x="1115" y="22267"/>
                    <a:pt x="1103" y="22428"/>
                    <a:pt x="1229" y="22508"/>
                  </a:cubicBezTo>
                  <a:cubicBezTo>
                    <a:pt x="1792" y="22852"/>
                    <a:pt x="2240" y="23357"/>
                    <a:pt x="2745" y="23770"/>
                  </a:cubicBezTo>
                  <a:cubicBezTo>
                    <a:pt x="3227" y="24173"/>
                    <a:pt x="3778" y="24471"/>
                    <a:pt x="4363" y="24689"/>
                  </a:cubicBezTo>
                  <a:cubicBezTo>
                    <a:pt x="5126" y="24981"/>
                    <a:pt x="5928" y="25105"/>
                    <a:pt x="6737" y="25105"/>
                  </a:cubicBezTo>
                  <a:cubicBezTo>
                    <a:pt x="7232" y="25105"/>
                    <a:pt x="7729" y="25059"/>
                    <a:pt x="8221" y="24976"/>
                  </a:cubicBezTo>
                  <a:cubicBezTo>
                    <a:pt x="8910" y="24862"/>
                    <a:pt x="9634" y="24678"/>
                    <a:pt x="10288" y="24402"/>
                  </a:cubicBezTo>
                  <a:cubicBezTo>
                    <a:pt x="10908" y="25493"/>
                    <a:pt x="11678" y="26492"/>
                    <a:pt x="12722" y="27250"/>
                  </a:cubicBezTo>
                  <a:cubicBezTo>
                    <a:pt x="12767" y="27283"/>
                    <a:pt x="12811" y="27297"/>
                    <a:pt x="12853" y="27297"/>
                  </a:cubicBezTo>
                  <a:cubicBezTo>
                    <a:pt x="13060" y="27297"/>
                    <a:pt x="13206" y="26952"/>
                    <a:pt x="12986" y="26791"/>
                  </a:cubicBezTo>
                  <a:cubicBezTo>
                    <a:pt x="12033" y="26102"/>
                    <a:pt x="11321" y="25160"/>
                    <a:pt x="10747" y="24138"/>
                  </a:cubicBezTo>
                  <a:cubicBezTo>
                    <a:pt x="11746" y="23805"/>
                    <a:pt x="12768" y="23392"/>
                    <a:pt x="13640" y="22795"/>
                  </a:cubicBezTo>
                  <a:cubicBezTo>
                    <a:pt x="14536" y="22186"/>
                    <a:pt x="15156" y="21348"/>
                    <a:pt x="15340" y="20257"/>
                  </a:cubicBezTo>
                  <a:cubicBezTo>
                    <a:pt x="15375" y="20005"/>
                    <a:pt x="15398" y="19752"/>
                    <a:pt x="15409" y="19488"/>
                  </a:cubicBezTo>
                  <a:cubicBezTo>
                    <a:pt x="15421" y="19201"/>
                    <a:pt x="15455" y="18868"/>
                    <a:pt x="15409" y="18593"/>
                  </a:cubicBezTo>
                  <a:cubicBezTo>
                    <a:pt x="15375" y="18397"/>
                    <a:pt x="15214" y="18294"/>
                    <a:pt x="15018" y="18282"/>
                  </a:cubicBezTo>
                  <a:cubicBezTo>
                    <a:pt x="14983" y="18281"/>
                    <a:pt x="14947" y="18280"/>
                    <a:pt x="14912" y="18280"/>
                  </a:cubicBezTo>
                  <a:cubicBezTo>
                    <a:pt x="14669" y="18280"/>
                    <a:pt x="14421" y="18311"/>
                    <a:pt x="14181" y="18351"/>
                  </a:cubicBezTo>
                  <a:cubicBezTo>
                    <a:pt x="13101" y="18512"/>
                    <a:pt x="11849" y="18983"/>
                    <a:pt x="11229" y="19925"/>
                  </a:cubicBezTo>
                  <a:cubicBezTo>
                    <a:pt x="10885" y="20464"/>
                    <a:pt x="10713" y="21096"/>
                    <a:pt x="10609" y="21716"/>
                  </a:cubicBezTo>
                  <a:cubicBezTo>
                    <a:pt x="10495" y="22347"/>
                    <a:pt x="10438" y="22979"/>
                    <a:pt x="10461" y="23610"/>
                  </a:cubicBezTo>
                  <a:cubicBezTo>
                    <a:pt x="10277" y="23242"/>
                    <a:pt x="10104" y="22875"/>
                    <a:pt x="9932" y="22508"/>
                  </a:cubicBezTo>
                  <a:cubicBezTo>
                    <a:pt x="9461" y="21417"/>
                    <a:pt x="9002" y="20303"/>
                    <a:pt x="8624" y="19167"/>
                  </a:cubicBezTo>
                  <a:cubicBezTo>
                    <a:pt x="10104" y="18409"/>
                    <a:pt x="11849" y="18478"/>
                    <a:pt x="13434" y="18007"/>
                  </a:cubicBezTo>
                  <a:cubicBezTo>
                    <a:pt x="14949" y="17559"/>
                    <a:pt x="16350" y="16549"/>
                    <a:pt x="17062" y="15113"/>
                  </a:cubicBezTo>
                  <a:cubicBezTo>
                    <a:pt x="17487" y="14276"/>
                    <a:pt x="17694" y="13322"/>
                    <a:pt x="17579" y="12381"/>
                  </a:cubicBezTo>
                  <a:cubicBezTo>
                    <a:pt x="17567" y="12278"/>
                    <a:pt x="17510" y="12209"/>
                    <a:pt x="17395" y="12197"/>
                  </a:cubicBezTo>
                  <a:cubicBezTo>
                    <a:pt x="17001" y="12184"/>
                    <a:pt x="16602" y="12175"/>
                    <a:pt x="16202" y="12175"/>
                  </a:cubicBezTo>
                  <a:cubicBezTo>
                    <a:pt x="14810" y="12175"/>
                    <a:pt x="13404" y="12294"/>
                    <a:pt x="12102" y="12829"/>
                  </a:cubicBezTo>
                  <a:cubicBezTo>
                    <a:pt x="10655" y="13426"/>
                    <a:pt x="9484" y="14482"/>
                    <a:pt x="8933" y="15975"/>
                  </a:cubicBezTo>
                  <a:cubicBezTo>
                    <a:pt x="8635" y="16767"/>
                    <a:pt x="8509" y="17616"/>
                    <a:pt x="8394" y="18455"/>
                  </a:cubicBezTo>
                  <a:lnTo>
                    <a:pt x="8394" y="18466"/>
                  </a:lnTo>
                  <a:cubicBezTo>
                    <a:pt x="8210" y="17858"/>
                    <a:pt x="8060" y="17238"/>
                    <a:pt x="7946" y="16618"/>
                  </a:cubicBezTo>
                  <a:cubicBezTo>
                    <a:pt x="7636" y="14965"/>
                    <a:pt x="7578" y="13276"/>
                    <a:pt x="7624" y="11600"/>
                  </a:cubicBezTo>
                  <a:lnTo>
                    <a:pt x="7624" y="11600"/>
                  </a:lnTo>
                  <a:cubicBezTo>
                    <a:pt x="8076" y="11618"/>
                    <a:pt x="8539" y="11631"/>
                    <a:pt x="9006" y="11631"/>
                  </a:cubicBezTo>
                  <a:cubicBezTo>
                    <a:pt x="11280" y="11631"/>
                    <a:pt x="13642" y="11307"/>
                    <a:pt x="15214" y="9545"/>
                  </a:cubicBezTo>
                  <a:cubicBezTo>
                    <a:pt x="15661" y="9040"/>
                    <a:pt x="15995" y="8454"/>
                    <a:pt x="16178" y="7811"/>
                  </a:cubicBezTo>
                  <a:cubicBezTo>
                    <a:pt x="16201" y="7719"/>
                    <a:pt x="16143" y="7628"/>
                    <a:pt x="16052" y="7594"/>
                  </a:cubicBezTo>
                  <a:cubicBezTo>
                    <a:pt x="15216" y="7310"/>
                    <a:pt x="14346" y="7176"/>
                    <a:pt x="13474" y="7176"/>
                  </a:cubicBezTo>
                  <a:cubicBezTo>
                    <a:pt x="12931" y="7176"/>
                    <a:pt x="12387" y="7228"/>
                    <a:pt x="11849" y="7329"/>
                  </a:cubicBezTo>
                  <a:cubicBezTo>
                    <a:pt x="11160" y="7456"/>
                    <a:pt x="10484" y="7662"/>
                    <a:pt x="9886" y="8030"/>
                  </a:cubicBezTo>
                  <a:cubicBezTo>
                    <a:pt x="9369" y="8351"/>
                    <a:pt x="8933" y="8788"/>
                    <a:pt x="8555" y="9270"/>
                  </a:cubicBezTo>
                  <a:cubicBezTo>
                    <a:pt x="8221" y="9706"/>
                    <a:pt x="7935" y="10188"/>
                    <a:pt x="7682" y="10694"/>
                  </a:cubicBezTo>
                  <a:cubicBezTo>
                    <a:pt x="7682" y="10705"/>
                    <a:pt x="7670" y="10705"/>
                    <a:pt x="7659" y="10716"/>
                  </a:cubicBezTo>
                  <a:lnTo>
                    <a:pt x="7693" y="10165"/>
                  </a:lnTo>
                  <a:cubicBezTo>
                    <a:pt x="7739" y="9178"/>
                    <a:pt x="7866" y="8191"/>
                    <a:pt x="8106" y="7226"/>
                  </a:cubicBezTo>
                  <a:cubicBezTo>
                    <a:pt x="8152" y="7065"/>
                    <a:pt x="8198" y="6893"/>
                    <a:pt x="8256" y="6732"/>
                  </a:cubicBezTo>
                  <a:cubicBezTo>
                    <a:pt x="8771" y="6839"/>
                    <a:pt x="9311" y="6904"/>
                    <a:pt x="9845" y="6904"/>
                  </a:cubicBezTo>
                  <a:cubicBezTo>
                    <a:pt x="11146" y="6904"/>
                    <a:pt x="12417" y="6519"/>
                    <a:pt x="13239" y="5412"/>
                  </a:cubicBezTo>
                  <a:cubicBezTo>
                    <a:pt x="13354" y="5251"/>
                    <a:pt x="13457" y="5091"/>
                    <a:pt x="13538" y="4918"/>
                  </a:cubicBezTo>
                  <a:cubicBezTo>
                    <a:pt x="13606" y="4757"/>
                    <a:pt x="13709" y="4550"/>
                    <a:pt x="13709" y="4367"/>
                  </a:cubicBezTo>
                  <a:cubicBezTo>
                    <a:pt x="13709" y="4183"/>
                    <a:pt x="13526" y="4137"/>
                    <a:pt x="13377" y="4091"/>
                  </a:cubicBezTo>
                  <a:cubicBezTo>
                    <a:pt x="13158" y="4022"/>
                    <a:pt x="12929" y="3976"/>
                    <a:pt x="12699" y="3953"/>
                  </a:cubicBezTo>
                  <a:cubicBezTo>
                    <a:pt x="12519" y="3931"/>
                    <a:pt x="12337" y="3920"/>
                    <a:pt x="12156" y="3920"/>
                  </a:cubicBezTo>
                  <a:cubicBezTo>
                    <a:pt x="11402" y="3920"/>
                    <a:pt x="10649" y="4111"/>
                    <a:pt x="10001" y="4482"/>
                  </a:cubicBezTo>
                  <a:cubicBezTo>
                    <a:pt x="9450" y="4792"/>
                    <a:pt x="8979" y="5228"/>
                    <a:pt x="8624" y="5734"/>
                  </a:cubicBezTo>
                  <a:cubicBezTo>
                    <a:pt x="8761" y="5412"/>
                    <a:pt x="8922" y="5091"/>
                    <a:pt x="9083" y="4769"/>
                  </a:cubicBezTo>
                  <a:lnTo>
                    <a:pt x="9289" y="4390"/>
                  </a:lnTo>
                  <a:cubicBezTo>
                    <a:pt x="11058" y="4206"/>
                    <a:pt x="12826" y="3093"/>
                    <a:pt x="13147" y="1221"/>
                  </a:cubicBezTo>
                  <a:cubicBezTo>
                    <a:pt x="13181" y="1026"/>
                    <a:pt x="13193" y="819"/>
                    <a:pt x="13193" y="613"/>
                  </a:cubicBezTo>
                  <a:cubicBezTo>
                    <a:pt x="13193" y="452"/>
                    <a:pt x="13216" y="188"/>
                    <a:pt x="13089" y="73"/>
                  </a:cubicBezTo>
                  <a:cubicBezTo>
                    <a:pt x="13030" y="18"/>
                    <a:pt x="12957" y="0"/>
                    <a:pt x="128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tty Baby Blue Aesthetic Pack for Students by Slidesgo">
  <a:themeElements>
    <a:clrScheme name="Simple Light">
      <a:dk1>
        <a:srgbClr val="000000"/>
      </a:dk1>
      <a:lt1>
        <a:srgbClr val="C7E1EE"/>
      </a:lt1>
      <a:dk2>
        <a:srgbClr val="FFFFFF"/>
      </a:dk2>
      <a:lt2>
        <a:srgbClr val="70BDD8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